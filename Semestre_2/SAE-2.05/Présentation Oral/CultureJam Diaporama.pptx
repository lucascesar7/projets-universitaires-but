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9"/>
  </p:notesMasterIdLst>
  <p:sldIdLst>
    <p:sldId id="256" r:id="rId2"/>
    <p:sldId id="257" r:id="rId3"/>
    <p:sldId id="258" r:id="rId4"/>
    <p:sldId id="282" r:id="rId5"/>
    <p:sldId id="283" r:id="rId6"/>
    <p:sldId id="259" r:id="rId7"/>
    <p:sldId id="260" r:id="rId8"/>
    <p:sldId id="280" r:id="rId9"/>
    <p:sldId id="281" r:id="rId10"/>
    <p:sldId id="261" r:id="rId11"/>
    <p:sldId id="284" r:id="rId12"/>
    <p:sldId id="298" r:id="rId13"/>
    <p:sldId id="263" r:id="rId14"/>
    <p:sldId id="299" r:id="rId15"/>
    <p:sldId id="262" r:id="rId16"/>
    <p:sldId id="300" r:id="rId17"/>
    <p:sldId id="302" r:id="rId18"/>
  </p:sldIdLst>
  <p:sldSz cx="9144000" cy="5143500" type="screen16x9"/>
  <p:notesSz cx="6858000" cy="9144000"/>
  <p:embeddedFontLst>
    <p:embeddedFont>
      <p:font typeface="Alfa Slab One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ntarell" panose="020B0604020202020204" charset="0"/>
      <p:regular r:id="rId25"/>
      <p:bold r:id="rId26"/>
      <p:italic r:id="rId27"/>
      <p:boldItalic r:id="rId28"/>
    </p:embeddedFont>
    <p:embeddedFont>
      <p:font typeface="Hind Guntur" panose="02000000000000000000" pitchFamily="2" charset="0"/>
      <p:regular r:id="rId29"/>
      <p:bold r:id="rId30"/>
    </p:embeddedFont>
    <p:embeddedFont>
      <p:font typeface="Segoe UI Emoji" panose="020B0502040204020203" pitchFamily="34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09">
          <p15:clr>
            <a:srgbClr val="A4A3A4"/>
          </p15:clr>
        </p15:guide>
        <p15:guide id="2" pos="2880">
          <p15:clr>
            <a:srgbClr val="A4A3A4"/>
          </p15:clr>
        </p15:guide>
        <p15:guide id="3" pos="449">
          <p15:clr>
            <a:srgbClr val="9AA0A6"/>
          </p15:clr>
        </p15:guide>
        <p15:guide id="4" pos="5311">
          <p15:clr>
            <a:srgbClr val="9AA0A6"/>
          </p15:clr>
        </p15:guide>
        <p15:guide id="5" orient="horz" pos="340">
          <p15:clr>
            <a:srgbClr val="9AA0A6"/>
          </p15:clr>
        </p15:guide>
        <p15:guide id="6" orient="horz" pos="290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C1DF1D-E449-4CDE-92B4-DF47B8EC0CC0}">
  <a:tblStyle styleId="{46C1DF1D-E449-4CDE-92B4-DF47B8EC0C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77" y="77"/>
      </p:cViewPr>
      <p:guideLst>
        <p:guide orient="horz" pos="1709"/>
        <p:guide pos="2880"/>
        <p:guide pos="449"/>
        <p:guide pos="5311"/>
        <p:guide orient="horz" pos="340"/>
        <p:guide orient="horz" pos="29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91981234e5_0_1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91981234e5_0_1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91981234e5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91981234e5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93378ff58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93378ff58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217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93378ff58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93378ff58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0446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93378ff58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93378ff58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91981234e5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91981234e5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91981234e5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91981234e5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8370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91981234e5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91981234e5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5215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91981234e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91981234e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93378ff58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93378ff58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>
          <a:extLst>
            <a:ext uri="{FF2B5EF4-FFF2-40B4-BE49-F238E27FC236}">
              <a16:creationId xmlns:a16="http://schemas.microsoft.com/office/drawing/2014/main" id="{96FD3D07-54E0-5446-FB32-3E8F63032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93378ff58e_0_9:notes">
            <a:extLst>
              <a:ext uri="{FF2B5EF4-FFF2-40B4-BE49-F238E27FC236}">
                <a16:creationId xmlns:a16="http://schemas.microsoft.com/office/drawing/2014/main" id="{A8DB9EC0-99E9-1DA9-EE00-47A461508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93378ff58e_0_9:notes">
            <a:extLst>
              <a:ext uri="{FF2B5EF4-FFF2-40B4-BE49-F238E27FC236}">
                <a16:creationId xmlns:a16="http://schemas.microsoft.com/office/drawing/2014/main" id="{523902A1-BB47-35A0-082C-00CC0F76F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203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91981234e5_0_2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91981234e5_0_2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>
          <a:extLst>
            <a:ext uri="{FF2B5EF4-FFF2-40B4-BE49-F238E27FC236}">
              <a16:creationId xmlns:a16="http://schemas.microsoft.com/office/drawing/2014/main" id="{A76BD14A-DE1A-6405-CE5E-C15E28FC0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91981234e5_0_11:notes">
            <a:extLst>
              <a:ext uri="{FF2B5EF4-FFF2-40B4-BE49-F238E27FC236}">
                <a16:creationId xmlns:a16="http://schemas.microsoft.com/office/drawing/2014/main" id="{5DBE3C88-342C-8121-43D7-B09913ADF8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91981234e5_0_11:notes">
            <a:extLst>
              <a:ext uri="{FF2B5EF4-FFF2-40B4-BE49-F238E27FC236}">
                <a16:creationId xmlns:a16="http://schemas.microsoft.com/office/drawing/2014/main" id="{7BC369B3-4A2F-A052-D0AE-41206510EE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264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91981234e5_0_2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91981234e5_0_2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>
          <a:extLst>
            <a:ext uri="{FF2B5EF4-FFF2-40B4-BE49-F238E27FC236}">
              <a16:creationId xmlns:a16="http://schemas.microsoft.com/office/drawing/2014/main" id="{7A7E4FFF-B8B7-0888-15F3-FE8EB051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96cab1a850_0_847:notes">
            <a:extLst>
              <a:ext uri="{FF2B5EF4-FFF2-40B4-BE49-F238E27FC236}">
                <a16:creationId xmlns:a16="http://schemas.microsoft.com/office/drawing/2014/main" id="{2EC9271C-C49B-78B5-D610-37ABAA6067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96cab1a850_0_847:notes">
            <a:extLst>
              <a:ext uri="{FF2B5EF4-FFF2-40B4-BE49-F238E27FC236}">
                <a16:creationId xmlns:a16="http://schemas.microsoft.com/office/drawing/2014/main" id="{92ABD5A6-E6B6-7E88-24C7-D7C53B660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040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>
          <a:extLst>
            <a:ext uri="{FF2B5EF4-FFF2-40B4-BE49-F238E27FC236}">
              <a16:creationId xmlns:a16="http://schemas.microsoft.com/office/drawing/2014/main" id="{D5F98487-6452-98BD-35E4-A03A6FD60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96cab1a850_0_847:notes">
            <a:extLst>
              <a:ext uri="{FF2B5EF4-FFF2-40B4-BE49-F238E27FC236}">
                <a16:creationId xmlns:a16="http://schemas.microsoft.com/office/drawing/2014/main" id="{AC5ED42E-0C26-622D-0663-9CFE67D33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96cab1a850_0_847:notes">
            <a:extLst>
              <a:ext uri="{FF2B5EF4-FFF2-40B4-BE49-F238E27FC236}">
                <a16:creationId xmlns:a16="http://schemas.microsoft.com/office/drawing/2014/main" id="{BFFE0435-F9C2-DE33-0398-6F5A02846B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16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46649">
            <a:off x="526632" y="787915"/>
            <a:ext cx="704072" cy="683617"/>
          </a:xfrm>
          <a:custGeom>
            <a:avLst/>
            <a:gdLst/>
            <a:ahLst/>
            <a:cxnLst/>
            <a:rect l="l" t="t" r="r" b="b"/>
            <a:pathLst>
              <a:path w="24919" h="24193" extrusionOk="0">
                <a:moveTo>
                  <a:pt x="12443" y="1"/>
                </a:moveTo>
                <a:cubicBezTo>
                  <a:pt x="6092" y="1"/>
                  <a:pt x="787" y="4971"/>
                  <a:pt x="401" y="11364"/>
                </a:cubicBezTo>
                <a:cubicBezTo>
                  <a:pt x="1" y="18036"/>
                  <a:pt x="5071" y="23773"/>
                  <a:pt x="11743" y="24174"/>
                </a:cubicBezTo>
                <a:cubicBezTo>
                  <a:pt x="11970" y="24186"/>
                  <a:pt x="12197" y="24192"/>
                  <a:pt x="12423" y="24192"/>
                </a:cubicBezTo>
                <a:cubicBezTo>
                  <a:pt x="18797" y="24192"/>
                  <a:pt x="24132" y="19242"/>
                  <a:pt x="24518" y="12799"/>
                </a:cubicBezTo>
                <a:cubicBezTo>
                  <a:pt x="24919" y="6127"/>
                  <a:pt x="19848" y="423"/>
                  <a:pt x="13177" y="23"/>
                </a:cubicBezTo>
                <a:cubicBezTo>
                  <a:pt x="12931" y="8"/>
                  <a:pt x="12686" y="1"/>
                  <a:pt x="12443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13231" y="3215438"/>
            <a:ext cx="603750" cy="553918"/>
            <a:chOff x="3901006" y="3103588"/>
            <a:chExt cx="603750" cy="553918"/>
          </a:xfrm>
        </p:grpSpPr>
        <p:sp>
          <p:nvSpPr>
            <p:cNvPr id="11" name="Google Shape;11;p2"/>
            <p:cNvSpPr/>
            <p:nvPr/>
          </p:nvSpPr>
          <p:spPr>
            <a:xfrm rot="459356">
              <a:off x="3930941" y="3137651"/>
              <a:ext cx="543879" cy="485791"/>
            </a:xfrm>
            <a:custGeom>
              <a:avLst/>
              <a:gdLst/>
              <a:ahLst/>
              <a:cxnLst/>
              <a:rect l="l" t="t" r="r" b="b"/>
              <a:pathLst>
                <a:path w="27087" h="24194" extrusionOk="0">
                  <a:moveTo>
                    <a:pt x="13465" y="0"/>
                  </a:moveTo>
                  <a:cubicBezTo>
                    <a:pt x="11907" y="0"/>
                    <a:pt x="10326" y="304"/>
                    <a:pt x="8807" y="941"/>
                  </a:cubicBezTo>
                  <a:cubicBezTo>
                    <a:pt x="2969" y="3376"/>
                    <a:pt x="1" y="9881"/>
                    <a:pt x="1969" y="15885"/>
                  </a:cubicBezTo>
                  <a:cubicBezTo>
                    <a:pt x="3633" y="20934"/>
                    <a:pt x="8372" y="24193"/>
                    <a:pt x="13487" y="24193"/>
                  </a:cubicBezTo>
                  <a:cubicBezTo>
                    <a:pt x="14422" y="24193"/>
                    <a:pt x="15369" y="24084"/>
                    <a:pt x="16312" y="23858"/>
                  </a:cubicBezTo>
                  <a:cubicBezTo>
                    <a:pt x="17546" y="23557"/>
                    <a:pt x="18747" y="23057"/>
                    <a:pt x="19815" y="22390"/>
                  </a:cubicBezTo>
                  <a:cubicBezTo>
                    <a:pt x="25185" y="19054"/>
                    <a:pt x="27087" y="12183"/>
                    <a:pt x="24218" y="6579"/>
                  </a:cubicBezTo>
                  <a:cubicBezTo>
                    <a:pt x="22075" y="2417"/>
                    <a:pt x="17860" y="0"/>
                    <a:pt x="13465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459356">
              <a:off x="4123517" y="3279166"/>
              <a:ext cx="162780" cy="148002"/>
            </a:xfrm>
            <a:custGeom>
              <a:avLst/>
              <a:gdLst/>
              <a:ahLst/>
              <a:cxnLst/>
              <a:rect l="l" t="t" r="r" b="b"/>
              <a:pathLst>
                <a:path w="8107" h="7371" extrusionOk="0">
                  <a:moveTo>
                    <a:pt x="4045" y="1"/>
                  </a:moveTo>
                  <a:cubicBezTo>
                    <a:pt x="3766" y="1"/>
                    <a:pt x="3484" y="33"/>
                    <a:pt x="3203" y="100"/>
                  </a:cubicBezTo>
                  <a:cubicBezTo>
                    <a:pt x="1234" y="567"/>
                    <a:pt x="0" y="2535"/>
                    <a:pt x="467" y="4536"/>
                  </a:cubicBezTo>
                  <a:cubicBezTo>
                    <a:pt x="867" y="6223"/>
                    <a:pt x="2370" y="7370"/>
                    <a:pt x="4051" y="7370"/>
                  </a:cubicBezTo>
                  <a:cubicBezTo>
                    <a:pt x="4332" y="7370"/>
                    <a:pt x="4617" y="7338"/>
                    <a:pt x="4904" y="7272"/>
                  </a:cubicBezTo>
                  <a:cubicBezTo>
                    <a:pt x="6872" y="6805"/>
                    <a:pt x="8106" y="4803"/>
                    <a:pt x="7639" y="2835"/>
                  </a:cubicBezTo>
                  <a:cubicBezTo>
                    <a:pt x="7239" y="1149"/>
                    <a:pt x="5712" y="1"/>
                    <a:pt x="40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459356">
              <a:off x="4053990" y="3430990"/>
              <a:ext cx="255204" cy="191092"/>
            </a:xfrm>
            <a:custGeom>
              <a:avLst/>
              <a:gdLst/>
              <a:ahLst/>
              <a:cxnLst/>
              <a:rect l="l" t="t" r="r" b="b"/>
              <a:pathLst>
                <a:path w="12710" h="9517" extrusionOk="0">
                  <a:moveTo>
                    <a:pt x="6338" y="0"/>
                  </a:moveTo>
                  <a:cubicBezTo>
                    <a:pt x="2903" y="0"/>
                    <a:pt x="101" y="2736"/>
                    <a:pt x="1" y="6172"/>
                  </a:cubicBezTo>
                  <a:lnTo>
                    <a:pt x="1" y="7706"/>
                  </a:lnTo>
                  <a:cubicBezTo>
                    <a:pt x="1917" y="8898"/>
                    <a:pt x="4128" y="9517"/>
                    <a:pt x="6358" y="9517"/>
                  </a:cubicBezTo>
                  <a:cubicBezTo>
                    <a:pt x="7311" y="9517"/>
                    <a:pt x="8268" y="9403"/>
                    <a:pt x="9207" y="9174"/>
                  </a:cubicBezTo>
                  <a:cubicBezTo>
                    <a:pt x="10441" y="8873"/>
                    <a:pt x="11642" y="8373"/>
                    <a:pt x="12710" y="7706"/>
                  </a:cubicBezTo>
                  <a:lnTo>
                    <a:pt x="12710" y="6172"/>
                  </a:lnTo>
                  <a:cubicBezTo>
                    <a:pt x="12610" y="2736"/>
                    <a:pt x="9808" y="0"/>
                    <a:pt x="63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11018" y="4393999"/>
            <a:ext cx="4169788" cy="260386"/>
          </a:xfrm>
          <a:custGeom>
            <a:avLst/>
            <a:gdLst/>
            <a:ahLst/>
            <a:cxnLst/>
            <a:rect l="l" t="t" r="r" b="b"/>
            <a:pathLst>
              <a:path w="121888" h="14378" extrusionOk="0">
                <a:moveTo>
                  <a:pt x="60944" y="1"/>
                </a:moveTo>
                <a:cubicBezTo>
                  <a:pt x="27287" y="1"/>
                  <a:pt x="1" y="3237"/>
                  <a:pt x="1" y="7206"/>
                </a:cubicBezTo>
                <a:cubicBezTo>
                  <a:pt x="1" y="11176"/>
                  <a:pt x="27287" y="14378"/>
                  <a:pt x="60944" y="14378"/>
                </a:cubicBezTo>
                <a:cubicBezTo>
                  <a:pt x="94601" y="14378"/>
                  <a:pt x="121888" y="11176"/>
                  <a:pt x="121888" y="7206"/>
                </a:cubicBezTo>
                <a:cubicBezTo>
                  <a:pt x="121888" y="3237"/>
                  <a:pt x="94601" y="1"/>
                  <a:pt x="60944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82725" y="718150"/>
            <a:ext cx="4226400" cy="30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Alfa Slab One"/>
              <a:buNone/>
              <a:defRPr sz="5400" b="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Alfa Slab One"/>
              <a:buNone/>
              <a:defRPr sz="5200"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Alfa Slab One"/>
              <a:buNone/>
              <a:defRPr sz="5200"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Alfa Slab One"/>
              <a:buNone/>
              <a:defRPr sz="5200"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Alfa Slab One"/>
              <a:buNone/>
              <a:defRPr sz="5200"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Alfa Slab One"/>
              <a:buNone/>
              <a:defRPr sz="5200"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Alfa Slab One"/>
              <a:buNone/>
              <a:defRPr sz="5200"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Alfa Slab One"/>
              <a:buNone/>
              <a:defRPr sz="5200"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Alfa Slab One"/>
              <a:buNone/>
              <a:defRPr sz="5200"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82725" y="3812950"/>
            <a:ext cx="4226400" cy="56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ntarell"/>
              <a:buNone/>
              <a:defRPr sz="1700">
                <a:latin typeface="Hind Guntur"/>
                <a:ea typeface="Hind Guntur"/>
                <a:cs typeface="Hind Guntur"/>
                <a:sym typeface="Hind Guntu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ntarell"/>
              <a:buNone/>
              <a:defRPr sz="2800">
                <a:latin typeface="Cantarell"/>
                <a:ea typeface="Cantarell"/>
                <a:cs typeface="Cantarell"/>
                <a:sym typeface="Cantarel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ntarell"/>
              <a:buNone/>
              <a:defRPr sz="2800">
                <a:latin typeface="Cantarell"/>
                <a:ea typeface="Cantarell"/>
                <a:cs typeface="Cantarell"/>
                <a:sym typeface="Cantarel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ntarell"/>
              <a:buNone/>
              <a:defRPr sz="2800">
                <a:latin typeface="Cantarell"/>
                <a:ea typeface="Cantarell"/>
                <a:cs typeface="Cantarell"/>
                <a:sym typeface="Cantarel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ntarell"/>
              <a:buNone/>
              <a:defRPr sz="2800">
                <a:latin typeface="Cantarell"/>
                <a:ea typeface="Cantarell"/>
                <a:cs typeface="Cantarell"/>
                <a:sym typeface="Cantarel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ntarell"/>
              <a:buNone/>
              <a:defRPr sz="2800">
                <a:latin typeface="Cantarell"/>
                <a:ea typeface="Cantarell"/>
                <a:cs typeface="Cantarell"/>
                <a:sym typeface="Cantarel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ntarell"/>
              <a:buNone/>
              <a:defRPr sz="2800">
                <a:latin typeface="Cantarell"/>
                <a:ea typeface="Cantarell"/>
                <a:cs typeface="Cantarell"/>
                <a:sym typeface="Cantarel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ntarell"/>
              <a:buNone/>
              <a:defRPr sz="2800">
                <a:latin typeface="Cantarell"/>
                <a:ea typeface="Cantarell"/>
                <a:cs typeface="Cantarell"/>
                <a:sym typeface="Cantarel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ntarell"/>
              <a:buNone/>
              <a:defRPr sz="2800">
                <a:latin typeface="Cantarell"/>
                <a:ea typeface="Cantarell"/>
                <a:cs typeface="Cantarell"/>
                <a:sym typeface="Cantarel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/>
          <p:nvPr/>
        </p:nvSpPr>
        <p:spPr>
          <a:xfrm rot="1046649">
            <a:off x="655360" y="967054"/>
            <a:ext cx="433564" cy="370108"/>
          </a:xfrm>
          <a:custGeom>
            <a:avLst/>
            <a:gdLst/>
            <a:ahLst/>
            <a:cxnLst/>
            <a:rect l="l" t="t" r="r" b="b"/>
            <a:pathLst>
              <a:path w="15345" h="13098" extrusionOk="0">
                <a:moveTo>
                  <a:pt x="4109" y="1"/>
                </a:moveTo>
                <a:cubicBezTo>
                  <a:pt x="3867" y="1"/>
                  <a:pt x="3610" y="39"/>
                  <a:pt x="3336" y="121"/>
                </a:cubicBezTo>
                <a:cubicBezTo>
                  <a:pt x="934" y="855"/>
                  <a:pt x="0" y="4158"/>
                  <a:pt x="1501" y="7226"/>
                </a:cubicBezTo>
                <a:cubicBezTo>
                  <a:pt x="3336" y="10929"/>
                  <a:pt x="7672" y="13097"/>
                  <a:pt x="7672" y="13097"/>
                </a:cubicBezTo>
                <a:cubicBezTo>
                  <a:pt x="7672" y="13097"/>
                  <a:pt x="12009" y="10929"/>
                  <a:pt x="13843" y="7226"/>
                </a:cubicBezTo>
                <a:cubicBezTo>
                  <a:pt x="15345" y="4158"/>
                  <a:pt x="14377" y="855"/>
                  <a:pt x="11975" y="121"/>
                </a:cubicBezTo>
                <a:cubicBezTo>
                  <a:pt x="11702" y="39"/>
                  <a:pt x="11444" y="1"/>
                  <a:pt x="11202" y="1"/>
                </a:cubicBezTo>
                <a:cubicBezTo>
                  <a:pt x="8402" y="1"/>
                  <a:pt x="7639" y="5058"/>
                  <a:pt x="7639" y="5058"/>
                </a:cubicBezTo>
                <a:cubicBezTo>
                  <a:pt x="7639" y="5058"/>
                  <a:pt x="6904" y="1"/>
                  <a:pt x="410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"/>
          <p:cNvGrpSpPr/>
          <p:nvPr/>
        </p:nvGrpSpPr>
        <p:grpSpPr>
          <a:xfrm>
            <a:off x="6815956" y="3809663"/>
            <a:ext cx="603750" cy="553918"/>
            <a:chOff x="6815956" y="3809663"/>
            <a:chExt cx="603750" cy="553918"/>
          </a:xfrm>
        </p:grpSpPr>
        <p:sp>
          <p:nvSpPr>
            <p:cNvPr id="27" name="Google Shape;27;p4"/>
            <p:cNvSpPr/>
            <p:nvPr/>
          </p:nvSpPr>
          <p:spPr>
            <a:xfrm rot="459356">
              <a:off x="6845891" y="3843726"/>
              <a:ext cx="543879" cy="485791"/>
            </a:xfrm>
            <a:custGeom>
              <a:avLst/>
              <a:gdLst/>
              <a:ahLst/>
              <a:cxnLst/>
              <a:rect l="l" t="t" r="r" b="b"/>
              <a:pathLst>
                <a:path w="27087" h="24194" extrusionOk="0">
                  <a:moveTo>
                    <a:pt x="13465" y="0"/>
                  </a:moveTo>
                  <a:cubicBezTo>
                    <a:pt x="11907" y="0"/>
                    <a:pt x="10326" y="304"/>
                    <a:pt x="8807" y="941"/>
                  </a:cubicBezTo>
                  <a:cubicBezTo>
                    <a:pt x="2969" y="3376"/>
                    <a:pt x="1" y="9881"/>
                    <a:pt x="1969" y="15885"/>
                  </a:cubicBezTo>
                  <a:cubicBezTo>
                    <a:pt x="3633" y="20934"/>
                    <a:pt x="8372" y="24193"/>
                    <a:pt x="13487" y="24193"/>
                  </a:cubicBezTo>
                  <a:cubicBezTo>
                    <a:pt x="14422" y="24193"/>
                    <a:pt x="15369" y="24084"/>
                    <a:pt x="16312" y="23858"/>
                  </a:cubicBezTo>
                  <a:cubicBezTo>
                    <a:pt x="17546" y="23557"/>
                    <a:pt x="18747" y="23057"/>
                    <a:pt x="19815" y="22390"/>
                  </a:cubicBezTo>
                  <a:cubicBezTo>
                    <a:pt x="25185" y="19054"/>
                    <a:pt x="27087" y="12183"/>
                    <a:pt x="24218" y="6579"/>
                  </a:cubicBezTo>
                  <a:cubicBezTo>
                    <a:pt x="22075" y="2417"/>
                    <a:pt x="17860" y="0"/>
                    <a:pt x="13465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 rot="459356">
              <a:off x="7038467" y="3985241"/>
              <a:ext cx="162780" cy="148002"/>
            </a:xfrm>
            <a:custGeom>
              <a:avLst/>
              <a:gdLst/>
              <a:ahLst/>
              <a:cxnLst/>
              <a:rect l="l" t="t" r="r" b="b"/>
              <a:pathLst>
                <a:path w="8107" h="7371" extrusionOk="0">
                  <a:moveTo>
                    <a:pt x="4045" y="1"/>
                  </a:moveTo>
                  <a:cubicBezTo>
                    <a:pt x="3766" y="1"/>
                    <a:pt x="3484" y="33"/>
                    <a:pt x="3203" y="100"/>
                  </a:cubicBezTo>
                  <a:cubicBezTo>
                    <a:pt x="1234" y="567"/>
                    <a:pt x="0" y="2535"/>
                    <a:pt x="467" y="4536"/>
                  </a:cubicBezTo>
                  <a:cubicBezTo>
                    <a:pt x="867" y="6223"/>
                    <a:pt x="2370" y="7370"/>
                    <a:pt x="4051" y="7370"/>
                  </a:cubicBezTo>
                  <a:cubicBezTo>
                    <a:pt x="4332" y="7370"/>
                    <a:pt x="4617" y="7338"/>
                    <a:pt x="4904" y="7272"/>
                  </a:cubicBezTo>
                  <a:cubicBezTo>
                    <a:pt x="6872" y="6805"/>
                    <a:pt x="8106" y="4803"/>
                    <a:pt x="7639" y="2835"/>
                  </a:cubicBezTo>
                  <a:cubicBezTo>
                    <a:pt x="7239" y="1149"/>
                    <a:pt x="5712" y="1"/>
                    <a:pt x="40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rot="459356">
              <a:off x="6968940" y="4137065"/>
              <a:ext cx="255204" cy="191092"/>
            </a:xfrm>
            <a:custGeom>
              <a:avLst/>
              <a:gdLst/>
              <a:ahLst/>
              <a:cxnLst/>
              <a:rect l="l" t="t" r="r" b="b"/>
              <a:pathLst>
                <a:path w="12710" h="9517" extrusionOk="0">
                  <a:moveTo>
                    <a:pt x="6338" y="0"/>
                  </a:moveTo>
                  <a:cubicBezTo>
                    <a:pt x="2903" y="0"/>
                    <a:pt x="101" y="2736"/>
                    <a:pt x="1" y="6172"/>
                  </a:cubicBezTo>
                  <a:lnTo>
                    <a:pt x="1" y="7706"/>
                  </a:lnTo>
                  <a:cubicBezTo>
                    <a:pt x="1917" y="8898"/>
                    <a:pt x="4128" y="9517"/>
                    <a:pt x="6358" y="9517"/>
                  </a:cubicBezTo>
                  <a:cubicBezTo>
                    <a:pt x="7311" y="9517"/>
                    <a:pt x="8268" y="9403"/>
                    <a:pt x="9207" y="9174"/>
                  </a:cubicBezTo>
                  <a:cubicBezTo>
                    <a:pt x="10441" y="8873"/>
                    <a:pt x="11642" y="8373"/>
                    <a:pt x="12710" y="7706"/>
                  </a:cubicBezTo>
                  <a:lnTo>
                    <a:pt x="12710" y="6172"/>
                  </a:lnTo>
                  <a:cubicBezTo>
                    <a:pt x="12610" y="2736"/>
                    <a:pt x="9808" y="0"/>
                    <a:pt x="63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4"/>
          <p:cNvSpPr/>
          <p:nvPr/>
        </p:nvSpPr>
        <p:spPr>
          <a:xfrm>
            <a:off x="664700" y="3382000"/>
            <a:ext cx="294250" cy="273725"/>
          </a:xfrm>
          <a:custGeom>
            <a:avLst/>
            <a:gdLst/>
            <a:ahLst/>
            <a:cxnLst/>
            <a:rect l="l" t="t" r="r" b="b"/>
            <a:pathLst>
              <a:path w="11770" h="10949" extrusionOk="0">
                <a:moveTo>
                  <a:pt x="8742" y="0"/>
                </a:moveTo>
                <a:cubicBezTo>
                  <a:pt x="8526" y="0"/>
                  <a:pt x="8302" y="35"/>
                  <a:pt x="8073" y="107"/>
                </a:cubicBezTo>
                <a:cubicBezTo>
                  <a:pt x="5705" y="808"/>
                  <a:pt x="5972" y="3944"/>
                  <a:pt x="5972" y="3944"/>
                </a:cubicBezTo>
                <a:cubicBezTo>
                  <a:pt x="5972" y="3944"/>
                  <a:pt x="4789" y="1762"/>
                  <a:pt x="2890" y="1762"/>
                </a:cubicBezTo>
                <a:cubicBezTo>
                  <a:pt x="2650" y="1762"/>
                  <a:pt x="2398" y="1797"/>
                  <a:pt x="2136" y="1875"/>
                </a:cubicBezTo>
                <a:cubicBezTo>
                  <a:pt x="1" y="2509"/>
                  <a:pt x="34" y="5511"/>
                  <a:pt x="2302" y="7780"/>
                </a:cubicBezTo>
                <a:cubicBezTo>
                  <a:pt x="4337" y="9781"/>
                  <a:pt x="8073" y="10949"/>
                  <a:pt x="8073" y="10949"/>
                </a:cubicBezTo>
                <a:cubicBezTo>
                  <a:pt x="8073" y="10949"/>
                  <a:pt x="10575" y="7913"/>
                  <a:pt x="11175" y="5111"/>
                </a:cubicBezTo>
                <a:cubicBezTo>
                  <a:pt x="11770" y="2317"/>
                  <a:pt x="10510" y="0"/>
                  <a:pt x="8742" y="0"/>
                </a:cubicBezTo>
                <a:close/>
              </a:path>
            </a:pathLst>
          </a:custGeom>
          <a:solidFill>
            <a:srgbClr val="90E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 rot="1418727">
            <a:off x="7561090" y="893601"/>
            <a:ext cx="294268" cy="273766"/>
          </a:xfrm>
          <a:custGeom>
            <a:avLst/>
            <a:gdLst/>
            <a:ahLst/>
            <a:cxnLst/>
            <a:rect l="l" t="t" r="r" b="b"/>
            <a:pathLst>
              <a:path w="11770" h="10950" extrusionOk="0">
                <a:moveTo>
                  <a:pt x="8742" y="1"/>
                </a:moveTo>
                <a:cubicBezTo>
                  <a:pt x="8526" y="1"/>
                  <a:pt x="8302" y="35"/>
                  <a:pt x="8073" y="108"/>
                </a:cubicBezTo>
                <a:cubicBezTo>
                  <a:pt x="5704" y="808"/>
                  <a:pt x="5971" y="3944"/>
                  <a:pt x="5971" y="3944"/>
                </a:cubicBezTo>
                <a:cubicBezTo>
                  <a:pt x="5971" y="3944"/>
                  <a:pt x="4788" y="1762"/>
                  <a:pt x="2889" y="1762"/>
                </a:cubicBezTo>
                <a:cubicBezTo>
                  <a:pt x="2649" y="1762"/>
                  <a:pt x="2397" y="1797"/>
                  <a:pt x="2135" y="1876"/>
                </a:cubicBezTo>
                <a:cubicBezTo>
                  <a:pt x="0" y="2510"/>
                  <a:pt x="34" y="5512"/>
                  <a:pt x="2302" y="7780"/>
                </a:cubicBezTo>
                <a:cubicBezTo>
                  <a:pt x="4337" y="9782"/>
                  <a:pt x="8073" y="10949"/>
                  <a:pt x="8073" y="10949"/>
                </a:cubicBezTo>
                <a:cubicBezTo>
                  <a:pt x="8073" y="10949"/>
                  <a:pt x="10575" y="7914"/>
                  <a:pt x="11175" y="5112"/>
                </a:cubicBezTo>
                <a:cubicBezTo>
                  <a:pt x="11769" y="2318"/>
                  <a:pt x="10510" y="1"/>
                  <a:pt x="8742" y="1"/>
                </a:cubicBezTo>
                <a:close/>
              </a:path>
            </a:pathLst>
          </a:custGeom>
          <a:solidFill>
            <a:srgbClr val="90E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" name="Google Shape;32;p4"/>
          <p:cNvGrpSpPr/>
          <p:nvPr/>
        </p:nvGrpSpPr>
        <p:grpSpPr>
          <a:xfrm rot="1687569">
            <a:off x="7681008" y="2403655"/>
            <a:ext cx="777871" cy="682642"/>
            <a:chOff x="3052913" y="1372363"/>
            <a:chExt cx="1023443" cy="898150"/>
          </a:xfrm>
        </p:grpSpPr>
        <p:sp>
          <p:nvSpPr>
            <p:cNvPr id="33" name="Google Shape;33;p4"/>
            <p:cNvSpPr/>
            <p:nvPr/>
          </p:nvSpPr>
          <p:spPr>
            <a:xfrm>
              <a:off x="3052912" y="1372363"/>
              <a:ext cx="1023443" cy="898150"/>
            </a:xfrm>
            <a:custGeom>
              <a:avLst/>
              <a:gdLst/>
              <a:ahLst/>
              <a:cxnLst/>
              <a:rect l="l" t="t" r="r" b="b"/>
              <a:pathLst>
                <a:path w="33858" h="29713" extrusionOk="0">
                  <a:moveTo>
                    <a:pt x="16900" y="1"/>
                  </a:moveTo>
                  <a:cubicBezTo>
                    <a:pt x="11309" y="1"/>
                    <a:pt x="5956" y="3169"/>
                    <a:pt x="3436" y="8572"/>
                  </a:cubicBezTo>
                  <a:cubicBezTo>
                    <a:pt x="0" y="16010"/>
                    <a:pt x="3203" y="24850"/>
                    <a:pt x="10641" y="28319"/>
                  </a:cubicBezTo>
                  <a:cubicBezTo>
                    <a:pt x="12669" y="29265"/>
                    <a:pt x="14800" y="29712"/>
                    <a:pt x="16899" y="29712"/>
                  </a:cubicBezTo>
                  <a:cubicBezTo>
                    <a:pt x="22500" y="29712"/>
                    <a:pt x="27865" y="26525"/>
                    <a:pt x="30389" y="21114"/>
                  </a:cubicBezTo>
                  <a:cubicBezTo>
                    <a:pt x="33858" y="13675"/>
                    <a:pt x="30622" y="4869"/>
                    <a:pt x="23184" y="1400"/>
                  </a:cubicBezTo>
                  <a:cubicBezTo>
                    <a:pt x="21148" y="451"/>
                    <a:pt x="19007" y="1"/>
                    <a:pt x="16900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3096259" y="1641327"/>
              <a:ext cx="355778" cy="330961"/>
            </a:xfrm>
            <a:custGeom>
              <a:avLst/>
              <a:gdLst/>
              <a:ahLst/>
              <a:cxnLst/>
              <a:rect l="l" t="t" r="r" b="b"/>
              <a:pathLst>
                <a:path w="11770" h="10949" extrusionOk="0">
                  <a:moveTo>
                    <a:pt x="8742" y="0"/>
                  </a:moveTo>
                  <a:cubicBezTo>
                    <a:pt x="8526" y="0"/>
                    <a:pt x="8302" y="35"/>
                    <a:pt x="8073" y="107"/>
                  </a:cubicBezTo>
                  <a:cubicBezTo>
                    <a:pt x="5705" y="808"/>
                    <a:pt x="5972" y="3944"/>
                    <a:pt x="5972" y="3944"/>
                  </a:cubicBezTo>
                  <a:cubicBezTo>
                    <a:pt x="5972" y="3944"/>
                    <a:pt x="4789" y="1762"/>
                    <a:pt x="2890" y="1762"/>
                  </a:cubicBezTo>
                  <a:cubicBezTo>
                    <a:pt x="2650" y="1762"/>
                    <a:pt x="2398" y="1797"/>
                    <a:pt x="2136" y="1875"/>
                  </a:cubicBezTo>
                  <a:cubicBezTo>
                    <a:pt x="1" y="2509"/>
                    <a:pt x="34" y="5511"/>
                    <a:pt x="2302" y="7780"/>
                  </a:cubicBezTo>
                  <a:cubicBezTo>
                    <a:pt x="4337" y="9781"/>
                    <a:pt x="8073" y="10949"/>
                    <a:pt x="8073" y="10949"/>
                  </a:cubicBezTo>
                  <a:cubicBezTo>
                    <a:pt x="8073" y="10949"/>
                    <a:pt x="10575" y="7913"/>
                    <a:pt x="11175" y="5111"/>
                  </a:cubicBezTo>
                  <a:cubicBezTo>
                    <a:pt x="11770" y="2317"/>
                    <a:pt x="10510" y="0"/>
                    <a:pt x="87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3589330" y="1493091"/>
              <a:ext cx="355778" cy="330991"/>
            </a:xfrm>
            <a:custGeom>
              <a:avLst/>
              <a:gdLst/>
              <a:ahLst/>
              <a:cxnLst/>
              <a:rect l="l" t="t" r="r" b="b"/>
              <a:pathLst>
                <a:path w="11770" h="10950" extrusionOk="0">
                  <a:moveTo>
                    <a:pt x="8742" y="1"/>
                  </a:moveTo>
                  <a:cubicBezTo>
                    <a:pt x="8526" y="1"/>
                    <a:pt x="8302" y="35"/>
                    <a:pt x="8073" y="108"/>
                  </a:cubicBezTo>
                  <a:cubicBezTo>
                    <a:pt x="5704" y="808"/>
                    <a:pt x="5971" y="3944"/>
                    <a:pt x="5971" y="3944"/>
                  </a:cubicBezTo>
                  <a:cubicBezTo>
                    <a:pt x="5971" y="3944"/>
                    <a:pt x="4788" y="1762"/>
                    <a:pt x="2889" y="1762"/>
                  </a:cubicBezTo>
                  <a:cubicBezTo>
                    <a:pt x="2649" y="1762"/>
                    <a:pt x="2397" y="1797"/>
                    <a:pt x="2135" y="1876"/>
                  </a:cubicBezTo>
                  <a:cubicBezTo>
                    <a:pt x="0" y="2510"/>
                    <a:pt x="34" y="5512"/>
                    <a:pt x="2302" y="7780"/>
                  </a:cubicBezTo>
                  <a:cubicBezTo>
                    <a:pt x="4337" y="9782"/>
                    <a:pt x="8073" y="10949"/>
                    <a:pt x="8073" y="10949"/>
                  </a:cubicBezTo>
                  <a:cubicBezTo>
                    <a:pt x="8073" y="10949"/>
                    <a:pt x="10575" y="7914"/>
                    <a:pt x="11175" y="5112"/>
                  </a:cubicBezTo>
                  <a:cubicBezTo>
                    <a:pt x="11769" y="2318"/>
                    <a:pt x="10510" y="1"/>
                    <a:pt x="87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3453215" y="1787749"/>
              <a:ext cx="223865" cy="126321"/>
            </a:xfrm>
            <a:custGeom>
              <a:avLst/>
              <a:gdLst/>
              <a:ahLst/>
              <a:cxnLst/>
              <a:rect l="l" t="t" r="r" b="b"/>
              <a:pathLst>
                <a:path w="7406" h="4179" extrusionOk="0">
                  <a:moveTo>
                    <a:pt x="7339" y="0"/>
                  </a:moveTo>
                  <a:lnTo>
                    <a:pt x="0" y="2235"/>
                  </a:lnTo>
                  <a:cubicBezTo>
                    <a:pt x="0" y="2235"/>
                    <a:pt x="1230" y="4178"/>
                    <a:pt x="3394" y="4178"/>
                  </a:cubicBezTo>
                  <a:cubicBezTo>
                    <a:pt x="3750" y="4178"/>
                    <a:pt x="4131" y="4126"/>
                    <a:pt x="4537" y="4003"/>
                  </a:cubicBezTo>
                  <a:cubicBezTo>
                    <a:pt x="7405" y="3136"/>
                    <a:pt x="7339" y="0"/>
                    <a:pt x="73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713225" y="1152600"/>
            <a:ext cx="6888300" cy="3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300">
                <a:latin typeface="Hind Guntur"/>
                <a:ea typeface="Hind Guntur"/>
                <a:cs typeface="Hind Guntur"/>
                <a:sym typeface="Hind Guntur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713225" y="545475"/>
            <a:ext cx="7717500" cy="2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06398" y="556229"/>
            <a:ext cx="1098200" cy="600718"/>
          </a:xfrm>
          <a:custGeom>
            <a:avLst/>
            <a:gdLst/>
            <a:ahLst/>
            <a:cxnLst/>
            <a:rect l="l" t="t" r="r" b="b"/>
            <a:pathLst>
              <a:path w="34359" h="18793" extrusionOk="0">
                <a:moveTo>
                  <a:pt x="13570" y="1"/>
                </a:moveTo>
                <a:cubicBezTo>
                  <a:pt x="13110" y="1"/>
                  <a:pt x="12644" y="37"/>
                  <a:pt x="12176" y="113"/>
                </a:cubicBezTo>
                <a:cubicBezTo>
                  <a:pt x="8073" y="780"/>
                  <a:pt x="5004" y="4282"/>
                  <a:pt x="4838" y="8452"/>
                </a:cubicBezTo>
                <a:cubicBezTo>
                  <a:pt x="2102" y="8685"/>
                  <a:pt x="1" y="11087"/>
                  <a:pt x="134" y="13856"/>
                </a:cubicBezTo>
                <a:cubicBezTo>
                  <a:pt x="268" y="16624"/>
                  <a:pt x="2569" y="18793"/>
                  <a:pt x="5338" y="18793"/>
                </a:cubicBezTo>
                <a:lnTo>
                  <a:pt x="30289" y="18793"/>
                </a:lnTo>
                <a:cubicBezTo>
                  <a:pt x="32591" y="18593"/>
                  <a:pt x="34359" y="16691"/>
                  <a:pt x="34359" y="14390"/>
                </a:cubicBezTo>
                <a:cubicBezTo>
                  <a:pt x="34359" y="11954"/>
                  <a:pt x="32391" y="9986"/>
                  <a:pt x="29956" y="9953"/>
                </a:cubicBezTo>
                <a:cubicBezTo>
                  <a:pt x="29722" y="9953"/>
                  <a:pt x="29489" y="9986"/>
                  <a:pt x="29255" y="10020"/>
                </a:cubicBezTo>
                <a:cubicBezTo>
                  <a:pt x="29088" y="7284"/>
                  <a:pt x="26820" y="5183"/>
                  <a:pt x="24085" y="5150"/>
                </a:cubicBezTo>
                <a:cubicBezTo>
                  <a:pt x="23284" y="5150"/>
                  <a:pt x="22483" y="5350"/>
                  <a:pt x="21750" y="5717"/>
                </a:cubicBezTo>
                <a:cubicBezTo>
                  <a:pt x="20477" y="2255"/>
                  <a:pt x="17185" y="1"/>
                  <a:pt x="13570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721700" y="1675825"/>
            <a:ext cx="32193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1"/>
          </p:nvPr>
        </p:nvSpPr>
        <p:spPr>
          <a:xfrm>
            <a:off x="721700" y="2190875"/>
            <a:ext cx="3219300" cy="12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720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>
            <a:spLocks noGrp="1"/>
          </p:cNvSpPr>
          <p:nvPr>
            <p:ph type="ctrTitle"/>
          </p:nvPr>
        </p:nvSpPr>
        <p:spPr>
          <a:xfrm flipH="1">
            <a:off x="5027775" y="2534350"/>
            <a:ext cx="3118200" cy="7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9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None/>
              <a:defRPr sz="23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None/>
              <a:defRPr sz="23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None/>
              <a:defRPr sz="23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None/>
              <a:defRPr sz="23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None/>
              <a:defRPr sz="23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None/>
              <a:defRPr sz="23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None/>
              <a:defRPr sz="23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None/>
              <a:defRPr sz="23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subTitle" idx="1"/>
          </p:nvPr>
        </p:nvSpPr>
        <p:spPr>
          <a:xfrm flipH="1">
            <a:off x="5027725" y="775475"/>
            <a:ext cx="3118200" cy="17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Hind Guntur"/>
              <a:buNone/>
              <a:defRPr sz="2300">
                <a:latin typeface="Hind Guntur"/>
                <a:ea typeface="Hind Guntur"/>
                <a:cs typeface="Hind Guntur"/>
                <a:sym typeface="Hind Guntu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Hind Guntur"/>
              <a:buNone/>
              <a:defRPr sz="2100">
                <a:solidFill>
                  <a:srgbClr val="F3F3F3"/>
                </a:solidFill>
                <a:latin typeface="Hind Guntur"/>
                <a:ea typeface="Hind Guntur"/>
                <a:cs typeface="Hind Guntur"/>
                <a:sym typeface="Hind Guntu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Hind Guntur"/>
              <a:buNone/>
              <a:defRPr sz="2100">
                <a:solidFill>
                  <a:srgbClr val="F3F3F3"/>
                </a:solidFill>
                <a:latin typeface="Hind Guntur"/>
                <a:ea typeface="Hind Guntur"/>
                <a:cs typeface="Hind Guntur"/>
                <a:sym typeface="Hind Guntu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Hind Guntur"/>
              <a:buNone/>
              <a:defRPr sz="2100">
                <a:solidFill>
                  <a:srgbClr val="F3F3F3"/>
                </a:solidFill>
                <a:latin typeface="Hind Guntur"/>
                <a:ea typeface="Hind Guntur"/>
                <a:cs typeface="Hind Guntur"/>
                <a:sym typeface="Hind Guntu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Hind Guntur"/>
              <a:buNone/>
              <a:defRPr sz="2100">
                <a:solidFill>
                  <a:srgbClr val="F3F3F3"/>
                </a:solidFill>
                <a:latin typeface="Hind Guntur"/>
                <a:ea typeface="Hind Guntur"/>
                <a:cs typeface="Hind Guntur"/>
                <a:sym typeface="Hind Guntu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Hind Guntur"/>
              <a:buNone/>
              <a:defRPr sz="2100">
                <a:solidFill>
                  <a:srgbClr val="F3F3F3"/>
                </a:solidFill>
                <a:latin typeface="Hind Guntur"/>
                <a:ea typeface="Hind Guntur"/>
                <a:cs typeface="Hind Guntur"/>
                <a:sym typeface="Hind Guntu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Hind Guntur"/>
              <a:buNone/>
              <a:defRPr sz="2100">
                <a:solidFill>
                  <a:srgbClr val="F3F3F3"/>
                </a:solidFill>
                <a:latin typeface="Hind Guntur"/>
                <a:ea typeface="Hind Guntur"/>
                <a:cs typeface="Hind Guntur"/>
                <a:sym typeface="Hind Guntu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Hind Guntur"/>
              <a:buNone/>
              <a:defRPr sz="2100">
                <a:solidFill>
                  <a:srgbClr val="F3F3F3"/>
                </a:solidFill>
                <a:latin typeface="Hind Guntur"/>
                <a:ea typeface="Hind Guntur"/>
                <a:cs typeface="Hind Guntur"/>
                <a:sym typeface="Hind Guntu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Hind Guntur"/>
              <a:buNone/>
              <a:defRPr sz="2100">
                <a:solidFill>
                  <a:srgbClr val="F3F3F3"/>
                </a:solidFill>
                <a:latin typeface="Hind Guntur"/>
                <a:ea typeface="Hind Guntur"/>
                <a:cs typeface="Hind Guntur"/>
                <a:sym typeface="Hind Guntu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CUSTOM_14"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8022321" y="747694"/>
            <a:ext cx="360683" cy="362863"/>
          </a:xfrm>
          <a:custGeom>
            <a:avLst/>
            <a:gdLst/>
            <a:ahLst/>
            <a:cxnLst/>
            <a:rect l="l" t="t" r="r" b="b"/>
            <a:pathLst>
              <a:path w="16880" h="16980" extrusionOk="0">
                <a:moveTo>
                  <a:pt x="8388" y="4587"/>
                </a:moveTo>
                <a:cubicBezTo>
                  <a:pt x="8772" y="4587"/>
                  <a:pt x="9170" y="4645"/>
                  <a:pt x="9574" y="4770"/>
                </a:cubicBezTo>
                <a:cubicBezTo>
                  <a:pt x="12877" y="5771"/>
                  <a:pt x="13344" y="10274"/>
                  <a:pt x="10275" y="11909"/>
                </a:cubicBezTo>
                <a:cubicBezTo>
                  <a:pt x="9688" y="12228"/>
                  <a:pt x="9060" y="12379"/>
                  <a:pt x="8441" y="12379"/>
                </a:cubicBezTo>
                <a:cubicBezTo>
                  <a:pt x="7056" y="12379"/>
                  <a:pt x="5719" y="11622"/>
                  <a:pt x="5004" y="10308"/>
                </a:cubicBezTo>
                <a:cubicBezTo>
                  <a:pt x="3568" y="7640"/>
                  <a:pt x="5609" y="4587"/>
                  <a:pt x="8388" y="4587"/>
                </a:cubicBezTo>
                <a:close/>
                <a:moveTo>
                  <a:pt x="6572" y="0"/>
                </a:moveTo>
                <a:lnTo>
                  <a:pt x="2369" y="2235"/>
                </a:lnTo>
                <a:lnTo>
                  <a:pt x="3070" y="3503"/>
                </a:lnTo>
                <a:cubicBezTo>
                  <a:pt x="3270" y="3903"/>
                  <a:pt x="3236" y="4337"/>
                  <a:pt x="3003" y="4704"/>
                </a:cubicBezTo>
                <a:cubicBezTo>
                  <a:pt x="2869" y="4904"/>
                  <a:pt x="2736" y="5104"/>
                  <a:pt x="2636" y="5304"/>
                </a:cubicBezTo>
                <a:cubicBezTo>
                  <a:pt x="2402" y="5671"/>
                  <a:pt x="2035" y="5905"/>
                  <a:pt x="1602" y="5905"/>
                </a:cubicBezTo>
                <a:lnTo>
                  <a:pt x="134" y="5838"/>
                </a:lnTo>
                <a:lnTo>
                  <a:pt x="1" y="10608"/>
                </a:lnTo>
                <a:lnTo>
                  <a:pt x="1435" y="10641"/>
                </a:lnTo>
                <a:cubicBezTo>
                  <a:pt x="1869" y="10675"/>
                  <a:pt x="2236" y="10941"/>
                  <a:pt x="2436" y="11308"/>
                </a:cubicBezTo>
                <a:cubicBezTo>
                  <a:pt x="2469" y="11408"/>
                  <a:pt x="2536" y="11542"/>
                  <a:pt x="2603" y="11642"/>
                </a:cubicBezTo>
                <a:cubicBezTo>
                  <a:pt x="2636" y="11742"/>
                  <a:pt x="2703" y="11842"/>
                  <a:pt x="2769" y="11942"/>
                </a:cubicBezTo>
                <a:cubicBezTo>
                  <a:pt x="2969" y="12309"/>
                  <a:pt x="2969" y="12743"/>
                  <a:pt x="2769" y="13110"/>
                </a:cubicBezTo>
                <a:lnTo>
                  <a:pt x="2002" y="14344"/>
                </a:lnTo>
                <a:lnTo>
                  <a:pt x="6038" y="16846"/>
                </a:lnTo>
                <a:lnTo>
                  <a:pt x="6806" y="15611"/>
                </a:lnTo>
                <a:cubicBezTo>
                  <a:pt x="7022" y="15271"/>
                  <a:pt x="7382" y="15074"/>
                  <a:pt x="7780" y="15074"/>
                </a:cubicBezTo>
                <a:cubicBezTo>
                  <a:pt x="7811" y="15074"/>
                  <a:pt x="7842" y="15075"/>
                  <a:pt x="7873" y="15078"/>
                </a:cubicBezTo>
                <a:cubicBezTo>
                  <a:pt x="8106" y="15078"/>
                  <a:pt x="8340" y="15111"/>
                  <a:pt x="8607" y="15111"/>
                </a:cubicBezTo>
                <a:cubicBezTo>
                  <a:pt x="8632" y="15109"/>
                  <a:pt x="8658" y="15108"/>
                  <a:pt x="8683" y="15108"/>
                </a:cubicBezTo>
                <a:cubicBezTo>
                  <a:pt x="9057" y="15108"/>
                  <a:pt x="9420" y="15335"/>
                  <a:pt x="9608" y="15678"/>
                </a:cubicBezTo>
                <a:lnTo>
                  <a:pt x="10308" y="16979"/>
                </a:lnTo>
                <a:lnTo>
                  <a:pt x="14511" y="14711"/>
                </a:lnTo>
                <a:lnTo>
                  <a:pt x="13811" y="13443"/>
                </a:lnTo>
                <a:cubicBezTo>
                  <a:pt x="13610" y="13076"/>
                  <a:pt x="13610" y="12609"/>
                  <a:pt x="13877" y="12276"/>
                </a:cubicBezTo>
                <a:cubicBezTo>
                  <a:pt x="14011" y="12076"/>
                  <a:pt x="14144" y="11875"/>
                  <a:pt x="14244" y="11675"/>
                </a:cubicBezTo>
                <a:cubicBezTo>
                  <a:pt x="14444" y="11308"/>
                  <a:pt x="14845" y="11075"/>
                  <a:pt x="15278" y="11075"/>
                </a:cubicBezTo>
                <a:lnTo>
                  <a:pt x="16746" y="11108"/>
                </a:lnTo>
                <a:lnTo>
                  <a:pt x="16879" y="6372"/>
                </a:lnTo>
                <a:lnTo>
                  <a:pt x="15412" y="6338"/>
                </a:lnTo>
                <a:cubicBezTo>
                  <a:pt x="14978" y="6305"/>
                  <a:pt x="14611" y="6038"/>
                  <a:pt x="14444" y="5671"/>
                </a:cubicBezTo>
                <a:cubicBezTo>
                  <a:pt x="14378" y="5538"/>
                  <a:pt x="14344" y="5438"/>
                  <a:pt x="14278" y="5337"/>
                </a:cubicBezTo>
                <a:cubicBezTo>
                  <a:pt x="14211" y="5237"/>
                  <a:pt x="14177" y="5137"/>
                  <a:pt x="14111" y="5037"/>
                </a:cubicBezTo>
                <a:cubicBezTo>
                  <a:pt x="13877" y="4670"/>
                  <a:pt x="13877" y="4237"/>
                  <a:pt x="14111" y="3870"/>
                </a:cubicBezTo>
                <a:lnTo>
                  <a:pt x="14878" y="2602"/>
                </a:lnTo>
                <a:lnTo>
                  <a:pt x="10842" y="100"/>
                </a:lnTo>
                <a:lnTo>
                  <a:pt x="10075" y="1368"/>
                </a:lnTo>
                <a:cubicBezTo>
                  <a:pt x="9868" y="1663"/>
                  <a:pt x="9505" y="1880"/>
                  <a:pt x="9147" y="1880"/>
                </a:cubicBezTo>
                <a:cubicBezTo>
                  <a:pt x="9100" y="1880"/>
                  <a:pt x="9053" y="1876"/>
                  <a:pt x="9007" y="1868"/>
                </a:cubicBezTo>
                <a:lnTo>
                  <a:pt x="8273" y="1868"/>
                </a:lnTo>
                <a:cubicBezTo>
                  <a:pt x="7873" y="1868"/>
                  <a:pt x="7473" y="1635"/>
                  <a:pt x="7273" y="1268"/>
                </a:cubicBezTo>
                <a:lnTo>
                  <a:pt x="6572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8320234" y="638223"/>
            <a:ext cx="252329" cy="250948"/>
          </a:xfrm>
          <a:custGeom>
            <a:avLst/>
            <a:gdLst/>
            <a:ahLst/>
            <a:cxnLst/>
            <a:rect l="l" t="t" r="r" b="b"/>
            <a:pathLst>
              <a:path w="11809" h="11743" extrusionOk="0">
                <a:moveTo>
                  <a:pt x="5936" y="3141"/>
                </a:moveTo>
                <a:cubicBezTo>
                  <a:pt x="6607" y="3141"/>
                  <a:pt x="7289" y="3387"/>
                  <a:pt x="7839" y="3937"/>
                </a:cubicBezTo>
                <a:cubicBezTo>
                  <a:pt x="9574" y="5671"/>
                  <a:pt x="8339" y="8607"/>
                  <a:pt x="5904" y="8607"/>
                </a:cubicBezTo>
                <a:cubicBezTo>
                  <a:pt x="4403" y="8607"/>
                  <a:pt x="3169" y="7373"/>
                  <a:pt x="3169" y="5872"/>
                </a:cubicBezTo>
                <a:cubicBezTo>
                  <a:pt x="3169" y="4223"/>
                  <a:pt x="4529" y="3141"/>
                  <a:pt x="5936" y="3141"/>
                </a:cubicBezTo>
                <a:close/>
                <a:moveTo>
                  <a:pt x="4270" y="1"/>
                </a:moveTo>
                <a:lnTo>
                  <a:pt x="4270" y="1001"/>
                </a:lnTo>
                <a:cubicBezTo>
                  <a:pt x="4270" y="1302"/>
                  <a:pt x="4103" y="1569"/>
                  <a:pt x="3836" y="1735"/>
                </a:cubicBezTo>
                <a:cubicBezTo>
                  <a:pt x="3669" y="1802"/>
                  <a:pt x="3536" y="1869"/>
                  <a:pt x="3402" y="1969"/>
                </a:cubicBezTo>
                <a:cubicBezTo>
                  <a:pt x="3279" y="2057"/>
                  <a:pt x="3128" y="2098"/>
                  <a:pt x="2974" y="2098"/>
                </a:cubicBezTo>
                <a:cubicBezTo>
                  <a:pt x="2835" y="2098"/>
                  <a:pt x="2695" y="2065"/>
                  <a:pt x="2569" y="2002"/>
                </a:cubicBezTo>
                <a:lnTo>
                  <a:pt x="1701" y="1502"/>
                </a:lnTo>
                <a:lnTo>
                  <a:pt x="33" y="4371"/>
                </a:lnTo>
                <a:lnTo>
                  <a:pt x="901" y="4871"/>
                </a:lnTo>
                <a:cubicBezTo>
                  <a:pt x="1168" y="5038"/>
                  <a:pt x="1301" y="5305"/>
                  <a:pt x="1301" y="5605"/>
                </a:cubicBezTo>
                <a:lnTo>
                  <a:pt x="1301" y="5872"/>
                </a:lnTo>
                <a:lnTo>
                  <a:pt x="1301" y="6105"/>
                </a:lnTo>
                <a:cubicBezTo>
                  <a:pt x="1301" y="6405"/>
                  <a:pt x="1168" y="6706"/>
                  <a:pt x="901" y="6839"/>
                </a:cubicBezTo>
                <a:lnTo>
                  <a:pt x="0" y="7373"/>
                </a:lnTo>
                <a:lnTo>
                  <a:pt x="1668" y="10241"/>
                </a:lnTo>
                <a:lnTo>
                  <a:pt x="2535" y="9741"/>
                </a:lnTo>
                <a:cubicBezTo>
                  <a:pt x="2655" y="9666"/>
                  <a:pt x="2789" y="9631"/>
                  <a:pt x="2921" y="9631"/>
                </a:cubicBezTo>
                <a:cubicBezTo>
                  <a:pt x="3082" y="9631"/>
                  <a:pt x="3241" y="9683"/>
                  <a:pt x="3369" y="9774"/>
                </a:cubicBezTo>
                <a:cubicBezTo>
                  <a:pt x="3503" y="9841"/>
                  <a:pt x="3636" y="9941"/>
                  <a:pt x="3803" y="10008"/>
                </a:cubicBezTo>
                <a:cubicBezTo>
                  <a:pt x="4070" y="10141"/>
                  <a:pt x="4236" y="10408"/>
                  <a:pt x="4270" y="10742"/>
                </a:cubicBezTo>
                <a:lnTo>
                  <a:pt x="4270" y="11742"/>
                </a:lnTo>
                <a:lnTo>
                  <a:pt x="7605" y="11742"/>
                </a:lnTo>
                <a:lnTo>
                  <a:pt x="7605" y="10742"/>
                </a:lnTo>
                <a:cubicBezTo>
                  <a:pt x="7572" y="10442"/>
                  <a:pt x="7739" y="10175"/>
                  <a:pt x="8006" y="10008"/>
                </a:cubicBezTo>
                <a:cubicBezTo>
                  <a:pt x="8139" y="9941"/>
                  <a:pt x="8273" y="9874"/>
                  <a:pt x="8439" y="9774"/>
                </a:cubicBezTo>
                <a:cubicBezTo>
                  <a:pt x="8563" y="9686"/>
                  <a:pt x="8714" y="9645"/>
                  <a:pt x="8868" y="9645"/>
                </a:cubicBezTo>
                <a:cubicBezTo>
                  <a:pt x="9006" y="9645"/>
                  <a:pt x="9147" y="9678"/>
                  <a:pt x="9273" y="9741"/>
                </a:cubicBezTo>
                <a:lnTo>
                  <a:pt x="10141" y="10241"/>
                </a:lnTo>
                <a:lnTo>
                  <a:pt x="11808" y="7373"/>
                </a:lnTo>
                <a:lnTo>
                  <a:pt x="10941" y="6839"/>
                </a:lnTo>
                <a:cubicBezTo>
                  <a:pt x="10674" y="6706"/>
                  <a:pt x="10508" y="6405"/>
                  <a:pt x="10541" y="6105"/>
                </a:cubicBezTo>
                <a:lnTo>
                  <a:pt x="10541" y="5872"/>
                </a:lnTo>
                <a:lnTo>
                  <a:pt x="10541" y="5638"/>
                </a:lnTo>
                <a:cubicBezTo>
                  <a:pt x="10508" y="5338"/>
                  <a:pt x="10674" y="5038"/>
                  <a:pt x="10941" y="4904"/>
                </a:cubicBezTo>
                <a:lnTo>
                  <a:pt x="11808" y="4371"/>
                </a:lnTo>
                <a:lnTo>
                  <a:pt x="10141" y="1502"/>
                </a:lnTo>
                <a:lnTo>
                  <a:pt x="9273" y="2002"/>
                </a:lnTo>
                <a:cubicBezTo>
                  <a:pt x="9147" y="2065"/>
                  <a:pt x="9006" y="2098"/>
                  <a:pt x="8868" y="2098"/>
                </a:cubicBezTo>
                <a:cubicBezTo>
                  <a:pt x="8714" y="2098"/>
                  <a:pt x="8563" y="2057"/>
                  <a:pt x="8439" y="1969"/>
                </a:cubicBezTo>
                <a:cubicBezTo>
                  <a:pt x="8306" y="1869"/>
                  <a:pt x="8173" y="1802"/>
                  <a:pt x="8006" y="1735"/>
                </a:cubicBezTo>
                <a:cubicBezTo>
                  <a:pt x="7739" y="1569"/>
                  <a:pt x="7605" y="1302"/>
                  <a:pt x="7605" y="1001"/>
                </a:cubicBezTo>
                <a:lnTo>
                  <a:pt x="7605" y="1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4199741" y="4371537"/>
            <a:ext cx="4397658" cy="213430"/>
          </a:xfrm>
          <a:custGeom>
            <a:avLst/>
            <a:gdLst/>
            <a:ahLst/>
            <a:cxnLst/>
            <a:rect l="l" t="t" r="r" b="b"/>
            <a:pathLst>
              <a:path w="173958" h="11543" extrusionOk="0">
                <a:moveTo>
                  <a:pt x="86963" y="1"/>
                </a:moveTo>
                <a:cubicBezTo>
                  <a:pt x="38928" y="1"/>
                  <a:pt x="0" y="2569"/>
                  <a:pt x="0" y="5772"/>
                </a:cubicBezTo>
                <a:cubicBezTo>
                  <a:pt x="0" y="8974"/>
                  <a:pt x="38928" y="11543"/>
                  <a:pt x="86963" y="11543"/>
                </a:cubicBezTo>
                <a:cubicBezTo>
                  <a:pt x="134997" y="11543"/>
                  <a:pt x="173958" y="8974"/>
                  <a:pt x="173958" y="5772"/>
                </a:cubicBezTo>
                <a:cubicBezTo>
                  <a:pt x="173958" y="2569"/>
                  <a:pt x="134997" y="1"/>
                  <a:pt x="86963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01939" y="524300"/>
            <a:ext cx="532698" cy="528589"/>
          </a:xfrm>
          <a:custGeom>
            <a:avLst/>
            <a:gdLst/>
            <a:ahLst/>
            <a:cxnLst/>
            <a:rect l="l" t="t" r="r" b="b"/>
            <a:pathLst>
              <a:path w="21650" h="21483" extrusionOk="0">
                <a:moveTo>
                  <a:pt x="10862" y="5719"/>
                </a:moveTo>
                <a:cubicBezTo>
                  <a:pt x="12093" y="5719"/>
                  <a:pt x="13351" y="6179"/>
                  <a:pt x="14378" y="7206"/>
                </a:cubicBezTo>
                <a:cubicBezTo>
                  <a:pt x="17513" y="10341"/>
                  <a:pt x="15278" y="15745"/>
                  <a:pt x="10842" y="15745"/>
                </a:cubicBezTo>
                <a:cubicBezTo>
                  <a:pt x="8073" y="15745"/>
                  <a:pt x="5805" y="13510"/>
                  <a:pt x="5838" y="10741"/>
                </a:cubicBezTo>
                <a:cubicBezTo>
                  <a:pt x="5838" y="7720"/>
                  <a:pt x="8293" y="5719"/>
                  <a:pt x="10862" y="5719"/>
                </a:cubicBezTo>
                <a:close/>
                <a:moveTo>
                  <a:pt x="7773" y="0"/>
                </a:moveTo>
                <a:lnTo>
                  <a:pt x="7773" y="1868"/>
                </a:lnTo>
                <a:cubicBezTo>
                  <a:pt x="7773" y="2402"/>
                  <a:pt x="7473" y="2902"/>
                  <a:pt x="6973" y="3169"/>
                </a:cubicBezTo>
                <a:cubicBezTo>
                  <a:pt x="6706" y="3303"/>
                  <a:pt x="6439" y="3436"/>
                  <a:pt x="6172" y="3603"/>
                </a:cubicBezTo>
                <a:cubicBezTo>
                  <a:pt x="5936" y="3766"/>
                  <a:pt x="5651" y="3851"/>
                  <a:pt x="5364" y="3851"/>
                </a:cubicBezTo>
                <a:cubicBezTo>
                  <a:pt x="5125" y="3851"/>
                  <a:pt x="4884" y="3791"/>
                  <a:pt x="4671" y="3670"/>
                </a:cubicBezTo>
                <a:lnTo>
                  <a:pt x="3036" y="2736"/>
                </a:lnTo>
                <a:lnTo>
                  <a:pt x="1" y="8006"/>
                </a:lnTo>
                <a:lnTo>
                  <a:pt x="1602" y="8940"/>
                </a:lnTo>
                <a:cubicBezTo>
                  <a:pt x="2069" y="9207"/>
                  <a:pt x="2369" y="9741"/>
                  <a:pt x="2336" y="10274"/>
                </a:cubicBezTo>
                <a:lnTo>
                  <a:pt x="2336" y="10741"/>
                </a:lnTo>
                <a:lnTo>
                  <a:pt x="2336" y="11175"/>
                </a:lnTo>
                <a:cubicBezTo>
                  <a:pt x="2369" y="11742"/>
                  <a:pt x="2069" y="12243"/>
                  <a:pt x="1602" y="12543"/>
                </a:cubicBezTo>
                <a:lnTo>
                  <a:pt x="1" y="13477"/>
                </a:lnTo>
                <a:lnTo>
                  <a:pt x="3036" y="18747"/>
                </a:lnTo>
                <a:lnTo>
                  <a:pt x="4638" y="17813"/>
                </a:lnTo>
                <a:cubicBezTo>
                  <a:pt x="4850" y="17691"/>
                  <a:pt x="5091" y="17632"/>
                  <a:pt x="5334" y="17632"/>
                </a:cubicBezTo>
                <a:cubicBezTo>
                  <a:pt x="5624" y="17632"/>
                  <a:pt x="5918" y="17717"/>
                  <a:pt x="6172" y="17880"/>
                </a:cubicBezTo>
                <a:cubicBezTo>
                  <a:pt x="6405" y="18047"/>
                  <a:pt x="6672" y="18180"/>
                  <a:pt x="6939" y="18347"/>
                </a:cubicBezTo>
                <a:cubicBezTo>
                  <a:pt x="7440" y="18580"/>
                  <a:pt x="7740" y="19081"/>
                  <a:pt x="7740" y="19614"/>
                </a:cubicBezTo>
                <a:lnTo>
                  <a:pt x="7740" y="21482"/>
                </a:lnTo>
                <a:lnTo>
                  <a:pt x="13877" y="21482"/>
                </a:lnTo>
                <a:lnTo>
                  <a:pt x="13877" y="19614"/>
                </a:lnTo>
                <a:cubicBezTo>
                  <a:pt x="13877" y="19081"/>
                  <a:pt x="14178" y="18580"/>
                  <a:pt x="14678" y="18347"/>
                </a:cubicBezTo>
                <a:cubicBezTo>
                  <a:pt x="14945" y="18180"/>
                  <a:pt x="15212" y="18047"/>
                  <a:pt x="15445" y="17880"/>
                </a:cubicBezTo>
                <a:cubicBezTo>
                  <a:pt x="15699" y="17717"/>
                  <a:pt x="15993" y="17632"/>
                  <a:pt x="16283" y="17632"/>
                </a:cubicBezTo>
                <a:cubicBezTo>
                  <a:pt x="16526" y="17632"/>
                  <a:pt x="16767" y="17691"/>
                  <a:pt x="16980" y="17813"/>
                </a:cubicBezTo>
                <a:lnTo>
                  <a:pt x="18581" y="18747"/>
                </a:lnTo>
                <a:lnTo>
                  <a:pt x="21650" y="13477"/>
                </a:lnTo>
                <a:lnTo>
                  <a:pt x="20015" y="12543"/>
                </a:lnTo>
                <a:cubicBezTo>
                  <a:pt x="19548" y="12276"/>
                  <a:pt x="19281" y="11742"/>
                  <a:pt x="19315" y="11208"/>
                </a:cubicBezTo>
                <a:lnTo>
                  <a:pt x="19315" y="10741"/>
                </a:lnTo>
                <a:lnTo>
                  <a:pt x="19315" y="10308"/>
                </a:lnTo>
                <a:cubicBezTo>
                  <a:pt x="19281" y="9741"/>
                  <a:pt x="19548" y="9240"/>
                  <a:pt x="20015" y="8940"/>
                </a:cubicBezTo>
                <a:lnTo>
                  <a:pt x="21650" y="8006"/>
                </a:lnTo>
                <a:lnTo>
                  <a:pt x="18614" y="2736"/>
                </a:lnTo>
                <a:lnTo>
                  <a:pt x="16980" y="3670"/>
                </a:lnTo>
                <a:cubicBezTo>
                  <a:pt x="16767" y="3791"/>
                  <a:pt x="16526" y="3851"/>
                  <a:pt x="16283" y="3851"/>
                </a:cubicBezTo>
                <a:cubicBezTo>
                  <a:pt x="15993" y="3851"/>
                  <a:pt x="15699" y="3766"/>
                  <a:pt x="15445" y="3603"/>
                </a:cubicBezTo>
                <a:cubicBezTo>
                  <a:pt x="15212" y="3436"/>
                  <a:pt x="14945" y="3303"/>
                  <a:pt x="14678" y="3169"/>
                </a:cubicBezTo>
                <a:cubicBezTo>
                  <a:pt x="14178" y="2902"/>
                  <a:pt x="13877" y="2402"/>
                  <a:pt x="13877" y="1868"/>
                </a:cubicBezTo>
                <a:lnTo>
                  <a:pt x="13877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3237438" y="1350651"/>
            <a:ext cx="701757" cy="608303"/>
          </a:xfrm>
          <a:custGeom>
            <a:avLst/>
            <a:gdLst/>
            <a:ahLst/>
            <a:cxnLst/>
            <a:rect l="l" t="t" r="r" b="b"/>
            <a:pathLst>
              <a:path w="31657" h="27435" extrusionOk="0">
                <a:moveTo>
                  <a:pt x="18080" y="0"/>
                </a:moveTo>
                <a:cubicBezTo>
                  <a:pt x="6338" y="0"/>
                  <a:pt x="0" y="13777"/>
                  <a:pt x="7673" y="22683"/>
                </a:cubicBezTo>
                <a:cubicBezTo>
                  <a:pt x="10313" y="25751"/>
                  <a:pt x="14129" y="27435"/>
                  <a:pt x="18062" y="27435"/>
                </a:cubicBezTo>
                <a:cubicBezTo>
                  <a:pt x="19347" y="27435"/>
                  <a:pt x="20644" y="27255"/>
                  <a:pt x="21916" y="26886"/>
                </a:cubicBezTo>
                <a:cubicBezTo>
                  <a:pt x="27053" y="25418"/>
                  <a:pt x="30856" y="21048"/>
                  <a:pt x="31656" y="15745"/>
                </a:cubicBezTo>
                <a:lnTo>
                  <a:pt x="18080" y="13710"/>
                </a:lnTo>
                <a:lnTo>
                  <a:pt x="18080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3700373" y="1288525"/>
            <a:ext cx="304670" cy="349106"/>
          </a:xfrm>
          <a:custGeom>
            <a:avLst/>
            <a:gdLst/>
            <a:ahLst/>
            <a:cxnLst/>
            <a:rect l="l" t="t" r="r" b="b"/>
            <a:pathLst>
              <a:path w="13744" h="15745" extrusionOk="0">
                <a:moveTo>
                  <a:pt x="0" y="0"/>
                </a:moveTo>
                <a:lnTo>
                  <a:pt x="0" y="13710"/>
                </a:lnTo>
                <a:lnTo>
                  <a:pt x="13576" y="15745"/>
                </a:lnTo>
                <a:cubicBezTo>
                  <a:pt x="13676" y="15078"/>
                  <a:pt x="13743" y="14377"/>
                  <a:pt x="13743" y="13710"/>
                </a:cubicBezTo>
                <a:cubicBezTo>
                  <a:pt x="13743" y="6138"/>
                  <a:pt x="7572" y="0"/>
                  <a:pt x="0" y="0"/>
                </a:cubicBezTo>
                <a:close/>
              </a:path>
            </a:pathLst>
          </a:custGeom>
          <a:solidFill>
            <a:srgbClr val="DBDB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ctrTitle"/>
          </p:nvPr>
        </p:nvSpPr>
        <p:spPr>
          <a:xfrm>
            <a:off x="4468450" y="1249807"/>
            <a:ext cx="19098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9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ctrTitle" idx="2"/>
          </p:nvPr>
        </p:nvSpPr>
        <p:spPr>
          <a:xfrm>
            <a:off x="4468441" y="3112375"/>
            <a:ext cx="1909800" cy="36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9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ctrTitle" idx="3"/>
          </p:nvPr>
        </p:nvSpPr>
        <p:spPr>
          <a:xfrm>
            <a:off x="6687600" y="1248700"/>
            <a:ext cx="1909800" cy="36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9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ctrTitle" idx="4"/>
          </p:nvPr>
        </p:nvSpPr>
        <p:spPr>
          <a:xfrm>
            <a:off x="6687591" y="3112375"/>
            <a:ext cx="1909800" cy="36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9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ubTitle" idx="1"/>
          </p:nvPr>
        </p:nvSpPr>
        <p:spPr>
          <a:xfrm>
            <a:off x="4468441" y="1669338"/>
            <a:ext cx="1909800" cy="7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5"/>
          </p:nvPr>
        </p:nvSpPr>
        <p:spPr>
          <a:xfrm>
            <a:off x="4468441" y="3469391"/>
            <a:ext cx="1909800" cy="81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6"/>
          </p:nvPr>
        </p:nvSpPr>
        <p:spPr>
          <a:xfrm>
            <a:off x="6687591" y="1669338"/>
            <a:ext cx="1909800" cy="7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ubTitle" idx="7"/>
          </p:nvPr>
        </p:nvSpPr>
        <p:spPr>
          <a:xfrm>
            <a:off x="6687591" y="3469391"/>
            <a:ext cx="1909800" cy="81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8" hasCustomPrompt="1"/>
          </p:nvPr>
        </p:nvSpPr>
        <p:spPr>
          <a:xfrm>
            <a:off x="4468450" y="864700"/>
            <a:ext cx="610800" cy="3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title" idx="9" hasCustomPrompt="1"/>
          </p:nvPr>
        </p:nvSpPr>
        <p:spPr>
          <a:xfrm>
            <a:off x="6687600" y="866365"/>
            <a:ext cx="610800" cy="38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13" hasCustomPrompt="1"/>
          </p:nvPr>
        </p:nvSpPr>
        <p:spPr>
          <a:xfrm>
            <a:off x="4468450" y="2732069"/>
            <a:ext cx="610800" cy="38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14" hasCustomPrompt="1"/>
          </p:nvPr>
        </p:nvSpPr>
        <p:spPr>
          <a:xfrm>
            <a:off x="6687600" y="2721200"/>
            <a:ext cx="610800" cy="38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 rot="1046531">
            <a:off x="7205745" y="812597"/>
            <a:ext cx="1069941" cy="1038768"/>
          </a:xfrm>
          <a:custGeom>
            <a:avLst/>
            <a:gdLst/>
            <a:ahLst/>
            <a:cxnLst/>
            <a:rect l="l" t="t" r="r" b="b"/>
            <a:pathLst>
              <a:path w="24919" h="24193" extrusionOk="0">
                <a:moveTo>
                  <a:pt x="12443" y="1"/>
                </a:moveTo>
                <a:cubicBezTo>
                  <a:pt x="6092" y="1"/>
                  <a:pt x="787" y="4971"/>
                  <a:pt x="401" y="11364"/>
                </a:cubicBezTo>
                <a:cubicBezTo>
                  <a:pt x="1" y="18036"/>
                  <a:pt x="5071" y="23773"/>
                  <a:pt x="11743" y="24174"/>
                </a:cubicBezTo>
                <a:cubicBezTo>
                  <a:pt x="11970" y="24186"/>
                  <a:pt x="12197" y="24192"/>
                  <a:pt x="12423" y="24192"/>
                </a:cubicBezTo>
                <a:cubicBezTo>
                  <a:pt x="18797" y="24192"/>
                  <a:pt x="24132" y="19242"/>
                  <a:pt x="24518" y="12799"/>
                </a:cubicBezTo>
                <a:cubicBezTo>
                  <a:pt x="24919" y="6127"/>
                  <a:pt x="19848" y="423"/>
                  <a:pt x="13177" y="23"/>
                </a:cubicBezTo>
                <a:cubicBezTo>
                  <a:pt x="12931" y="8"/>
                  <a:pt x="12686" y="1"/>
                  <a:pt x="1244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 rot="1046594">
            <a:off x="4475786" y="945456"/>
            <a:ext cx="317511" cy="270986"/>
          </a:xfrm>
          <a:custGeom>
            <a:avLst/>
            <a:gdLst/>
            <a:ahLst/>
            <a:cxnLst/>
            <a:rect l="l" t="t" r="r" b="b"/>
            <a:pathLst>
              <a:path w="15345" h="13098" extrusionOk="0">
                <a:moveTo>
                  <a:pt x="4109" y="1"/>
                </a:moveTo>
                <a:cubicBezTo>
                  <a:pt x="3867" y="1"/>
                  <a:pt x="3610" y="39"/>
                  <a:pt x="3336" y="121"/>
                </a:cubicBezTo>
                <a:cubicBezTo>
                  <a:pt x="934" y="855"/>
                  <a:pt x="0" y="4158"/>
                  <a:pt x="1501" y="7226"/>
                </a:cubicBezTo>
                <a:cubicBezTo>
                  <a:pt x="3336" y="10929"/>
                  <a:pt x="7672" y="13097"/>
                  <a:pt x="7672" y="13097"/>
                </a:cubicBezTo>
                <a:cubicBezTo>
                  <a:pt x="7672" y="13097"/>
                  <a:pt x="12009" y="10929"/>
                  <a:pt x="13843" y="7226"/>
                </a:cubicBezTo>
                <a:cubicBezTo>
                  <a:pt x="15345" y="4158"/>
                  <a:pt x="14377" y="855"/>
                  <a:pt x="11975" y="121"/>
                </a:cubicBezTo>
                <a:cubicBezTo>
                  <a:pt x="11702" y="39"/>
                  <a:pt x="11444" y="1"/>
                  <a:pt x="11202" y="1"/>
                </a:cubicBezTo>
                <a:cubicBezTo>
                  <a:pt x="8402" y="1"/>
                  <a:pt x="7639" y="5058"/>
                  <a:pt x="7639" y="5058"/>
                </a:cubicBezTo>
                <a:cubicBezTo>
                  <a:pt x="7639" y="5058"/>
                  <a:pt x="6904" y="1"/>
                  <a:pt x="410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451125" y="4256062"/>
            <a:ext cx="4397658" cy="213430"/>
          </a:xfrm>
          <a:custGeom>
            <a:avLst/>
            <a:gdLst/>
            <a:ahLst/>
            <a:cxnLst/>
            <a:rect l="l" t="t" r="r" b="b"/>
            <a:pathLst>
              <a:path w="173958" h="11543" extrusionOk="0">
                <a:moveTo>
                  <a:pt x="86963" y="1"/>
                </a:moveTo>
                <a:cubicBezTo>
                  <a:pt x="38928" y="1"/>
                  <a:pt x="0" y="2569"/>
                  <a:pt x="0" y="5772"/>
                </a:cubicBezTo>
                <a:cubicBezTo>
                  <a:pt x="0" y="8974"/>
                  <a:pt x="38928" y="11543"/>
                  <a:pt x="86963" y="11543"/>
                </a:cubicBezTo>
                <a:cubicBezTo>
                  <a:pt x="134997" y="11543"/>
                  <a:pt x="173958" y="8974"/>
                  <a:pt x="173958" y="5772"/>
                </a:cubicBezTo>
                <a:cubicBezTo>
                  <a:pt x="173958" y="2569"/>
                  <a:pt x="134997" y="1"/>
                  <a:pt x="86963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5406675" y="2105375"/>
            <a:ext cx="3024300" cy="118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5406375" y="3295275"/>
            <a:ext cx="3024300" cy="79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900">
                <a:latin typeface="Hind Guntur"/>
                <a:ea typeface="Hind Guntur"/>
                <a:cs typeface="Hind Guntur"/>
                <a:sym typeface="Hind Guntu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7218863" y="958638"/>
            <a:ext cx="1043700" cy="7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69821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noFill/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7563050" y="2286350"/>
            <a:ext cx="1008078" cy="1000302"/>
          </a:xfrm>
          <a:custGeom>
            <a:avLst/>
            <a:gdLst/>
            <a:ahLst/>
            <a:cxnLst/>
            <a:rect l="l" t="t" r="r" b="b"/>
            <a:pathLst>
              <a:path w="21650" h="21483" extrusionOk="0">
                <a:moveTo>
                  <a:pt x="10862" y="5719"/>
                </a:moveTo>
                <a:cubicBezTo>
                  <a:pt x="12093" y="5719"/>
                  <a:pt x="13351" y="6179"/>
                  <a:pt x="14378" y="7206"/>
                </a:cubicBezTo>
                <a:cubicBezTo>
                  <a:pt x="17513" y="10341"/>
                  <a:pt x="15278" y="15745"/>
                  <a:pt x="10842" y="15745"/>
                </a:cubicBezTo>
                <a:cubicBezTo>
                  <a:pt x="8073" y="15745"/>
                  <a:pt x="5805" y="13510"/>
                  <a:pt x="5838" y="10741"/>
                </a:cubicBezTo>
                <a:cubicBezTo>
                  <a:pt x="5838" y="7720"/>
                  <a:pt x="8293" y="5719"/>
                  <a:pt x="10862" y="5719"/>
                </a:cubicBezTo>
                <a:close/>
                <a:moveTo>
                  <a:pt x="7773" y="0"/>
                </a:moveTo>
                <a:lnTo>
                  <a:pt x="7773" y="1868"/>
                </a:lnTo>
                <a:cubicBezTo>
                  <a:pt x="7773" y="2402"/>
                  <a:pt x="7473" y="2902"/>
                  <a:pt x="6973" y="3169"/>
                </a:cubicBezTo>
                <a:cubicBezTo>
                  <a:pt x="6706" y="3303"/>
                  <a:pt x="6439" y="3436"/>
                  <a:pt x="6172" y="3603"/>
                </a:cubicBezTo>
                <a:cubicBezTo>
                  <a:pt x="5936" y="3766"/>
                  <a:pt x="5651" y="3851"/>
                  <a:pt x="5364" y="3851"/>
                </a:cubicBezTo>
                <a:cubicBezTo>
                  <a:pt x="5125" y="3851"/>
                  <a:pt x="4884" y="3791"/>
                  <a:pt x="4671" y="3670"/>
                </a:cubicBezTo>
                <a:lnTo>
                  <a:pt x="3036" y="2736"/>
                </a:lnTo>
                <a:lnTo>
                  <a:pt x="1" y="8006"/>
                </a:lnTo>
                <a:lnTo>
                  <a:pt x="1602" y="8940"/>
                </a:lnTo>
                <a:cubicBezTo>
                  <a:pt x="2069" y="9207"/>
                  <a:pt x="2369" y="9741"/>
                  <a:pt x="2336" y="10274"/>
                </a:cubicBezTo>
                <a:lnTo>
                  <a:pt x="2336" y="10741"/>
                </a:lnTo>
                <a:lnTo>
                  <a:pt x="2336" y="11175"/>
                </a:lnTo>
                <a:cubicBezTo>
                  <a:pt x="2369" y="11742"/>
                  <a:pt x="2069" y="12243"/>
                  <a:pt x="1602" y="12543"/>
                </a:cubicBezTo>
                <a:lnTo>
                  <a:pt x="1" y="13477"/>
                </a:lnTo>
                <a:lnTo>
                  <a:pt x="3036" y="18747"/>
                </a:lnTo>
                <a:lnTo>
                  <a:pt x="4638" y="17813"/>
                </a:lnTo>
                <a:cubicBezTo>
                  <a:pt x="4850" y="17691"/>
                  <a:pt x="5091" y="17632"/>
                  <a:pt x="5334" y="17632"/>
                </a:cubicBezTo>
                <a:cubicBezTo>
                  <a:pt x="5624" y="17632"/>
                  <a:pt x="5918" y="17717"/>
                  <a:pt x="6172" y="17880"/>
                </a:cubicBezTo>
                <a:cubicBezTo>
                  <a:pt x="6405" y="18047"/>
                  <a:pt x="6672" y="18180"/>
                  <a:pt x="6939" y="18347"/>
                </a:cubicBezTo>
                <a:cubicBezTo>
                  <a:pt x="7440" y="18580"/>
                  <a:pt x="7740" y="19081"/>
                  <a:pt x="7740" y="19614"/>
                </a:cubicBezTo>
                <a:lnTo>
                  <a:pt x="7740" y="21482"/>
                </a:lnTo>
                <a:lnTo>
                  <a:pt x="13877" y="21482"/>
                </a:lnTo>
                <a:lnTo>
                  <a:pt x="13877" y="19614"/>
                </a:lnTo>
                <a:cubicBezTo>
                  <a:pt x="13877" y="19081"/>
                  <a:pt x="14178" y="18580"/>
                  <a:pt x="14678" y="18347"/>
                </a:cubicBezTo>
                <a:cubicBezTo>
                  <a:pt x="14945" y="18180"/>
                  <a:pt x="15212" y="18047"/>
                  <a:pt x="15445" y="17880"/>
                </a:cubicBezTo>
                <a:cubicBezTo>
                  <a:pt x="15699" y="17717"/>
                  <a:pt x="15993" y="17632"/>
                  <a:pt x="16283" y="17632"/>
                </a:cubicBezTo>
                <a:cubicBezTo>
                  <a:pt x="16526" y="17632"/>
                  <a:pt x="16767" y="17691"/>
                  <a:pt x="16980" y="17813"/>
                </a:cubicBezTo>
                <a:lnTo>
                  <a:pt x="18581" y="18747"/>
                </a:lnTo>
                <a:lnTo>
                  <a:pt x="21650" y="13477"/>
                </a:lnTo>
                <a:lnTo>
                  <a:pt x="20015" y="12543"/>
                </a:lnTo>
                <a:cubicBezTo>
                  <a:pt x="19548" y="12276"/>
                  <a:pt x="19281" y="11742"/>
                  <a:pt x="19315" y="11208"/>
                </a:cubicBezTo>
                <a:lnTo>
                  <a:pt x="19315" y="10741"/>
                </a:lnTo>
                <a:lnTo>
                  <a:pt x="19315" y="10308"/>
                </a:lnTo>
                <a:cubicBezTo>
                  <a:pt x="19281" y="9741"/>
                  <a:pt x="19548" y="9240"/>
                  <a:pt x="20015" y="8940"/>
                </a:cubicBezTo>
                <a:lnTo>
                  <a:pt x="21650" y="8006"/>
                </a:lnTo>
                <a:lnTo>
                  <a:pt x="18614" y="2736"/>
                </a:lnTo>
                <a:lnTo>
                  <a:pt x="16980" y="3670"/>
                </a:lnTo>
                <a:cubicBezTo>
                  <a:pt x="16767" y="3791"/>
                  <a:pt x="16526" y="3851"/>
                  <a:pt x="16283" y="3851"/>
                </a:cubicBezTo>
                <a:cubicBezTo>
                  <a:pt x="15993" y="3851"/>
                  <a:pt x="15699" y="3766"/>
                  <a:pt x="15445" y="3603"/>
                </a:cubicBezTo>
                <a:cubicBezTo>
                  <a:pt x="15212" y="3436"/>
                  <a:pt x="14945" y="3303"/>
                  <a:pt x="14678" y="3169"/>
                </a:cubicBezTo>
                <a:cubicBezTo>
                  <a:pt x="14178" y="2902"/>
                  <a:pt x="13877" y="2402"/>
                  <a:pt x="13877" y="1868"/>
                </a:cubicBezTo>
                <a:lnTo>
                  <a:pt x="13877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603801" y="4176100"/>
            <a:ext cx="596244" cy="599861"/>
          </a:xfrm>
          <a:custGeom>
            <a:avLst/>
            <a:gdLst/>
            <a:ahLst/>
            <a:cxnLst/>
            <a:rect l="l" t="t" r="r" b="b"/>
            <a:pathLst>
              <a:path w="16880" h="16980" extrusionOk="0">
                <a:moveTo>
                  <a:pt x="8388" y="4587"/>
                </a:moveTo>
                <a:cubicBezTo>
                  <a:pt x="8772" y="4587"/>
                  <a:pt x="9170" y="4645"/>
                  <a:pt x="9574" y="4770"/>
                </a:cubicBezTo>
                <a:cubicBezTo>
                  <a:pt x="12877" y="5771"/>
                  <a:pt x="13344" y="10274"/>
                  <a:pt x="10275" y="11909"/>
                </a:cubicBezTo>
                <a:cubicBezTo>
                  <a:pt x="9688" y="12228"/>
                  <a:pt x="9060" y="12379"/>
                  <a:pt x="8441" y="12379"/>
                </a:cubicBezTo>
                <a:cubicBezTo>
                  <a:pt x="7056" y="12379"/>
                  <a:pt x="5719" y="11622"/>
                  <a:pt x="5004" y="10308"/>
                </a:cubicBezTo>
                <a:cubicBezTo>
                  <a:pt x="3568" y="7640"/>
                  <a:pt x="5609" y="4587"/>
                  <a:pt x="8388" y="4587"/>
                </a:cubicBezTo>
                <a:close/>
                <a:moveTo>
                  <a:pt x="6572" y="0"/>
                </a:moveTo>
                <a:lnTo>
                  <a:pt x="2369" y="2235"/>
                </a:lnTo>
                <a:lnTo>
                  <a:pt x="3070" y="3503"/>
                </a:lnTo>
                <a:cubicBezTo>
                  <a:pt x="3270" y="3903"/>
                  <a:pt x="3236" y="4337"/>
                  <a:pt x="3003" y="4704"/>
                </a:cubicBezTo>
                <a:cubicBezTo>
                  <a:pt x="2869" y="4904"/>
                  <a:pt x="2736" y="5104"/>
                  <a:pt x="2636" y="5304"/>
                </a:cubicBezTo>
                <a:cubicBezTo>
                  <a:pt x="2402" y="5671"/>
                  <a:pt x="2035" y="5905"/>
                  <a:pt x="1602" y="5905"/>
                </a:cubicBezTo>
                <a:lnTo>
                  <a:pt x="134" y="5838"/>
                </a:lnTo>
                <a:lnTo>
                  <a:pt x="1" y="10608"/>
                </a:lnTo>
                <a:lnTo>
                  <a:pt x="1435" y="10641"/>
                </a:lnTo>
                <a:cubicBezTo>
                  <a:pt x="1869" y="10675"/>
                  <a:pt x="2236" y="10941"/>
                  <a:pt x="2436" y="11308"/>
                </a:cubicBezTo>
                <a:cubicBezTo>
                  <a:pt x="2469" y="11408"/>
                  <a:pt x="2536" y="11542"/>
                  <a:pt x="2603" y="11642"/>
                </a:cubicBezTo>
                <a:cubicBezTo>
                  <a:pt x="2636" y="11742"/>
                  <a:pt x="2703" y="11842"/>
                  <a:pt x="2769" y="11942"/>
                </a:cubicBezTo>
                <a:cubicBezTo>
                  <a:pt x="2969" y="12309"/>
                  <a:pt x="2969" y="12743"/>
                  <a:pt x="2769" y="13110"/>
                </a:cubicBezTo>
                <a:lnTo>
                  <a:pt x="2002" y="14344"/>
                </a:lnTo>
                <a:lnTo>
                  <a:pt x="6038" y="16846"/>
                </a:lnTo>
                <a:lnTo>
                  <a:pt x="6806" y="15611"/>
                </a:lnTo>
                <a:cubicBezTo>
                  <a:pt x="7022" y="15271"/>
                  <a:pt x="7382" y="15074"/>
                  <a:pt x="7780" y="15074"/>
                </a:cubicBezTo>
                <a:cubicBezTo>
                  <a:pt x="7811" y="15074"/>
                  <a:pt x="7842" y="15075"/>
                  <a:pt x="7873" y="15078"/>
                </a:cubicBezTo>
                <a:cubicBezTo>
                  <a:pt x="8106" y="15078"/>
                  <a:pt x="8340" y="15111"/>
                  <a:pt x="8607" y="15111"/>
                </a:cubicBezTo>
                <a:cubicBezTo>
                  <a:pt x="8632" y="15109"/>
                  <a:pt x="8658" y="15108"/>
                  <a:pt x="8683" y="15108"/>
                </a:cubicBezTo>
                <a:cubicBezTo>
                  <a:pt x="9057" y="15108"/>
                  <a:pt x="9420" y="15335"/>
                  <a:pt x="9608" y="15678"/>
                </a:cubicBezTo>
                <a:lnTo>
                  <a:pt x="10308" y="16979"/>
                </a:lnTo>
                <a:lnTo>
                  <a:pt x="14511" y="14711"/>
                </a:lnTo>
                <a:lnTo>
                  <a:pt x="13811" y="13443"/>
                </a:lnTo>
                <a:cubicBezTo>
                  <a:pt x="13610" y="13076"/>
                  <a:pt x="13610" y="12609"/>
                  <a:pt x="13877" y="12276"/>
                </a:cubicBezTo>
                <a:cubicBezTo>
                  <a:pt x="14011" y="12076"/>
                  <a:pt x="14144" y="11875"/>
                  <a:pt x="14244" y="11675"/>
                </a:cubicBezTo>
                <a:cubicBezTo>
                  <a:pt x="14444" y="11308"/>
                  <a:pt x="14845" y="11075"/>
                  <a:pt x="15278" y="11075"/>
                </a:cubicBezTo>
                <a:lnTo>
                  <a:pt x="16746" y="11108"/>
                </a:lnTo>
                <a:lnTo>
                  <a:pt x="16879" y="6372"/>
                </a:lnTo>
                <a:lnTo>
                  <a:pt x="15412" y="6338"/>
                </a:lnTo>
                <a:cubicBezTo>
                  <a:pt x="14978" y="6305"/>
                  <a:pt x="14611" y="6038"/>
                  <a:pt x="14444" y="5671"/>
                </a:cubicBezTo>
                <a:cubicBezTo>
                  <a:pt x="14378" y="5538"/>
                  <a:pt x="14344" y="5438"/>
                  <a:pt x="14278" y="5337"/>
                </a:cubicBezTo>
                <a:cubicBezTo>
                  <a:pt x="14211" y="5237"/>
                  <a:pt x="14177" y="5137"/>
                  <a:pt x="14111" y="5037"/>
                </a:cubicBezTo>
                <a:cubicBezTo>
                  <a:pt x="13877" y="4670"/>
                  <a:pt x="13877" y="4237"/>
                  <a:pt x="14111" y="3870"/>
                </a:cubicBezTo>
                <a:lnTo>
                  <a:pt x="14878" y="2602"/>
                </a:lnTo>
                <a:lnTo>
                  <a:pt x="10842" y="100"/>
                </a:lnTo>
                <a:lnTo>
                  <a:pt x="10075" y="1368"/>
                </a:lnTo>
                <a:cubicBezTo>
                  <a:pt x="9868" y="1663"/>
                  <a:pt x="9505" y="1880"/>
                  <a:pt x="9147" y="1880"/>
                </a:cubicBezTo>
                <a:cubicBezTo>
                  <a:pt x="9100" y="1880"/>
                  <a:pt x="9053" y="1876"/>
                  <a:pt x="9007" y="1868"/>
                </a:cubicBezTo>
                <a:lnTo>
                  <a:pt x="8273" y="1868"/>
                </a:lnTo>
                <a:cubicBezTo>
                  <a:pt x="7873" y="1868"/>
                  <a:pt x="7473" y="1635"/>
                  <a:pt x="7273" y="1268"/>
                </a:cubicBezTo>
                <a:lnTo>
                  <a:pt x="6572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1144535" y="4057675"/>
            <a:ext cx="417123" cy="414851"/>
          </a:xfrm>
          <a:custGeom>
            <a:avLst/>
            <a:gdLst/>
            <a:ahLst/>
            <a:cxnLst/>
            <a:rect l="l" t="t" r="r" b="b"/>
            <a:pathLst>
              <a:path w="11809" h="11743" extrusionOk="0">
                <a:moveTo>
                  <a:pt x="5936" y="3141"/>
                </a:moveTo>
                <a:cubicBezTo>
                  <a:pt x="6607" y="3141"/>
                  <a:pt x="7289" y="3387"/>
                  <a:pt x="7839" y="3937"/>
                </a:cubicBezTo>
                <a:cubicBezTo>
                  <a:pt x="9574" y="5671"/>
                  <a:pt x="8339" y="8607"/>
                  <a:pt x="5904" y="8607"/>
                </a:cubicBezTo>
                <a:cubicBezTo>
                  <a:pt x="4403" y="8607"/>
                  <a:pt x="3169" y="7373"/>
                  <a:pt x="3169" y="5872"/>
                </a:cubicBezTo>
                <a:cubicBezTo>
                  <a:pt x="3169" y="4223"/>
                  <a:pt x="4529" y="3141"/>
                  <a:pt x="5936" y="3141"/>
                </a:cubicBezTo>
                <a:close/>
                <a:moveTo>
                  <a:pt x="4270" y="1"/>
                </a:moveTo>
                <a:lnTo>
                  <a:pt x="4270" y="1001"/>
                </a:lnTo>
                <a:cubicBezTo>
                  <a:pt x="4270" y="1302"/>
                  <a:pt x="4103" y="1569"/>
                  <a:pt x="3836" y="1735"/>
                </a:cubicBezTo>
                <a:cubicBezTo>
                  <a:pt x="3669" y="1802"/>
                  <a:pt x="3536" y="1869"/>
                  <a:pt x="3402" y="1969"/>
                </a:cubicBezTo>
                <a:cubicBezTo>
                  <a:pt x="3279" y="2057"/>
                  <a:pt x="3128" y="2098"/>
                  <a:pt x="2974" y="2098"/>
                </a:cubicBezTo>
                <a:cubicBezTo>
                  <a:pt x="2835" y="2098"/>
                  <a:pt x="2695" y="2065"/>
                  <a:pt x="2569" y="2002"/>
                </a:cubicBezTo>
                <a:lnTo>
                  <a:pt x="1701" y="1502"/>
                </a:lnTo>
                <a:lnTo>
                  <a:pt x="33" y="4371"/>
                </a:lnTo>
                <a:lnTo>
                  <a:pt x="901" y="4871"/>
                </a:lnTo>
                <a:cubicBezTo>
                  <a:pt x="1168" y="5038"/>
                  <a:pt x="1301" y="5305"/>
                  <a:pt x="1301" y="5605"/>
                </a:cubicBezTo>
                <a:lnTo>
                  <a:pt x="1301" y="5872"/>
                </a:lnTo>
                <a:lnTo>
                  <a:pt x="1301" y="6105"/>
                </a:lnTo>
                <a:cubicBezTo>
                  <a:pt x="1301" y="6405"/>
                  <a:pt x="1168" y="6706"/>
                  <a:pt x="901" y="6839"/>
                </a:cubicBezTo>
                <a:lnTo>
                  <a:pt x="0" y="7373"/>
                </a:lnTo>
                <a:lnTo>
                  <a:pt x="1668" y="10241"/>
                </a:lnTo>
                <a:lnTo>
                  <a:pt x="2535" y="9741"/>
                </a:lnTo>
                <a:cubicBezTo>
                  <a:pt x="2655" y="9666"/>
                  <a:pt x="2789" y="9631"/>
                  <a:pt x="2921" y="9631"/>
                </a:cubicBezTo>
                <a:cubicBezTo>
                  <a:pt x="3082" y="9631"/>
                  <a:pt x="3241" y="9683"/>
                  <a:pt x="3369" y="9774"/>
                </a:cubicBezTo>
                <a:cubicBezTo>
                  <a:pt x="3503" y="9841"/>
                  <a:pt x="3636" y="9941"/>
                  <a:pt x="3803" y="10008"/>
                </a:cubicBezTo>
                <a:cubicBezTo>
                  <a:pt x="4070" y="10141"/>
                  <a:pt x="4236" y="10408"/>
                  <a:pt x="4270" y="10742"/>
                </a:cubicBezTo>
                <a:lnTo>
                  <a:pt x="4270" y="11742"/>
                </a:lnTo>
                <a:lnTo>
                  <a:pt x="7605" y="11742"/>
                </a:lnTo>
                <a:lnTo>
                  <a:pt x="7605" y="10742"/>
                </a:lnTo>
                <a:cubicBezTo>
                  <a:pt x="7572" y="10442"/>
                  <a:pt x="7739" y="10175"/>
                  <a:pt x="8006" y="10008"/>
                </a:cubicBezTo>
                <a:cubicBezTo>
                  <a:pt x="8139" y="9941"/>
                  <a:pt x="8273" y="9874"/>
                  <a:pt x="8439" y="9774"/>
                </a:cubicBezTo>
                <a:cubicBezTo>
                  <a:pt x="8563" y="9686"/>
                  <a:pt x="8714" y="9645"/>
                  <a:pt x="8868" y="9645"/>
                </a:cubicBezTo>
                <a:cubicBezTo>
                  <a:pt x="9006" y="9645"/>
                  <a:pt x="9147" y="9678"/>
                  <a:pt x="9273" y="9741"/>
                </a:cubicBezTo>
                <a:lnTo>
                  <a:pt x="10141" y="10241"/>
                </a:lnTo>
                <a:lnTo>
                  <a:pt x="11808" y="7373"/>
                </a:lnTo>
                <a:lnTo>
                  <a:pt x="10941" y="6839"/>
                </a:lnTo>
                <a:cubicBezTo>
                  <a:pt x="10674" y="6706"/>
                  <a:pt x="10508" y="6405"/>
                  <a:pt x="10541" y="6105"/>
                </a:cubicBezTo>
                <a:lnTo>
                  <a:pt x="10541" y="5872"/>
                </a:lnTo>
                <a:lnTo>
                  <a:pt x="10541" y="5638"/>
                </a:lnTo>
                <a:cubicBezTo>
                  <a:pt x="10508" y="5338"/>
                  <a:pt x="10674" y="5038"/>
                  <a:pt x="10941" y="4904"/>
                </a:cubicBezTo>
                <a:lnTo>
                  <a:pt x="11808" y="4371"/>
                </a:lnTo>
                <a:lnTo>
                  <a:pt x="10141" y="1502"/>
                </a:lnTo>
                <a:lnTo>
                  <a:pt x="9273" y="2002"/>
                </a:lnTo>
                <a:cubicBezTo>
                  <a:pt x="9147" y="2065"/>
                  <a:pt x="9006" y="2098"/>
                  <a:pt x="8868" y="2098"/>
                </a:cubicBezTo>
                <a:cubicBezTo>
                  <a:pt x="8714" y="2098"/>
                  <a:pt x="8563" y="2057"/>
                  <a:pt x="8439" y="1969"/>
                </a:cubicBezTo>
                <a:cubicBezTo>
                  <a:pt x="8306" y="1869"/>
                  <a:pt x="8173" y="1802"/>
                  <a:pt x="8006" y="1735"/>
                </a:cubicBezTo>
                <a:cubicBezTo>
                  <a:pt x="7739" y="1569"/>
                  <a:pt x="7605" y="1302"/>
                  <a:pt x="7605" y="1001"/>
                </a:cubicBezTo>
                <a:lnTo>
                  <a:pt x="7605" y="1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323350" y="556420"/>
            <a:ext cx="1193469" cy="1034437"/>
          </a:xfrm>
          <a:custGeom>
            <a:avLst/>
            <a:gdLst/>
            <a:ahLst/>
            <a:cxnLst/>
            <a:rect l="l" t="t" r="r" b="b"/>
            <a:pathLst>
              <a:path w="31657" h="27435" extrusionOk="0">
                <a:moveTo>
                  <a:pt x="18080" y="0"/>
                </a:moveTo>
                <a:cubicBezTo>
                  <a:pt x="6338" y="0"/>
                  <a:pt x="0" y="13777"/>
                  <a:pt x="7673" y="22683"/>
                </a:cubicBezTo>
                <a:cubicBezTo>
                  <a:pt x="10313" y="25751"/>
                  <a:pt x="14129" y="27435"/>
                  <a:pt x="18062" y="27435"/>
                </a:cubicBezTo>
                <a:cubicBezTo>
                  <a:pt x="19347" y="27435"/>
                  <a:pt x="20644" y="27255"/>
                  <a:pt x="21916" y="26886"/>
                </a:cubicBezTo>
                <a:cubicBezTo>
                  <a:pt x="27053" y="25418"/>
                  <a:pt x="30856" y="21048"/>
                  <a:pt x="31656" y="15745"/>
                </a:cubicBezTo>
                <a:lnTo>
                  <a:pt x="18080" y="13710"/>
                </a:lnTo>
                <a:lnTo>
                  <a:pt x="1808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1110583" y="450776"/>
            <a:ext cx="518149" cy="593665"/>
          </a:xfrm>
          <a:custGeom>
            <a:avLst/>
            <a:gdLst/>
            <a:ahLst/>
            <a:cxnLst/>
            <a:rect l="l" t="t" r="r" b="b"/>
            <a:pathLst>
              <a:path w="13744" h="15745" extrusionOk="0">
                <a:moveTo>
                  <a:pt x="0" y="0"/>
                </a:moveTo>
                <a:lnTo>
                  <a:pt x="0" y="13710"/>
                </a:lnTo>
                <a:lnTo>
                  <a:pt x="13576" y="15745"/>
                </a:lnTo>
                <a:cubicBezTo>
                  <a:pt x="13676" y="15078"/>
                  <a:pt x="13743" y="14377"/>
                  <a:pt x="13743" y="13710"/>
                </a:cubicBezTo>
                <a:cubicBezTo>
                  <a:pt x="13743" y="6138"/>
                  <a:pt x="7572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ctrTitle"/>
          </p:nvPr>
        </p:nvSpPr>
        <p:spPr>
          <a:xfrm>
            <a:off x="1899476" y="1973675"/>
            <a:ext cx="2543700" cy="4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9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ctrTitle" idx="2"/>
          </p:nvPr>
        </p:nvSpPr>
        <p:spPr>
          <a:xfrm>
            <a:off x="1899476" y="3625975"/>
            <a:ext cx="2543700" cy="4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9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ctrTitle" idx="3"/>
          </p:nvPr>
        </p:nvSpPr>
        <p:spPr>
          <a:xfrm>
            <a:off x="4700824" y="1976125"/>
            <a:ext cx="2543700" cy="4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9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ctrTitle" idx="4"/>
          </p:nvPr>
        </p:nvSpPr>
        <p:spPr>
          <a:xfrm>
            <a:off x="4700824" y="3628425"/>
            <a:ext cx="2543700" cy="4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9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subTitle" idx="1"/>
          </p:nvPr>
        </p:nvSpPr>
        <p:spPr>
          <a:xfrm>
            <a:off x="1899476" y="2387325"/>
            <a:ext cx="2543700" cy="5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subTitle" idx="5"/>
          </p:nvPr>
        </p:nvSpPr>
        <p:spPr>
          <a:xfrm>
            <a:off x="1899476" y="4043450"/>
            <a:ext cx="2543700" cy="5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720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subTitle" idx="6"/>
          </p:nvPr>
        </p:nvSpPr>
        <p:spPr>
          <a:xfrm>
            <a:off x="4700824" y="2389775"/>
            <a:ext cx="2543700" cy="5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subTitle" idx="7"/>
          </p:nvPr>
        </p:nvSpPr>
        <p:spPr>
          <a:xfrm>
            <a:off x="4700824" y="4045900"/>
            <a:ext cx="2543700" cy="5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title" idx="8" hasCustomPrompt="1"/>
          </p:nvPr>
        </p:nvSpPr>
        <p:spPr>
          <a:xfrm>
            <a:off x="2740676" y="1561225"/>
            <a:ext cx="8613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137" name="Google Shape;137;p16"/>
          <p:cNvSpPr txBox="1">
            <a:spLocks noGrp="1"/>
          </p:cNvSpPr>
          <p:nvPr>
            <p:ph type="title" idx="9" hasCustomPrompt="1"/>
          </p:nvPr>
        </p:nvSpPr>
        <p:spPr>
          <a:xfrm>
            <a:off x="5542024" y="1561234"/>
            <a:ext cx="8613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138" name="Google Shape;138;p16"/>
          <p:cNvSpPr txBox="1">
            <a:spLocks noGrp="1"/>
          </p:cNvSpPr>
          <p:nvPr>
            <p:ph type="title" idx="13" hasCustomPrompt="1"/>
          </p:nvPr>
        </p:nvSpPr>
        <p:spPr>
          <a:xfrm>
            <a:off x="2740676" y="3218622"/>
            <a:ext cx="861300" cy="4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139" name="Google Shape;139;p16"/>
          <p:cNvSpPr txBox="1">
            <a:spLocks noGrp="1"/>
          </p:cNvSpPr>
          <p:nvPr>
            <p:ph type="title" idx="14" hasCustomPrompt="1"/>
          </p:nvPr>
        </p:nvSpPr>
        <p:spPr>
          <a:xfrm>
            <a:off x="5542024" y="3219156"/>
            <a:ext cx="8613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140" name="Google Shape;140;p16"/>
          <p:cNvSpPr txBox="1">
            <a:spLocks noGrp="1"/>
          </p:cNvSpPr>
          <p:nvPr>
            <p:ph type="title" idx="15"/>
          </p:nvPr>
        </p:nvSpPr>
        <p:spPr>
          <a:xfrm>
            <a:off x="713225" y="545475"/>
            <a:ext cx="7717500" cy="2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647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7995598" y="648125"/>
            <a:ext cx="680622" cy="675372"/>
          </a:xfrm>
          <a:custGeom>
            <a:avLst/>
            <a:gdLst/>
            <a:ahLst/>
            <a:cxnLst/>
            <a:rect l="l" t="t" r="r" b="b"/>
            <a:pathLst>
              <a:path w="21650" h="21483" extrusionOk="0">
                <a:moveTo>
                  <a:pt x="10862" y="5719"/>
                </a:moveTo>
                <a:cubicBezTo>
                  <a:pt x="12093" y="5719"/>
                  <a:pt x="13351" y="6179"/>
                  <a:pt x="14378" y="7206"/>
                </a:cubicBezTo>
                <a:cubicBezTo>
                  <a:pt x="17513" y="10341"/>
                  <a:pt x="15278" y="15745"/>
                  <a:pt x="10842" y="15745"/>
                </a:cubicBezTo>
                <a:cubicBezTo>
                  <a:pt x="8073" y="15745"/>
                  <a:pt x="5805" y="13510"/>
                  <a:pt x="5838" y="10741"/>
                </a:cubicBezTo>
                <a:cubicBezTo>
                  <a:pt x="5838" y="7720"/>
                  <a:pt x="8293" y="5719"/>
                  <a:pt x="10862" y="5719"/>
                </a:cubicBezTo>
                <a:close/>
                <a:moveTo>
                  <a:pt x="7773" y="0"/>
                </a:moveTo>
                <a:lnTo>
                  <a:pt x="7773" y="1868"/>
                </a:lnTo>
                <a:cubicBezTo>
                  <a:pt x="7773" y="2402"/>
                  <a:pt x="7473" y="2902"/>
                  <a:pt x="6973" y="3169"/>
                </a:cubicBezTo>
                <a:cubicBezTo>
                  <a:pt x="6706" y="3303"/>
                  <a:pt x="6439" y="3436"/>
                  <a:pt x="6172" y="3603"/>
                </a:cubicBezTo>
                <a:cubicBezTo>
                  <a:pt x="5936" y="3766"/>
                  <a:pt x="5651" y="3851"/>
                  <a:pt x="5364" y="3851"/>
                </a:cubicBezTo>
                <a:cubicBezTo>
                  <a:pt x="5125" y="3851"/>
                  <a:pt x="4884" y="3791"/>
                  <a:pt x="4671" y="3670"/>
                </a:cubicBezTo>
                <a:lnTo>
                  <a:pt x="3036" y="2736"/>
                </a:lnTo>
                <a:lnTo>
                  <a:pt x="1" y="8006"/>
                </a:lnTo>
                <a:lnTo>
                  <a:pt x="1602" y="8940"/>
                </a:lnTo>
                <a:cubicBezTo>
                  <a:pt x="2069" y="9207"/>
                  <a:pt x="2369" y="9741"/>
                  <a:pt x="2336" y="10274"/>
                </a:cubicBezTo>
                <a:lnTo>
                  <a:pt x="2336" y="10741"/>
                </a:lnTo>
                <a:lnTo>
                  <a:pt x="2336" y="11175"/>
                </a:lnTo>
                <a:cubicBezTo>
                  <a:pt x="2369" y="11742"/>
                  <a:pt x="2069" y="12243"/>
                  <a:pt x="1602" y="12543"/>
                </a:cubicBezTo>
                <a:lnTo>
                  <a:pt x="1" y="13477"/>
                </a:lnTo>
                <a:lnTo>
                  <a:pt x="3036" y="18747"/>
                </a:lnTo>
                <a:lnTo>
                  <a:pt x="4638" y="17813"/>
                </a:lnTo>
                <a:cubicBezTo>
                  <a:pt x="4850" y="17691"/>
                  <a:pt x="5091" y="17632"/>
                  <a:pt x="5334" y="17632"/>
                </a:cubicBezTo>
                <a:cubicBezTo>
                  <a:pt x="5624" y="17632"/>
                  <a:pt x="5918" y="17717"/>
                  <a:pt x="6172" y="17880"/>
                </a:cubicBezTo>
                <a:cubicBezTo>
                  <a:pt x="6405" y="18047"/>
                  <a:pt x="6672" y="18180"/>
                  <a:pt x="6939" y="18347"/>
                </a:cubicBezTo>
                <a:cubicBezTo>
                  <a:pt x="7440" y="18580"/>
                  <a:pt x="7740" y="19081"/>
                  <a:pt x="7740" y="19614"/>
                </a:cubicBezTo>
                <a:lnTo>
                  <a:pt x="7740" y="21482"/>
                </a:lnTo>
                <a:lnTo>
                  <a:pt x="13877" y="21482"/>
                </a:lnTo>
                <a:lnTo>
                  <a:pt x="13877" y="19614"/>
                </a:lnTo>
                <a:cubicBezTo>
                  <a:pt x="13877" y="19081"/>
                  <a:pt x="14178" y="18580"/>
                  <a:pt x="14678" y="18347"/>
                </a:cubicBezTo>
                <a:cubicBezTo>
                  <a:pt x="14945" y="18180"/>
                  <a:pt x="15212" y="18047"/>
                  <a:pt x="15445" y="17880"/>
                </a:cubicBezTo>
                <a:cubicBezTo>
                  <a:pt x="15699" y="17717"/>
                  <a:pt x="15993" y="17632"/>
                  <a:pt x="16283" y="17632"/>
                </a:cubicBezTo>
                <a:cubicBezTo>
                  <a:pt x="16526" y="17632"/>
                  <a:pt x="16767" y="17691"/>
                  <a:pt x="16980" y="17813"/>
                </a:cubicBezTo>
                <a:lnTo>
                  <a:pt x="18581" y="18747"/>
                </a:lnTo>
                <a:lnTo>
                  <a:pt x="21650" y="13477"/>
                </a:lnTo>
                <a:lnTo>
                  <a:pt x="20015" y="12543"/>
                </a:lnTo>
                <a:cubicBezTo>
                  <a:pt x="19548" y="12276"/>
                  <a:pt x="19281" y="11742"/>
                  <a:pt x="19315" y="11208"/>
                </a:cubicBezTo>
                <a:lnTo>
                  <a:pt x="19315" y="10741"/>
                </a:lnTo>
                <a:lnTo>
                  <a:pt x="19315" y="10308"/>
                </a:lnTo>
                <a:cubicBezTo>
                  <a:pt x="19281" y="9741"/>
                  <a:pt x="19548" y="9240"/>
                  <a:pt x="20015" y="8940"/>
                </a:cubicBezTo>
                <a:lnTo>
                  <a:pt x="21650" y="8006"/>
                </a:lnTo>
                <a:lnTo>
                  <a:pt x="18614" y="2736"/>
                </a:lnTo>
                <a:lnTo>
                  <a:pt x="16980" y="3670"/>
                </a:lnTo>
                <a:cubicBezTo>
                  <a:pt x="16767" y="3791"/>
                  <a:pt x="16526" y="3851"/>
                  <a:pt x="16283" y="3851"/>
                </a:cubicBezTo>
                <a:cubicBezTo>
                  <a:pt x="15993" y="3851"/>
                  <a:pt x="15699" y="3766"/>
                  <a:pt x="15445" y="3603"/>
                </a:cubicBezTo>
                <a:cubicBezTo>
                  <a:pt x="15212" y="3436"/>
                  <a:pt x="14945" y="3303"/>
                  <a:pt x="14678" y="3169"/>
                </a:cubicBezTo>
                <a:cubicBezTo>
                  <a:pt x="14178" y="2902"/>
                  <a:pt x="13877" y="2402"/>
                  <a:pt x="13877" y="1868"/>
                </a:cubicBezTo>
                <a:lnTo>
                  <a:pt x="13877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4168213" y="4317446"/>
            <a:ext cx="527373" cy="530583"/>
          </a:xfrm>
          <a:custGeom>
            <a:avLst/>
            <a:gdLst/>
            <a:ahLst/>
            <a:cxnLst/>
            <a:rect l="l" t="t" r="r" b="b"/>
            <a:pathLst>
              <a:path w="16880" h="16980" extrusionOk="0">
                <a:moveTo>
                  <a:pt x="8388" y="4587"/>
                </a:moveTo>
                <a:cubicBezTo>
                  <a:pt x="8772" y="4587"/>
                  <a:pt x="9170" y="4645"/>
                  <a:pt x="9574" y="4770"/>
                </a:cubicBezTo>
                <a:cubicBezTo>
                  <a:pt x="12877" y="5771"/>
                  <a:pt x="13344" y="10274"/>
                  <a:pt x="10275" y="11909"/>
                </a:cubicBezTo>
                <a:cubicBezTo>
                  <a:pt x="9688" y="12228"/>
                  <a:pt x="9060" y="12379"/>
                  <a:pt x="8441" y="12379"/>
                </a:cubicBezTo>
                <a:cubicBezTo>
                  <a:pt x="7056" y="12379"/>
                  <a:pt x="5719" y="11622"/>
                  <a:pt x="5004" y="10308"/>
                </a:cubicBezTo>
                <a:cubicBezTo>
                  <a:pt x="3568" y="7640"/>
                  <a:pt x="5609" y="4587"/>
                  <a:pt x="8388" y="4587"/>
                </a:cubicBezTo>
                <a:close/>
                <a:moveTo>
                  <a:pt x="6572" y="0"/>
                </a:moveTo>
                <a:lnTo>
                  <a:pt x="2369" y="2235"/>
                </a:lnTo>
                <a:lnTo>
                  <a:pt x="3070" y="3503"/>
                </a:lnTo>
                <a:cubicBezTo>
                  <a:pt x="3270" y="3903"/>
                  <a:pt x="3236" y="4337"/>
                  <a:pt x="3003" y="4704"/>
                </a:cubicBezTo>
                <a:cubicBezTo>
                  <a:pt x="2869" y="4904"/>
                  <a:pt x="2736" y="5104"/>
                  <a:pt x="2636" y="5304"/>
                </a:cubicBezTo>
                <a:cubicBezTo>
                  <a:pt x="2402" y="5671"/>
                  <a:pt x="2035" y="5905"/>
                  <a:pt x="1602" y="5905"/>
                </a:cubicBezTo>
                <a:lnTo>
                  <a:pt x="134" y="5838"/>
                </a:lnTo>
                <a:lnTo>
                  <a:pt x="1" y="10608"/>
                </a:lnTo>
                <a:lnTo>
                  <a:pt x="1435" y="10641"/>
                </a:lnTo>
                <a:cubicBezTo>
                  <a:pt x="1869" y="10675"/>
                  <a:pt x="2236" y="10941"/>
                  <a:pt x="2436" y="11308"/>
                </a:cubicBezTo>
                <a:cubicBezTo>
                  <a:pt x="2469" y="11408"/>
                  <a:pt x="2536" y="11542"/>
                  <a:pt x="2603" y="11642"/>
                </a:cubicBezTo>
                <a:cubicBezTo>
                  <a:pt x="2636" y="11742"/>
                  <a:pt x="2703" y="11842"/>
                  <a:pt x="2769" y="11942"/>
                </a:cubicBezTo>
                <a:cubicBezTo>
                  <a:pt x="2969" y="12309"/>
                  <a:pt x="2969" y="12743"/>
                  <a:pt x="2769" y="13110"/>
                </a:cubicBezTo>
                <a:lnTo>
                  <a:pt x="2002" y="14344"/>
                </a:lnTo>
                <a:lnTo>
                  <a:pt x="6038" y="16846"/>
                </a:lnTo>
                <a:lnTo>
                  <a:pt x="6806" y="15611"/>
                </a:lnTo>
                <a:cubicBezTo>
                  <a:pt x="7022" y="15271"/>
                  <a:pt x="7382" y="15074"/>
                  <a:pt x="7780" y="15074"/>
                </a:cubicBezTo>
                <a:cubicBezTo>
                  <a:pt x="7811" y="15074"/>
                  <a:pt x="7842" y="15075"/>
                  <a:pt x="7873" y="15078"/>
                </a:cubicBezTo>
                <a:cubicBezTo>
                  <a:pt x="8106" y="15078"/>
                  <a:pt x="8340" y="15111"/>
                  <a:pt x="8607" y="15111"/>
                </a:cubicBezTo>
                <a:cubicBezTo>
                  <a:pt x="8632" y="15109"/>
                  <a:pt x="8658" y="15108"/>
                  <a:pt x="8683" y="15108"/>
                </a:cubicBezTo>
                <a:cubicBezTo>
                  <a:pt x="9057" y="15108"/>
                  <a:pt x="9420" y="15335"/>
                  <a:pt x="9608" y="15678"/>
                </a:cubicBezTo>
                <a:lnTo>
                  <a:pt x="10308" y="16979"/>
                </a:lnTo>
                <a:lnTo>
                  <a:pt x="14511" y="14711"/>
                </a:lnTo>
                <a:lnTo>
                  <a:pt x="13811" y="13443"/>
                </a:lnTo>
                <a:cubicBezTo>
                  <a:pt x="13610" y="13076"/>
                  <a:pt x="13610" y="12609"/>
                  <a:pt x="13877" y="12276"/>
                </a:cubicBezTo>
                <a:cubicBezTo>
                  <a:pt x="14011" y="12076"/>
                  <a:pt x="14144" y="11875"/>
                  <a:pt x="14244" y="11675"/>
                </a:cubicBezTo>
                <a:cubicBezTo>
                  <a:pt x="14444" y="11308"/>
                  <a:pt x="14845" y="11075"/>
                  <a:pt x="15278" y="11075"/>
                </a:cubicBezTo>
                <a:lnTo>
                  <a:pt x="16746" y="11108"/>
                </a:lnTo>
                <a:lnTo>
                  <a:pt x="16879" y="6372"/>
                </a:lnTo>
                <a:lnTo>
                  <a:pt x="15412" y="6338"/>
                </a:lnTo>
                <a:cubicBezTo>
                  <a:pt x="14978" y="6305"/>
                  <a:pt x="14611" y="6038"/>
                  <a:pt x="14444" y="5671"/>
                </a:cubicBezTo>
                <a:cubicBezTo>
                  <a:pt x="14378" y="5538"/>
                  <a:pt x="14344" y="5438"/>
                  <a:pt x="14278" y="5337"/>
                </a:cubicBezTo>
                <a:cubicBezTo>
                  <a:pt x="14211" y="5237"/>
                  <a:pt x="14177" y="5137"/>
                  <a:pt x="14111" y="5037"/>
                </a:cubicBezTo>
                <a:cubicBezTo>
                  <a:pt x="13877" y="4670"/>
                  <a:pt x="13877" y="4237"/>
                  <a:pt x="14111" y="3870"/>
                </a:cubicBezTo>
                <a:lnTo>
                  <a:pt x="14878" y="2602"/>
                </a:lnTo>
                <a:lnTo>
                  <a:pt x="10842" y="100"/>
                </a:lnTo>
                <a:lnTo>
                  <a:pt x="10075" y="1368"/>
                </a:lnTo>
                <a:cubicBezTo>
                  <a:pt x="9868" y="1663"/>
                  <a:pt x="9505" y="1880"/>
                  <a:pt x="9147" y="1880"/>
                </a:cubicBezTo>
                <a:cubicBezTo>
                  <a:pt x="9100" y="1880"/>
                  <a:pt x="9053" y="1876"/>
                  <a:pt x="9007" y="1868"/>
                </a:cubicBezTo>
                <a:lnTo>
                  <a:pt x="8273" y="1868"/>
                </a:lnTo>
                <a:cubicBezTo>
                  <a:pt x="7873" y="1868"/>
                  <a:pt x="7473" y="1635"/>
                  <a:pt x="7273" y="1268"/>
                </a:cubicBezTo>
                <a:lnTo>
                  <a:pt x="6572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606836" y="4188225"/>
            <a:ext cx="368943" cy="366939"/>
          </a:xfrm>
          <a:custGeom>
            <a:avLst/>
            <a:gdLst/>
            <a:ahLst/>
            <a:cxnLst/>
            <a:rect l="l" t="t" r="r" b="b"/>
            <a:pathLst>
              <a:path w="11809" h="11743" extrusionOk="0">
                <a:moveTo>
                  <a:pt x="5936" y="3141"/>
                </a:moveTo>
                <a:cubicBezTo>
                  <a:pt x="6607" y="3141"/>
                  <a:pt x="7289" y="3387"/>
                  <a:pt x="7839" y="3937"/>
                </a:cubicBezTo>
                <a:cubicBezTo>
                  <a:pt x="9574" y="5671"/>
                  <a:pt x="8339" y="8607"/>
                  <a:pt x="5904" y="8607"/>
                </a:cubicBezTo>
                <a:cubicBezTo>
                  <a:pt x="4403" y="8607"/>
                  <a:pt x="3169" y="7373"/>
                  <a:pt x="3169" y="5872"/>
                </a:cubicBezTo>
                <a:cubicBezTo>
                  <a:pt x="3169" y="4223"/>
                  <a:pt x="4529" y="3141"/>
                  <a:pt x="5936" y="3141"/>
                </a:cubicBezTo>
                <a:close/>
                <a:moveTo>
                  <a:pt x="4270" y="1"/>
                </a:moveTo>
                <a:lnTo>
                  <a:pt x="4270" y="1001"/>
                </a:lnTo>
                <a:cubicBezTo>
                  <a:pt x="4270" y="1302"/>
                  <a:pt x="4103" y="1569"/>
                  <a:pt x="3836" y="1735"/>
                </a:cubicBezTo>
                <a:cubicBezTo>
                  <a:pt x="3669" y="1802"/>
                  <a:pt x="3536" y="1869"/>
                  <a:pt x="3402" y="1969"/>
                </a:cubicBezTo>
                <a:cubicBezTo>
                  <a:pt x="3279" y="2057"/>
                  <a:pt x="3128" y="2098"/>
                  <a:pt x="2974" y="2098"/>
                </a:cubicBezTo>
                <a:cubicBezTo>
                  <a:pt x="2835" y="2098"/>
                  <a:pt x="2695" y="2065"/>
                  <a:pt x="2569" y="2002"/>
                </a:cubicBezTo>
                <a:lnTo>
                  <a:pt x="1701" y="1502"/>
                </a:lnTo>
                <a:lnTo>
                  <a:pt x="33" y="4371"/>
                </a:lnTo>
                <a:lnTo>
                  <a:pt x="901" y="4871"/>
                </a:lnTo>
                <a:cubicBezTo>
                  <a:pt x="1168" y="5038"/>
                  <a:pt x="1301" y="5305"/>
                  <a:pt x="1301" y="5605"/>
                </a:cubicBezTo>
                <a:lnTo>
                  <a:pt x="1301" y="5872"/>
                </a:lnTo>
                <a:lnTo>
                  <a:pt x="1301" y="6105"/>
                </a:lnTo>
                <a:cubicBezTo>
                  <a:pt x="1301" y="6405"/>
                  <a:pt x="1168" y="6706"/>
                  <a:pt x="901" y="6839"/>
                </a:cubicBezTo>
                <a:lnTo>
                  <a:pt x="0" y="7373"/>
                </a:lnTo>
                <a:lnTo>
                  <a:pt x="1668" y="10241"/>
                </a:lnTo>
                <a:lnTo>
                  <a:pt x="2535" y="9741"/>
                </a:lnTo>
                <a:cubicBezTo>
                  <a:pt x="2655" y="9666"/>
                  <a:pt x="2789" y="9631"/>
                  <a:pt x="2921" y="9631"/>
                </a:cubicBezTo>
                <a:cubicBezTo>
                  <a:pt x="3082" y="9631"/>
                  <a:pt x="3241" y="9683"/>
                  <a:pt x="3369" y="9774"/>
                </a:cubicBezTo>
                <a:cubicBezTo>
                  <a:pt x="3503" y="9841"/>
                  <a:pt x="3636" y="9941"/>
                  <a:pt x="3803" y="10008"/>
                </a:cubicBezTo>
                <a:cubicBezTo>
                  <a:pt x="4070" y="10141"/>
                  <a:pt x="4236" y="10408"/>
                  <a:pt x="4270" y="10742"/>
                </a:cubicBezTo>
                <a:lnTo>
                  <a:pt x="4270" y="11742"/>
                </a:lnTo>
                <a:lnTo>
                  <a:pt x="7605" y="11742"/>
                </a:lnTo>
                <a:lnTo>
                  <a:pt x="7605" y="10742"/>
                </a:lnTo>
                <a:cubicBezTo>
                  <a:pt x="7572" y="10442"/>
                  <a:pt x="7739" y="10175"/>
                  <a:pt x="8006" y="10008"/>
                </a:cubicBezTo>
                <a:cubicBezTo>
                  <a:pt x="8139" y="9941"/>
                  <a:pt x="8273" y="9874"/>
                  <a:pt x="8439" y="9774"/>
                </a:cubicBezTo>
                <a:cubicBezTo>
                  <a:pt x="8563" y="9686"/>
                  <a:pt x="8714" y="9645"/>
                  <a:pt x="8868" y="9645"/>
                </a:cubicBezTo>
                <a:cubicBezTo>
                  <a:pt x="9006" y="9645"/>
                  <a:pt x="9147" y="9678"/>
                  <a:pt x="9273" y="9741"/>
                </a:cubicBezTo>
                <a:lnTo>
                  <a:pt x="10141" y="10241"/>
                </a:lnTo>
                <a:lnTo>
                  <a:pt x="11808" y="7373"/>
                </a:lnTo>
                <a:lnTo>
                  <a:pt x="10941" y="6839"/>
                </a:lnTo>
                <a:cubicBezTo>
                  <a:pt x="10674" y="6706"/>
                  <a:pt x="10508" y="6405"/>
                  <a:pt x="10541" y="6105"/>
                </a:cubicBezTo>
                <a:lnTo>
                  <a:pt x="10541" y="5872"/>
                </a:lnTo>
                <a:lnTo>
                  <a:pt x="10541" y="5638"/>
                </a:lnTo>
                <a:cubicBezTo>
                  <a:pt x="10508" y="5338"/>
                  <a:pt x="10674" y="5038"/>
                  <a:pt x="10941" y="4904"/>
                </a:cubicBezTo>
                <a:lnTo>
                  <a:pt x="11808" y="4371"/>
                </a:lnTo>
                <a:lnTo>
                  <a:pt x="10141" y="1502"/>
                </a:lnTo>
                <a:lnTo>
                  <a:pt x="9273" y="2002"/>
                </a:lnTo>
                <a:cubicBezTo>
                  <a:pt x="9147" y="2065"/>
                  <a:pt x="9006" y="2098"/>
                  <a:pt x="8868" y="2098"/>
                </a:cubicBezTo>
                <a:cubicBezTo>
                  <a:pt x="8714" y="2098"/>
                  <a:pt x="8563" y="2057"/>
                  <a:pt x="8439" y="1969"/>
                </a:cubicBezTo>
                <a:cubicBezTo>
                  <a:pt x="8306" y="1869"/>
                  <a:pt x="8173" y="1802"/>
                  <a:pt x="8006" y="1735"/>
                </a:cubicBezTo>
                <a:cubicBezTo>
                  <a:pt x="7739" y="1569"/>
                  <a:pt x="7605" y="1302"/>
                  <a:pt x="7605" y="1001"/>
                </a:cubicBezTo>
                <a:lnTo>
                  <a:pt x="7605" y="1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596653" y="648119"/>
            <a:ext cx="680626" cy="589921"/>
          </a:xfrm>
          <a:custGeom>
            <a:avLst/>
            <a:gdLst/>
            <a:ahLst/>
            <a:cxnLst/>
            <a:rect l="l" t="t" r="r" b="b"/>
            <a:pathLst>
              <a:path w="31657" h="27435" extrusionOk="0">
                <a:moveTo>
                  <a:pt x="18080" y="0"/>
                </a:moveTo>
                <a:cubicBezTo>
                  <a:pt x="6338" y="0"/>
                  <a:pt x="0" y="13777"/>
                  <a:pt x="7673" y="22683"/>
                </a:cubicBezTo>
                <a:cubicBezTo>
                  <a:pt x="10313" y="25751"/>
                  <a:pt x="14129" y="27435"/>
                  <a:pt x="18062" y="27435"/>
                </a:cubicBezTo>
                <a:cubicBezTo>
                  <a:pt x="19347" y="27435"/>
                  <a:pt x="20644" y="27255"/>
                  <a:pt x="21916" y="26886"/>
                </a:cubicBezTo>
                <a:cubicBezTo>
                  <a:pt x="27053" y="25418"/>
                  <a:pt x="30856" y="21048"/>
                  <a:pt x="31656" y="15745"/>
                </a:cubicBezTo>
                <a:lnTo>
                  <a:pt x="18080" y="13710"/>
                </a:lnTo>
                <a:lnTo>
                  <a:pt x="18080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1045624" y="587869"/>
            <a:ext cx="295496" cy="338557"/>
          </a:xfrm>
          <a:custGeom>
            <a:avLst/>
            <a:gdLst/>
            <a:ahLst/>
            <a:cxnLst/>
            <a:rect l="l" t="t" r="r" b="b"/>
            <a:pathLst>
              <a:path w="13744" h="15745" extrusionOk="0">
                <a:moveTo>
                  <a:pt x="0" y="0"/>
                </a:moveTo>
                <a:lnTo>
                  <a:pt x="0" y="13710"/>
                </a:lnTo>
                <a:lnTo>
                  <a:pt x="13576" y="15745"/>
                </a:lnTo>
                <a:cubicBezTo>
                  <a:pt x="13676" y="15078"/>
                  <a:pt x="13743" y="14377"/>
                  <a:pt x="13743" y="13710"/>
                </a:cubicBezTo>
                <a:cubicBezTo>
                  <a:pt x="13743" y="6138"/>
                  <a:pt x="7572" y="0"/>
                  <a:pt x="0" y="0"/>
                </a:cubicBezTo>
                <a:close/>
              </a:path>
            </a:pathLst>
          </a:custGeom>
          <a:solidFill>
            <a:srgbClr val="DBDB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713225" y="545475"/>
            <a:ext cx="7717500" cy="2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title" idx="2"/>
          </p:nvPr>
        </p:nvSpPr>
        <p:spPr>
          <a:xfrm>
            <a:off x="1474313" y="2579675"/>
            <a:ext cx="2713800" cy="35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title" idx="3"/>
          </p:nvPr>
        </p:nvSpPr>
        <p:spPr>
          <a:xfrm>
            <a:off x="4955888" y="2579675"/>
            <a:ext cx="2713800" cy="35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ntarell"/>
                <a:ea typeface="Cantarell"/>
                <a:cs typeface="Cantarell"/>
                <a:sym typeface="Cantarell"/>
              </a:defRPr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1474313" y="2947375"/>
            <a:ext cx="2713800" cy="11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ind Guntur"/>
              <a:buNone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subTitle" idx="4"/>
          </p:nvPr>
        </p:nvSpPr>
        <p:spPr>
          <a:xfrm>
            <a:off x="4955888" y="2947375"/>
            <a:ext cx="2713800" cy="11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ind Guntur"/>
              <a:buNone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126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title" hasCustomPrompt="1"/>
          </p:nvPr>
        </p:nvSpPr>
        <p:spPr>
          <a:xfrm>
            <a:off x="616175" y="2062950"/>
            <a:ext cx="3645600" cy="85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1"/>
          </p:nvPr>
        </p:nvSpPr>
        <p:spPr>
          <a:xfrm>
            <a:off x="750350" y="2916650"/>
            <a:ext cx="3377100" cy="7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>
                <a:latin typeface="Hind Guntur"/>
                <a:ea typeface="Hind Guntur"/>
                <a:cs typeface="Hind Guntur"/>
                <a:sym typeface="Hind Guntur"/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2"/>
          </p:nvPr>
        </p:nvSpPr>
        <p:spPr>
          <a:xfrm>
            <a:off x="713225" y="545475"/>
            <a:ext cx="7717500" cy="2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86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2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2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2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2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2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2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2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2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2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ntarell"/>
              <a:buChar char="●"/>
              <a:defRPr sz="1800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○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■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●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○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■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●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○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ntarell"/>
              <a:buChar char="■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60" r:id="rId5"/>
    <p:sldLayoutId id="2147483661" r:id="rId6"/>
    <p:sldLayoutId id="2147483670" r:id="rId7"/>
    <p:sldLayoutId id="2147483671" r:id="rId8"/>
    <p:sldLayoutId id="2147483672" r:id="rId9"/>
    <p:sldLayoutId id="214748367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4"/>
          <p:cNvGrpSpPr/>
          <p:nvPr/>
        </p:nvGrpSpPr>
        <p:grpSpPr>
          <a:xfrm flipH="1">
            <a:off x="5187437" y="1152108"/>
            <a:ext cx="1229032" cy="3135340"/>
            <a:chOff x="7698325" y="1257225"/>
            <a:chExt cx="1203400" cy="3069950"/>
          </a:xfrm>
        </p:grpSpPr>
        <p:sp>
          <p:nvSpPr>
            <p:cNvPr id="193" name="Google Shape;193;p24"/>
            <p:cNvSpPr/>
            <p:nvPr/>
          </p:nvSpPr>
          <p:spPr>
            <a:xfrm>
              <a:off x="8251225" y="1816600"/>
              <a:ext cx="450350" cy="541650"/>
            </a:xfrm>
            <a:custGeom>
              <a:avLst/>
              <a:gdLst/>
              <a:ahLst/>
              <a:cxnLst/>
              <a:rect l="l" t="t" r="r" b="b"/>
              <a:pathLst>
                <a:path w="18014" h="21666" extrusionOk="0">
                  <a:moveTo>
                    <a:pt x="16762" y="1"/>
                  </a:moveTo>
                  <a:cubicBezTo>
                    <a:pt x="16244" y="1"/>
                    <a:pt x="15727" y="710"/>
                    <a:pt x="15378" y="1084"/>
                  </a:cubicBezTo>
                  <a:cubicBezTo>
                    <a:pt x="13343" y="3219"/>
                    <a:pt x="11876" y="5754"/>
                    <a:pt x="9774" y="7889"/>
                  </a:cubicBezTo>
                  <a:cubicBezTo>
                    <a:pt x="6172" y="11592"/>
                    <a:pt x="1602" y="15228"/>
                    <a:pt x="234" y="20398"/>
                  </a:cubicBezTo>
                  <a:cubicBezTo>
                    <a:pt x="234" y="20398"/>
                    <a:pt x="201" y="20498"/>
                    <a:pt x="234" y="20498"/>
                  </a:cubicBezTo>
                  <a:cubicBezTo>
                    <a:pt x="167" y="20698"/>
                    <a:pt x="134" y="20932"/>
                    <a:pt x="101" y="21065"/>
                  </a:cubicBezTo>
                  <a:cubicBezTo>
                    <a:pt x="67" y="21199"/>
                    <a:pt x="34" y="21332"/>
                    <a:pt x="34" y="21466"/>
                  </a:cubicBezTo>
                  <a:cubicBezTo>
                    <a:pt x="1" y="21532"/>
                    <a:pt x="1" y="21599"/>
                    <a:pt x="1" y="21666"/>
                  </a:cubicBezTo>
                  <a:lnTo>
                    <a:pt x="67" y="21666"/>
                  </a:lnTo>
                  <a:cubicBezTo>
                    <a:pt x="67" y="21632"/>
                    <a:pt x="67" y="21632"/>
                    <a:pt x="67" y="21632"/>
                  </a:cubicBezTo>
                  <a:cubicBezTo>
                    <a:pt x="267" y="21065"/>
                    <a:pt x="501" y="20498"/>
                    <a:pt x="768" y="19964"/>
                  </a:cubicBezTo>
                  <a:cubicBezTo>
                    <a:pt x="4237" y="16395"/>
                    <a:pt x="9541" y="15294"/>
                    <a:pt x="12976" y="11625"/>
                  </a:cubicBezTo>
                  <a:cubicBezTo>
                    <a:pt x="14644" y="9857"/>
                    <a:pt x="15879" y="7789"/>
                    <a:pt x="16612" y="5487"/>
                  </a:cubicBezTo>
                  <a:cubicBezTo>
                    <a:pt x="16913" y="4553"/>
                    <a:pt x="18013" y="1184"/>
                    <a:pt x="17280" y="284"/>
                  </a:cubicBezTo>
                  <a:cubicBezTo>
                    <a:pt x="17111" y="82"/>
                    <a:pt x="16936" y="1"/>
                    <a:pt x="16762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4"/>
            <p:cNvSpPr/>
            <p:nvPr/>
          </p:nvSpPr>
          <p:spPr>
            <a:xfrm>
              <a:off x="8248725" y="1936200"/>
              <a:ext cx="382800" cy="422900"/>
            </a:xfrm>
            <a:custGeom>
              <a:avLst/>
              <a:gdLst/>
              <a:ahLst/>
              <a:cxnLst/>
              <a:rect l="l" t="t" r="r" b="b"/>
              <a:pathLst>
                <a:path w="15312" h="16916" extrusionOk="0">
                  <a:moveTo>
                    <a:pt x="14404" y="365"/>
                  </a:moveTo>
                  <a:cubicBezTo>
                    <a:pt x="14418" y="365"/>
                    <a:pt x="14432" y="366"/>
                    <a:pt x="14444" y="370"/>
                  </a:cubicBezTo>
                  <a:cubicBezTo>
                    <a:pt x="15045" y="470"/>
                    <a:pt x="14111" y="2605"/>
                    <a:pt x="13944" y="2905"/>
                  </a:cubicBezTo>
                  <a:cubicBezTo>
                    <a:pt x="11542" y="7942"/>
                    <a:pt x="4937" y="9343"/>
                    <a:pt x="1668" y="13513"/>
                  </a:cubicBezTo>
                  <a:cubicBezTo>
                    <a:pt x="2969" y="11411"/>
                    <a:pt x="4537" y="9543"/>
                    <a:pt x="6372" y="7909"/>
                  </a:cubicBezTo>
                  <a:cubicBezTo>
                    <a:pt x="7839" y="6541"/>
                    <a:pt x="9307" y="5173"/>
                    <a:pt x="10808" y="3806"/>
                  </a:cubicBezTo>
                  <a:lnTo>
                    <a:pt x="12876" y="1838"/>
                  </a:lnTo>
                  <a:cubicBezTo>
                    <a:pt x="13070" y="1677"/>
                    <a:pt x="14009" y="365"/>
                    <a:pt x="14404" y="365"/>
                  </a:cubicBezTo>
                  <a:close/>
                  <a:moveTo>
                    <a:pt x="14486" y="0"/>
                  </a:moveTo>
                  <a:cubicBezTo>
                    <a:pt x="14004" y="0"/>
                    <a:pt x="13293" y="993"/>
                    <a:pt x="13043" y="1271"/>
                  </a:cubicBezTo>
                  <a:cubicBezTo>
                    <a:pt x="10541" y="3772"/>
                    <a:pt x="7939" y="6007"/>
                    <a:pt x="5404" y="8409"/>
                  </a:cubicBezTo>
                  <a:cubicBezTo>
                    <a:pt x="3336" y="10410"/>
                    <a:pt x="1735" y="12479"/>
                    <a:pt x="701" y="15014"/>
                  </a:cubicBezTo>
                  <a:cubicBezTo>
                    <a:pt x="467" y="15414"/>
                    <a:pt x="301" y="15848"/>
                    <a:pt x="167" y="16281"/>
                  </a:cubicBezTo>
                  <a:cubicBezTo>
                    <a:pt x="134" y="16481"/>
                    <a:pt x="67" y="16648"/>
                    <a:pt x="34" y="16848"/>
                  </a:cubicBezTo>
                  <a:cubicBezTo>
                    <a:pt x="0" y="16848"/>
                    <a:pt x="0" y="16882"/>
                    <a:pt x="34" y="16915"/>
                  </a:cubicBezTo>
                  <a:cubicBezTo>
                    <a:pt x="67" y="16915"/>
                    <a:pt x="101" y="16882"/>
                    <a:pt x="134" y="16882"/>
                  </a:cubicBezTo>
                  <a:cubicBezTo>
                    <a:pt x="101" y="16882"/>
                    <a:pt x="101" y="16848"/>
                    <a:pt x="134" y="16848"/>
                  </a:cubicBezTo>
                  <a:cubicBezTo>
                    <a:pt x="134" y="16815"/>
                    <a:pt x="134" y="16748"/>
                    <a:pt x="167" y="16715"/>
                  </a:cubicBezTo>
                  <a:cubicBezTo>
                    <a:pt x="201" y="16581"/>
                    <a:pt x="234" y="16481"/>
                    <a:pt x="267" y="16348"/>
                  </a:cubicBezTo>
                  <a:cubicBezTo>
                    <a:pt x="301" y="16248"/>
                    <a:pt x="401" y="16048"/>
                    <a:pt x="467" y="15881"/>
                  </a:cubicBezTo>
                  <a:cubicBezTo>
                    <a:pt x="2836" y="10177"/>
                    <a:pt x="10441" y="8976"/>
                    <a:pt x="13644" y="3839"/>
                  </a:cubicBezTo>
                  <a:cubicBezTo>
                    <a:pt x="14044" y="3239"/>
                    <a:pt x="15311" y="870"/>
                    <a:pt x="14744" y="136"/>
                  </a:cubicBezTo>
                  <a:cubicBezTo>
                    <a:pt x="14671" y="41"/>
                    <a:pt x="14583" y="0"/>
                    <a:pt x="144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4"/>
            <p:cNvSpPr/>
            <p:nvPr/>
          </p:nvSpPr>
          <p:spPr>
            <a:xfrm>
              <a:off x="8066100" y="3205225"/>
              <a:ext cx="341100" cy="540475"/>
            </a:xfrm>
            <a:custGeom>
              <a:avLst/>
              <a:gdLst/>
              <a:ahLst/>
              <a:cxnLst/>
              <a:rect l="l" t="t" r="r" b="b"/>
              <a:pathLst>
                <a:path w="13644" h="21619" extrusionOk="0">
                  <a:moveTo>
                    <a:pt x="12286" y="1"/>
                  </a:moveTo>
                  <a:cubicBezTo>
                    <a:pt x="11177" y="1"/>
                    <a:pt x="9627" y="1600"/>
                    <a:pt x="9007" y="2080"/>
                  </a:cubicBezTo>
                  <a:cubicBezTo>
                    <a:pt x="7272" y="3314"/>
                    <a:pt x="5771" y="4815"/>
                    <a:pt x="4570" y="6583"/>
                  </a:cubicBezTo>
                  <a:cubicBezTo>
                    <a:pt x="1935" y="10553"/>
                    <a:pt x="2769" y="15556"/>
                    <a:pt x="801" y="19792"/>
                  </a:cubicBezTo>
                  <a:cubicBezTo>
                    <a:pt x="801" y="19792"/>
                    <a:pt x="801" y="19826"/>
                    <a:pt x="801" y="19826"/>
                  </a:cubicBezTo>
                  <a:cubicBezTo>
                    <a:pt x="767" y="19893"/>
                    <a:pt x="734" y="19993"/>
                    <a:pt x="701" y="20059"/>
                  </a:cubicBezTo>
                  <a:cubicBezTo>
                    <a:pt x="501" y="20426"/>
                    <a:pt x="300" y="20793"/>
                    <a:pt x="134" y="21227"/>
                  </a:cubicBezTo>
                  <a:lnTo>
                    <a:pt x="0" y="21560"/>
                  </a:lnTo>
                  <a:cubicBezTo>
                    <a:pt x="0" y="21560"/>
                    <a:pt x="0" y="21594"/>
                    <a:pt x="0" y="21594"/>
                  </a:cubicBezTo>
                  <a:cubicBezTo>
                    <a:pt x="0" y="21610"/>
                    <a:pt x="9" y="21619"/>
                    <a:pt x="21" y="21619"/>
                  </a:cubicBezTo>
                  <a:cubicBezTo>
                    <a:pt x="34" y="21619"/>
                    <a:pt x="50" y="21610"/>
                    <a:pt x="67" y="21594"/>
                  </a:cubicBezTo>
                  <a:cubicBezTo>
                    <a:pt x="367" y="21027"/>
                    <a:pt x="701" y="20426"/>
                    <a:pt x="1068" y="19859"/>
                  </a:cubicBezTo>
                  <a:cubicBezTo>
                    <a:pt x="2068" y="17991"/>
                    <a:pt x="3236" y="16257"/>
                    <a:pt x="4537" y="14589"/>
                  </a:cubicBezTo>
                  <a:cubicBezTo>
                    <a:pt x="5971" y="12821"/>
                    <a:pt x="7439" y="11086"/>
                    <a:pt x="8873" y="9218"/>
                  </a:cubicBezTo>
                  <a:cubicBezTo>
                    <a:pt x="10308" y="7350"/>
                    <a:pt x="11909" y="5382"/>
                    <a:pt x="12743" y="3147"/>
                  </a:cubicBezTo>
                  <a:cubicBezTo>
                    <a:pt x="13010" y="2447"/>
                    <a:pt x="13643" y="779"/>
                    <a:pt x="12843" y="178"/>
                  </a:cubicBezTo>
                  <a:cubicBezTo>
                    <a:pt x="12678" y="55"/>
                    <a:pt x="12489" y="1"/>
                    <a:pt x="1228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4"/>
            <p:cNvSpPr/>
            <p:nvPr/>
          </p:nvSpPr>
          <p:spPr>
            <a:xfrm>
              <a:off x="8066100" y="3282975"/>
              <a:ext cx="290225" cy="462950"/>
            </a:xfrm>
            <a:custGeom>
              <a:avLst/>
              <a:gdLst/>
              <a:ahLst/>
              <a:cxnLst/>
              <a:rect l="l" t="t" r="r" b="b"/>
              <a:pathLst>
                <a:path w="11609" h="18518" extrusionOk="0">
                  <a:moveTo>
                    <a:pt x="10569" y="314"/>
                  </a:moveTo>
                  <a:cubicBezTo>
                    <a:pt x="10625" y="314"/>
                    <a:pt x="10673" y="331"/>
                    <a:pt x="10708" y="371"/>
                  </a:cubicBezTo>
                  <a:cubicBezTo>
                    <a:pt x="10975" y="638"/>
                    <a:pt x="9807" y="2105"/>
                    <a:pt x="9674" y="2306"/>
                  </a:cubicBezTo>
                  <a:cubicBezTo>
                    <a:pt x="9173" y="3006"/>
                    <a:pt x="8673" y="3707"/>
                    <a:pt x="8173" y="4407"/>
                  </a:cubicBezTo>
                  <a:cubicBezTo>
                    <a:pt x="7139" y="5808"/>
                    <a:pt x="6105" y="7176"/>
                    <a:pt x="5204" y="8643"/>
                  </a:cubicBezTo>
                  <a:cubicBezTo>
                    <a:pt x="4137" y="10445"/>
                    <a:pt x="3136" y="12279"/>
                    <a:pt x="2168" y="14114"/>
                  </a:cubicBezTo>
                  <a:cubicBezTo>
                    <a:pt x="2702" y="12713"/>
                    <a:pt x="3169" y="11279"/>
                    <a:pt x="3569" y="9811"/>
                  </a:cubicBezTo>
                  <a:cubicBezTo>
                    <a:pt x="4003" y="8076"/>
                    <a:pt x="4537" y="6475"/>
                    <a:pt x="5704" y="5074"/>
                  </a:cubicBezTo>
                  <a:cubicBezTo>
                    <a:pt x="6805" y="3740"/>
                    <a:pt x="7973" y="2472"/>
                    <a:pt x="9240" y="1271"/>
                  </a:cubicBezTo>
                  <a:cubicBezTo>
                    <a:pt x="9443" y="1069"/>
                    <a:pt x="10198" y="314"/>
                    <a:pt x="10569" y="314"/>
                  </a:cubicBezTo>
                  <a:close/>
                  <a:moveTo>
                    <a:pt x="10725" y="0"/>
                  </a:moveTo>
                  <a:cubicBezTo>
                    <a:pt x="9782" y="0"/>
                    <a:pt x="6381" y="3542"/>
                    <a:pt x="5071" y="5474"/>
                  </a:cubicBezTo>
                  <a:cubicBezTo>
                    <a:pt x="4337" y="6542"/>
                    <a:pt x="3803" y="7709"/>
                    <a:pt x="3503" y="8977"/>
                  </a:cubicBezTo>
                  <a:cubicBezTo>
                    <a:pt x="2869" y="11479"/>
                    <a:pt x="2002" y="13981"/>
                    <a:pt x="1001" y="16382"/>
                  </a:cubicBezTo>
                  <a:cubicBezTo>
                    <a:pt x="901" y="16582"/>
                    <a:pt x="767" y="16749"/>
                    <a:pt x="667" y="16949"/>
                  </a:cubicBezTo>
                  <a:cubicBezTo>
                    <a:pt x="501" y="17350"/>
                    <a:pt x="300" y="17717"/>
                    <a:pt x="134" y="18117"/>
                  </a:cubicBezTo>
                  <a:lnTo>
                    <a:pt x="501" y="17450"/>
                  </a:lnTo>
                  <a:lnTo>
                    <a:pt x="501" y="17450"/>
                  </a:lnTo>
                  <a:cubicBezTo>
                    <a:pt x="334" y="17817"/>
                    <a:pt x="167" y="18150"/>
                    <a:pt x="0" y="18517"/>
                  </a:cubicBezTo>
                  <a:lnTo>
                    <a:pt x="67" y="18517"/>
                  </a:lnTo>
                  <a:cubicBezTo>
                    <a:pt x="367" y="17917"/>
                    <a:pt x="701" y="17316"/>
                    <a:pt x="1068" y="16749"/>
                  </a:cubicBezTo>
                  <a:cubicBezTo>
                    <a:pt x="1268" y="16316"/>
                    <a:pt x="1468" y="15849"/>
                    <a:pt x="1668" y="15415"/>
                  </a:cubicBezTo>
                  <a:cubicBezTo>
                    <a:pt x="2736" y="13514"/>
                    <a:pt x="3770" y="11612"/>
                    <a:pt x="4870" y="9744"/>
                  </a:cubicBezTo>
                  <a:cubicBezTo>
                    <a:pt x="6472" y="6942"/>
                    <a:pt x="8540" y="4474"/>
                    <a:pt x="10274" y="1805"/>
                  </a:cubicBezTo>
                  <a:cubicBezTo>
                    <a:pt x="10474" y="1438"/>
                    <a:pt x="11609" y="137"/>
                    <a:pt x="10775" y="4"/>
                  </a:cubicBezTo>
                  <a:cubicBezTo>
                    <a:pt x="10759" y="1"/>
                    <a:pt x="10743" y="0"/>
                    <a:pt x="10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7698325" y="3263325"/>
              <a:ext cx="331600" cy="569000"/>
            </a:xfrm>
            <a:custGeom>
              <a:avLst/>
              <a:gdLst/>
              <a:ahLst/>
              <a:cxnLst/>
              <a:rect l="l" t="t" r="r" b="b"/>
              <a:pathLst>
                <a:path w="13264" h="22760" extrusionOk="0">
                  <a:moveTo>
                    <a:pt x="1558" y="1"/>
                  </a:moveTo>
                  <a:cubicBezTo>
                    <a:pt x="1374" y="1"/>
                    <a:pt x="1199" y="51"/>
                    <a:pt x="1035" y="156"/>
                  </a:cubicBezTo>
                  <a:cubicBezTo>
                    <a:pt x="1" y="823"/>
                    <a:pt x="401" y="4092"/>
                    <a:pt x="501" y="5026"/>
                  </a:cubicBezTo>
                  <a:cubicBezTo>
                    <a:pt x="801" y="7228"/>
                    <a:pt x="1669" y="9329"/>
                    <a:pt x="2936" y="11131"/>
                  </a:cubicBezTo>
                  <a:cubicBezTo>
                    <a:pt x="5805" y="15267"/>
                    <a:pt x="9975" y="18269"/>
                    <a:pt x="12810" y="22405"/>
                  </a:cubicBezTo>
                  <a:cubicBezTo>
                    <a:pt x="12843" y="22539"/>
                    <a:pt x="12910" y="22639"/>
                    <a:pt x="13043" y="22739"/>
                  </a:cubicBezTo>
                  <a:cubicBezTo>
                    <a:pt x="13064" y="22753"/>
                    <a:pt x="13086" y="22759"/>
                    <a:pt x="13107" y="22759"/>
                  </a:cubicBezTo>
                  <a:cubicBezTo>
                    <a:pt x="13190" y="22759"/>
                    <a:pt x="13263" y="22658"/>
                    <a:pt x="13210" y="22472"/>
                  </a:cubicBezTo>
                  <a:cubicBezTo>
                    <a:pt x="13177" y="22405"/>
                    <a:pt x="13143" y="22305"/>
                    <a:pt x="13110" y="22205"/>
                  </a:cubicBezTo>
                  <a:cubicBezTo>
                    <a:pt x="11150" y="16389"/>
                    <a:pt x="4878" y="1"/>
                    <a:pt x="155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7742525" y="3343950"/>
              <a:ext cx="287300" cy="488000"/>
            </a:xfrm>
            <a:custGeom>
              <a:avLst/>
              <a:gdLst/>
              <a:ahLst/>
              <a:cxnLst/>
              <a:rect l="l" t="t" r="r" b="b"/>
              <a:pathLst>
                <a:path w="11492" h="19520" extrusionOk="0">
                  <a:moveTo>
                    <a:pt x="1021" y="390"/>
                  </a:moveTo>
                  <a:cubicBezTo>
                    <a:pt x="1410" y="390"/>
                    <a:pt x="2022" y="1501"/>
                    <a:pt x="2202" y="1801"/>
                  </a:cubicBezTo>
                  <a:cubicBezTo>
                    <a:pt x="2669" y="2669"/>
                    <a:pt x="3136" y="3569"/>
                    <a:pt x="3603" y="4436"/>
                  </a:cubicBezTo>
                  <a:cubicBezTo>
                    <a:pt x="4537" y="6238"/>
                    <a:pt x="5438" y="8006"/>
                    <a:pt x="6372" y="9807"/>
                  </a:cubicBezTo>
                  <a:cubicBezTo>
                    <a:pt x="7539" y="12075"/>
                    <a:pt x="8707" y="14377"/>
                    <a:pt x="9874" y="16679"/>
                  </a:cubicBezTo>
                  <a:cubicBezTo>
                    <a:pt x="8674" y="15011"/>
                    <a:pt x="7406" y="13443"/>
                    <a:pt x="6005" y="11975"/>
                  </a:cubicBezTo>
                  <a:cubicBezTo>
                    <a:pt x="3470" y="9207"/>
                    <a:pt x="1435" y="6071"/>
                    <a:pt x="835" y="2302"/>
                  </a:cubicBezTo>
                  <a:cubicBezTo>
                    <a:pt x="768" y="2068"/>
                    <a:pt x="568" y="734"/>
                    <a:pt x="901" y="434"/>
                  </a:cubicBezTo>
                  <a:cubicBezTo>
                    <a:pt x="938" y="404"/>
                    <a:pt x="978" y="390"/>
                    <a:pt x="1021" y="390"/>
                  </a:cubicBezTo>
                  <a:close/>
                  <a:moveTo>
                    <a:pt x="1025" y="0"/>
                  </a:moveTo>
                  <a:cubicBezTo>
                    <a:pt x="931" y="0"/>
                    <a:pt x="834" y="31"/>
                    <a:pt x="735" y="100"/>
                  </a:cubicBezTo>
                  <a:cubicBezTo>
                    <a:pt x="1" y="600"/>
                    <a:pt x="501" y="2435"/>
                    <a:pt x="668" y="3069"/>
                  </a:cubicBezTo>
                  <a:cubicBezTo>
                    <a:pt x="1335" y="6038"/>
                    <a:pt x="2736" y="8773"/>
                    <a:pt x="4771" y="11041"/>
                  </a:cubicBezTo>
                  <a:cubicBezTo>
                    <a:pt x="6038" y="12509"/>
                    <a:pt x="7406" y="13877"/>
                    <a:pt x="8607" y="15411"/>
                  </a:cubicBezTo>
                  <a:cubicBezTo>
                    <a:pt x="9341" y="16378"/>
                    <a:pt x="10041" y="17412"/>
                    <a:pt x="10742" y="18413"/>
                  </a:cubicBezTo>
                  <a:cubicBezTo>
                    <a:pt x="10908" y="18780"/>
                    <a:pt x="11075" y="19147"/>
                    <a:pt x="11275" y="19481"/>
                  </a:cubicBezTo>
                  <a:cubicBezTo>
                    <a:pt x="11302" y="19507"/>
                    <a:pt x="11331" y="19520"/>
                    <a:pt x="11359" y="19520"/>
                  </a:cubicBezTo>
                  <a:cubicBezTo>
                    <a:pt x="11433" y="19520"/>
                    <a:pt x="11491" y="19427"/>
                    <a:pt x="11442" y="19280"/>
                  </a:cubicBezTo>
                  <a:cubicBezTo>
                    <a:pt x="11375" y="19180"/>
                    <a:pt x="11342" y="19080"/>
                    <a:pt x="11275" y="18980"/>
                  </a:cubicBezTo>
                  <a:cubicBezTo>
                    <a:pt x="8340" y="13043"/>
                    <a:pt x="5471" y="7072"/>
                    <a:pt x="2202" y="1334"/>
                  </a:cubicBezTo>
                  <a:cubicBezTo>
                    <a:pt x="2004" y="993"/>
                    <a:pt x="1563" y="0"/>
                    <a:pt x="1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4"/>
            <p:cNvSpPr/>
            <p:nvPr/>
          </p:nvSpPr>
          <p:spPr>
            <a:xfrm>
              <a:off x="8025225" y="1971675"/>
              <a:ext cx="179175" cy="730575"/>
            </a:xfrm>
            <a:custGeom>
              <a:avLst/>
              <a:gdLst/>
              <a:ahLst/>
              <a:cxnLst/>
              <a:rect l="l" t="t" r="r" b="b"/>
              <a:pathLst>
                <a:path w="7167" h="29223" extrusionOk="0">
                  <a:moveTo>
                    <a:pt x="4627" y="0"/>
                  </a:moveTo>
                  <a:cubicBezTo>
                    <a:pt x="4516" y="0"/>
                    <a:pt x="4397" y="17"/>
                    <a:pt x="4270" y="52"/>
                  </a:cubicBezTo>
                  <a:cubicBezTo>
                    <a:pt x="2803" y="452"/>
                    <a:pt x="2036" y="3387"/>
                    <a:pt x="1635" y="4555"/>
                  </a:cubicBezTo>
                  <a:cubicBezTo>
                    <a:pt x="835" y="7090"/>
                    <a:pt x="368" y="9692"/>
                    <a:pt x="201" y="12327"/>
                  </a:cubicBezTo>
                  <a:cubicBezTo>
                    <a:pt x="1" y="14695"/>
                    <a:pt x="168" y="17064"/>
                    <a:pt x="668" y="19399"/>
                  </a:cubicBezTo>
                  <a:cubicBezTo>
                    <a:pt x="1368" y="22401"/>
                    <a:pt x="2970" y="25970"/>
                    <a:pt x="3570" y="29006"/>
                  </a:cubicBezTo>
                  <a:cubicBezTo>
                    <a:pt x="3570" y="29039"/>
                    <a:pt x="3603" y="29072"/>
                    <a:pt x="3637" y="29106"/>
                  </a:cubicBezTo>
                  <a:cubicBezTo>
                    <a:pt x="3637" y="29139"/>
                    <a:pt x="3670" y="29173"/>
                    <a:pt x="3737" y="29173"/>
                  </a:cubicBezTo>
                  <a:cubicBezTo>
                    <a:pt x="3770" y="29206"/>
                    <a:pt x="3812" y="29223"/>
                    <a:pt x="3854" y="29223"/>
                  </a:cubicBezTo>
                  <a:cubicBezTo>
                    <a:pt x="3895" y="29223"/>
                    <a:pt x="3937" y="29206"/>
                    <a:pt x="3970" y="29173"/>
                  </a:cubicBezTo>
                  <a:cubicBezTo>
                    <a:pt x="4037" y="29139"/>
                    <a:pt x="4070" y="29072"/>
                    <a:pt x="4070" y="29006"/>
                  </a:cubicBezTo>
                  <a:cubicBezTo>
                    <a:pt x="4604" y="22635"/>
                    <a:pt x="5071" y="16263"/>
                    <a:pt x="5538" y="9892"/>
                  </a:cubicBezTo>
                  <a:cubicBezTo>
                    <a:pt x="5602" y="8805"/>
                    <a:pt x="7167" y="0"/>
                    <a:pt x="462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8064450" y="2077200"/>
              <a:ext cx="93400" cy="625050"/>
            </a:xfrm>
            <a:custGeom>
              <a:avLst/>
              <a:gdLst/>
              <a:ahLst/>
              <a:cxnLst/>
              <a:rect l="l" t="t" r="r" b="b"/>
              <a:pathLst>
                <a:path w="3736" h="25002" extrusionOk="0">
                  <a:moveTo>
                    <a:pt x="2823" y="408"/>
                  </a:moveTo>
                  <a:cubicBezTo>
                    <a:pt x="3343" y="408"/>
                    <a:pt x="3166" y="2066"/>
                    <a:pt x="3135" y="2502"/>
                  </a:cubicBezTo>
                  <a:cubicBezTo>
                    <a:pt x="3102" y="3036"/>
                    <a:pt x="3002" y="3603"/>
                    <a:pt x="2935" y="4137"/>
                  </a:cubicBezTo>
                  <a:cubicBezTo>
                    <a:pt x="2768" y="5237"/>
                    <a:pt x="2601" y="6338"/>
                    <a:pt x="2535" y="7472"/>
                  </a:cubicBezTo>
                  <a:cubicBezTo>
                    <a:pt x="2368" y="9440"/>
                    <a:pt x="2301" y="11475"/>
                    <a:pt x="2268" y="13443"/>
                  </a:cubicBezTo>
                  <a:cubicBezTo>
                    <a:pt x="2234" y="16345"/>
                    <a:pt x="2201" y="19247"/>
                    <a:pt x="2201" y="22116"/>
                  </a:cubicBezTo>
                  <a:cubicBezTo>
                    <a:pt x="2101" y="21582"/>
                    <a:pt x="2034" y="21015"/>
                    <a:pt x="1968" y="20482"/>
                  </a:cubicBezTo>
                  <a:cubicBezTo>
                    <a:pt x="1667" y="18313"/>
                    <a:pt x="1034" y="16212"/>
                    <a:pt x="767" y="14044"/>
                  </a:cubicBezTo>
                  <a:cubicBezTo>
                    <a:pt x="533" y="11875"/>
                    <a:pt x="567" y="9674"/>
                    <a:pt x="867" y="7506"/>
                  </a:cubicBezTo>
                  <a:cubicBezTo>
                    <a:pt x="1000" y="6405"/>
                    <a:pt x="1200" y="5337"/>
                    <a:pt x="1401" y="4237"/>
                  </a:cubicBezTo>
                  <a:cubicBezTo>
                    <a:pt x="1501" y="3570"/>
                    <a:pt x="2068" y="701"/>
                    <a:pt x="2701" y="434"/>
                  </a:cubicBezTo>
                  <a:cubicBezTo>
                    <a:pt x="2746" y="416"/>
                    <a:pt x="2786" y="408"/>
                    <a:pt x="2823" y="408"/>
                  </a:cubicBezTo>
                  <a:close/>
                  <a:moveTo>
                    <a:pt x="2894" y="0"/>
                  </a:moveTo>
                  <a:cubicBezTo>
                    <a:pt x="1263" y="0"/>
                    <a:pt x="0" y="10114"/>
                    <a:pt x="467" y="13877"/>
                  </a:cubicBezTo>
                  <a:cubicBezTo>
                    <a:pt x="733" y="16045"/>
                    <a:pt x="1367" y="18147"/>
                    <a:pt x="1701" y="20282"/>
                  </a:cubicBezTo>
                  <a:cubicBezTo>
                    <a:pt x="1901" y="21616"/>
                    <a:pt x="2034" y="22950"/>
                    <a:pt x="2168" y="24284"/>
                  </a:cubicBezTo>
                  <a:lnTo>
                    <a:pt x="2168" y="24952"/>
                  </a:lnTo>
                  <a:cubicBezTo>
                    <a:pt x="2201" y="24985"/>
                    <a:pt x="2243" y="25002"/>
                    <a:pt x="2285" y="25002"/>
                  </a:cubicBezTo>
                  <a:cubicBezTo>
                    <a:pt x="2326" y="25002"/>
                    <a:pt x="2368" y="24985"/>
                    <a:pt x="2401" y="24952"/>
                  </a:cubicBezTo>
                  <a:cubicBezTo>
                    <a:pt x="2401" y="24885"/>
                    <a:pt x="2401" y="24785"/>
                    <a:pt x="2401" y="24718"/>
                  </a:cubicBezTo>
                  <a:cubicBezTo>
                    <a:pt x="2468" y="21449"/>
                    <a:pt x="2468" y="18180"/>
                    <a:pt x="2501" y="14911"/>
                  </a:cubicBezTo>
                  <a:cubicBezTo>
                    <a:pt x="2501" y="12809"/>
                    <a:pt x="2535" y="10675"/>
                    <a:pt x="2668" y="8573"/>
                  </a:cubicBezTo>
                  <a:cubicBezTo>
                    <a:pt x="2802" y="6538"/>
                    <a:pt x="3202" y="4570"/>
                    <a:pt x="3369" y="2569"/>
                  </a:cubicBezTo>
                  <a:cubicBezTo>
                    <a:pt x="3402" y="2035"/>
                    <a:pt x="3736" y="0"/>
                    <a:pt x="2902" y="0"/>
                  </a:cubicBezTo>
                  <a:cubicBezTo>
                    <a:pt x="2899" y="0"/>
                    <a:pt x="2896" y="0"/>
                    <a:pt x="28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8149475" y="3022075"/>
              <a:ext cx="697200" cy="233825"/>
            </a:xfrm>
            <a:custGeom>
              <a:avLst/>
              <a:gdLst/>
              <a:ahLst/>
              <a:cxnLst/>
              <a:rect l="l" t="t" r="r" b="b"/>
              <a:pathLst>
                <a:path w="27888" h="9353" extrusionOk="0">
                  <a:moveTo>
                    <a:pt x="22441" y="0"/>
                  </a:moveTo>
                  <a:cubicBezTo>
                    <a:pt x="21731" y="0"/>
                    <a:pt x="21068" y="32"/>
                    <a:pt x="20616" y="32"/>
                  </a:cubicBezTo>
                  <a:cubicBezTo>
                    <a:pt x="18014" y="66"/>
                    <a:pt x="15479" y="499"/>
                    <a:pt x="13044" y="1333"/>
                  </a:cubicBezTo>
                  <a:cubicBezTo>
                    <a:pt x="8907" y="2701"/>
                    <a:pt x="5071" y="4836"/>
                    <a:pt x="1769" y="7671"/>
                  </a:cubicBezTo>
                  <a:cubicBezTo>
                    <a:pt x="1168" y="8205"/>
                    <a:pt x="568" y="8739"/>
                    <a:pt x="1" y="9306"/>
                  </a:cubicBezTo>
                  <a:cubicBezTo>
                    <a:pt x="1" y="9329"/>
                    <a:pt x="18" y="9353"/>
                    <a:pt x="39" y="9353"/>
                  </a:cubicBezTo>
                  <a:cubicBezTo>
                    <a:pt x="48" y="9353"/>
                    <a:pt x="58" y="9349"/>
                    <a:pt x="68" y="9339"/>
                  </a:cubicBezTo>
                  <a:cubicBezTo>
                    <a:pt x="3759" y="6440"/>
                    <a:pt x="7361" y="6139"/>
                    <a:pt x="10879" y="6139"/>
                  </a:cubicBezTo>
                  <a:cubicBezTo>
                    <a:pt x="11802" y="6139"/>
                    <a:pt x="12720" y="6160"/>
                    <a:pt x="13632" y="6160"/>
                  </a:cubicBezTo>
                  <a:cubicBezTo>
                    <a:pt x="15243" y="6160"/>
                    <a:pt x="16837" y="6095"/>
                    <a:pt x="18414" y="5736"/>
                  </a:cubicBezTo>
                  <a:cubicBezTo>
                    <a:pt x="19482" y="5503"/>
                    <a:pt x="27888" y="2968"/>
                    <a:pt x="25886" y="766"/>
                  </a:cubicBezTo>
                  <a:cubicBezTo>
                    <a:pt x="25277" y="114"/>
                    <a:pt x="23774" y="0"/>
                    <a:pt x="2244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8149475" y="3046150"/>
              <a:ext cx="553775" cy="208575"/>
            </a:xfrm>
            <a:custGeom>
              <a:avLst/>
              <a:gdLst/>
              <a:ahLst/>
              <a:cxnLst/>
              <a:rect l="l" t="t" r="r" b="b"/>
              <a:pathLst>
                <a:path w="22151" h="8343" extrusionOk="0">
                  <a:moveTo>
                    <a:pt x="20550" y="351"/>
                  </a:moveTo>
                  <a:cubicBezTo>
                    <a:pt x="21004" y="351"/>
                    <a:pt x="21327" y="404"/>
                    <a:pt x="21416" y="537"/>
                  </a:cubicBezTo>
                  <a:cubicBezTo>
                    <a:pt x="21783" y="1037"/>
                    <a:pt x="20382" y="1771"/>
                    <a:pt x="20082" y="1938"/>
                  </a:cubicBezTo>
                  <a:cubicBezTo>
                    <a:pt x="19348" y="2405"/>
                    <a:pt x="18548" y="2739"/>
                    <a:pt x="17747" y="2972"/>
                  </a:cubicBezTo>
                  <a:cubicBezTo>
                    <a:pt x="14578" y="3940"/>
                    <a:pt x="11176" y="3940"/>
                    <a:pt x="7973" y="4640"/>
                  </a:cubicBezTo>
                  <a:cubicBezTo>
                    <a:pt x="6439" y="4974"/>
                    <a:pt x="4904" y="5441"/>
                    <a:pt x="3437" y="6008"/>
                  </a:cubicBezTo>
                  <a:cubicBezTo>
                    <a:pt x="4604" y="5274"/>
                    <a:pt x="5772" y="4573"/>
                    <a:pt x="7006" y="3973"/>
                  </a:cubicBezTo>
                  <a:cubicBezTo>
                    <a:pt x="9875" y="2605"/>
                    <a:pt x="12910" y="1571"/>
                    <a:pt x="16012" y="971"/>
                  </a:cubicBezTo>
                  <a:cubicBezTo>
                    <a:pt x="17064" y="751"/>
                    <a:pt x="19301" y="351"/>
                    <a:pt x="20550" y="351"/>
                  </a:cubicBezTo>
                  <a:close/>
                  <a:moveTo>
                    <a:pt x="20682" y="1"/>
                  </a:moveTo>
                  <a:cubicBezTo>
                    <a:pt x="19899" y="1"/>
                    <a:pt x="18943" y="243"/>
                    <a:pt x="18581" y="304"/>
                  </a:cubicBezTo>
                  <a:cubicBezTo>
                    <a:pt x="15112" y="704"/>
                    <a:pt x="11743" y="1638"/>
                    <a:pt x="8540" y="3006"/>
                  </a:cubicBezTo>
                  <a:cubicBezTo>
                    <a:pt x="6205" y="3973"/>
                    <a:pt x="3970" y="5207"/>
                    <a:pt x="1902" y="6641"/>
                  </a:cubicBezTo>
                  <a:cubicBezTo>
                    <a:pt x="1836" y="6675"/>
                    <a:pt x="1802" y="6708"/>
                    <a:pt x="1769" y="6708"/>
                  </a:cubicBezTo>
                  <a:cubicBezTo>
                    <a:pt x="1135" y="7242"/>
                    <a:pt x="568" y="7776"/>
                    <a:pt x="1" y="8343"/>
                  </a:cubicBezTo>
                  <a:cubicBezTo>
                    <a:pt x="768" y="7809"/>
                    <a:pt x="1502" y="7275"/>
                    <a:pt x="2303" y="6742"/>
                  </a:cubicBezTo>
                  <a:cubicBezTo>
                    <a:pt x="4504" y="5741"/>
                    <a:pt x="6839" y="5040"/>
                    <a:pt x="9241" y="4607"/>
                  </a:cubicBezTo>
                  <a:cubicBezTo>
                    <a:pt x="12710" y="3973"/>
                    <a:pt x="16579" y="4106"/>
                    <a:pt x="19748" y="2405"/>
                  </a:cubicBezTo>
                  <a:cubicBezTo>
                    <a:pt x="20215" y="2172"/>
                    <a:pt x="22150" y="1204"/>
                    <a:pt x="21783" y="437"/>
                  </a:cubicBezTo>
                  <a:cubicBezTo>
                    <a:pt x="21638" y="106"/>
                    <a:pt x="21197" y="1"/>
                    <a:pt x="206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4"/>
            <p:cNvSpPr/>
            <p:nvPr/>
          </p:nvSpPr>
          <p:spPr>
            <a:xfrm>
              <a:off x="8481550" y="2466450"/>
              <a:ext cx="420175" cy="461600"/>
            </a:xfrm>
            <a:custGeom>
              <a:avLst/>
              <a:gdLst/>
              <a:ahLst/>
              <a:cxnLst/>
              <a:rect l="l" t="t" r="r" b="b"/>
              <a:pathLst>
                <a:path w="16807" h="18464" extrusionOk="0">
                  <a:moveTo>
                    <a:pt x="15097" y="0"/>
                  </a:moveTo>
                  <a:cubicBezTo>
                    <a:pt x="13119" y="0"/>
                    <a:pt x="9698" y="3999"/>
                    <a:pt x="9067" y="4712"/>
                  </a:cubicBezTo>
                  <a:cubicBezTo>
                    <a:pt x="5498" y="8614"/>
                    <a:pt x="3363" y="13384"/>
                    <a:pt x="428" y="17754"/>
                  </a:cubicBezTo>
                  <a:cubicBezTo>
                    <a:pt x="294" y="17954"/>
                    <a:pt x="161" y="18188"/>
                    <a:pt x="27" y="18388"/>
                  </a:cubicBezTo>
                  <a:cubicBezTo>
                    <a:pt x="1" y="18415"/>
                    <a:pt x="17" y="18464"/>
                    <a:pt x="42" y="18464"/>
                  </a:cubicBezTo>
                  <a:cubicBezTo>
                    <a:pt x="48" y="18464"/>
                    <a:pt x="54" y="18461"/>
                    <a:pt x="61" y="18455"/>
                  </a:cubicBezTo>
                  <a:lnTo>
                    <a:pt x="94" y="18455"/>
                  </a:lnTo>
                  <a:lnTo>
                    <a:pt x="194" y="18355"/>
                  </a:lnTo>
                  <a:cubicBezTo>
                    <a:pt x="361" y="18221"/>
                    <a:pt x="494" y="18088"/>
                    <a:pt x="661" y="17921"/>
                  </a:cubicBezTo>
                  <a:lnTo>
                    <a:pt x="861" y="17854"/>
                  </a:lnTo>
                  <a:cubicBezTo>
                    <a:pt x="4764" y="16253"/>
                    <a:pt x="8267" y="13785"/>
                    <a:pt x="11069" y="10616"/>
                  </a:cubicBezTo>
                  <a:cubicBezTo>
                    <a:pt x="12503" y="8981"/>
                    <a:pt x="13737" y="7180"/>
                    <a:pt x="14738" y="5245"/>
                  </a:cubicBezTo>
                  <a:cubicBezTo>
                    <a:pt x="15238" y="4278"/>
                    <a:pt x="16806" y="1843"/>
                    <a:pt x="16139" y="642"/>
                  </a:cubicBezTo>
                  <a:cubicBezTo>
                    <a:pt x="15889" y="189"/>
                    <a:pt x="15527" y="0"/>
                    <a:pt x="1509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8481550" y="2533450"/>
              <a:ext cx="360950" cy="394600"/>
            </a:xfrm>
            <a:custGeom>
              <a:avLst/>
              <a:gdLst/>
              <a:ahLst/>
              <a:cxnLst/>
              <a:rect l="l" t="t" r="r" b="b"/>
              <a:pathLst>
                <a:path w="14438" h="15784" extrusionOk="0">
                  <a:moveTo>
                    <a:pt x="13104" y="572"/>
                  </a:moveTo>
                  <a:cubicBezTo>
                    <a:pt x="13570" y="572"/>
                    <a:pt x="13948" y="857"/>
                    <a:pt x="13671" y="1498"/>
                  </a:cubicBezTo>
                  <a:lnTo>
                    <a:pt x="13704" y="1498"/>
                  </a:lnTo>
                  <a:cubicBezTo>
                    <a:pt x="13570" y="1831"/>
                    <a:pt x="13404" y="2132"/>
                    <a:pt x="13237" y="2432"/>
                  </a:cubicBezTo>
                  <a:cubicBezTo>
                    <a:pt x="12737" y="3232"/>
                    <a:pt x="12169" y="4000"/>
                    <a:pt x="11536" y="4733"/>
                  </a:cubicBezTo>
                  <a:cubicBezTo>
                    <a:pt x="10301" y="6101"/>
                    <a:pt x="9034" y="7435"/>
                    <a:pt x="7666" y="8736"/>
                  </a:cubicBezTo>
                  <a:cubicBezTo>
                    <a:pt x="5965" y="10404"/>
                    <a:pt x="4197" y="11939"/>
                    <a:pt x="2396" y="13473"/>
                  </a:cubicBezTo>
                  <a:cubicBezTo>
                    <a:pt x="3563" y="12072"/>
                    <a:pt x="4597" y="10538"/>
                    <a:pt x="5598" y="9070"/>
                  </a:cubicBezTo>
                  <a:cubicBezTo>
                    <a:pt x="6565" y="7636"/>
                    <a:pt x="7499" y="6235"/>
                    <a:pt x="8567" y="4900"/>
                  </a:cubicBezTo>
                  <a:cubicBezTo>
                    <a:pt x="9701" y="3499"/>
                    <a:pt x="10902" y="1898"/>
                    <a:pt x="12336" y="831"/>
                  </a:cubicBezTo>
                  <a:cubicBezTo>
                    <a:pt x="12552" y="662"/>
                    <a:pt x="12842" y="572"/>
                    <a:pt x="13104" y="572"/>
                  </a:cubicBezTo>
                  <a:close/>
                  <a:moveTo>
                    <a:pt x="13421" y="0"/>
                  </a:moveTo>
                  <a:cubicBezTo>
                    <a:pt x="12937" y="0"/>
                    <a:pt x="12359" y="430"/>
                    <a:pt x="12003" y="697"/>
                  </a:cubicBezTo>
                  <a:cubicBezTo>
                    <a:pt x="10802" y="1598"/>
                    <a:pt x="9834" y="2899"/>
                    <a:pt x="8867" y="4033"/>
                  </a:cubicBezTo>
                  <a:cubicBezTo>
                    <a:pt x="7900" y="5167"/>
                    <a:pt x="6966" y="6501"/>
                    <a:pt x="6065" y="7769"/>
                  </a:cubicBezTo>
                  <a:cubicBezTo>
                    <a:pt x="4464" y="10171"/>
                    <a:pt x="2863" y="12539"/>
                    <a:pt x="895" y="14674"/>
                  </a:cubicBezTo>
                  <a:cubicBezTo>
                    <a:pt x="761" y="14807"/>
                    <a:pt x="595" y="14941"/>
                    <a:pt x="461" y="15074"/>
                  </a:cubicBezTo>
                  <a:cubicBezTo>
                    <a:pt x="328" y="15274"/>
                    <a:pt x="161" y="15474"/>
                    <a:pt x="27" y="15708"/>
                  </a:cubicBezTo>
                  <a:cubicBezTo>
                    <a:pt x="1" y="15735"/>
                    <a:pt x="17" y="15784"/>
                    <a:pt x="60" y="15784"/>
                  </a:cubicBezTo>
                  <a:cubicBezTo>
                    <a:pt x="70" y="15784"/>
                    <a:pt x="81" y="15781"/>
                    <a:pt x="94" y="15775"/>
                  </a:cubicBezTo>
                  <a:cubicBezTo>
                    <a:pt x="128" y="15741"/>
                    <a:pt x="161" y="15708"/>
                    <a:pt x="228" y="15675"/>
                  </a:cubicBezTo>
                  <a:lnTo>
                    <a:pt x="394" y="15508"/>
                  </a:lnTo>
                  <a:cubicBezTo>
                    <a:pt x="561" y="15408"/>
                    <a:pt x="728" y="15274"/>
                    <a:pt x="895" y="15141"/>
                  </a:cubicBezTo>
                  <a:cubicBezTo>
                    <a:pt x="2896" y="13606"/>
                    <a:pt x="4764" y="11872"/>
                    <a:pt x="6599" y="10137"/>
                  </a:cubicBezTo>
                  <a:cubicBezTo>
                    <a:pt x="8934" y="7936"/>
                    <a:pt x="11602" y="5567"/>
                    <a:pt x="13304" y="2799"/>
                  </a:cubicBezTo>
                  <a:cubicBezTo>
                    <a:pt x="13637" y="2265"/>
                    <a:pt x="14438" y="1131"/>
                    <a:pt x="14037" y="397"/>
                  </a:cubicBezTo>
                  <a:cubicBezTo>
                    <a:pt x="13882" y="108"/>
                    <a:pt x="13663" y="0"/>
                    <a:pt x="134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8338800" y="1257225"/>
              <a:ext cx="139275" cy="610050"/>
            </a:xfrm>
            <a:custGeom>
              <a:avLst/>
              <a:gdLst/>
              <a:ahLst/>
              <a:cxnLst/>
              <a:rect l="l" t="t" r="r" b="b"/>
              <a:pathLst>
                <a:path w="5571" h="24402" extrusionOk="0">
                  <a:moveTo>
                    <a:pt x="3427" y="0"/>
                  </a:moveTo>
                  <a:cubicBezTo>
                    <a:pt x="2647" y="0"/>
                    <a:pt x="2056" y="1334"/>
                    <a:pt x="1801" y="1844"/>
                  </a:cubicBezTo>
                  <a:cubicBezTo>
                    <a:pt x="801" y="3845"/>
                    <a:pt x="234" y="6080"/>
                    <a:pt x="133" y="8348"/>
                  </a:cubicBezTo>
                  <a:cubicBezTo>
                    <a:pt x="0" y="10550"/>
                    <a:pt x="133" y="12752"/>
                    <a:pt x="467" y="14953"/>
                  </a:cubicBezTo>
                  <a:cubicBezTo>
                    <a:pt x="801" y="17355"/>
                    <a:pt x="1768" y="20224"/>
                    <a:pt x="1701" y="22725"/>
                  </a:cubicBezTo>
                  <a:cubicBezTo>
                    <a:pt x="1701" y="22959"/>
                    <a:pt x="1701" y="23192"/>
                    <a:pt x="1668" y="23426"/>
                  </a:cubicBezTo>
                  <a:cubicBezTo>
                    <a:pt x="1635" y="23526"/>
                    <a:pt x="1568" y="23659"/>
                    <a:pt x="1534" y="23760"/>
                  </a:cubicBezTo>
                  <a:lnTo>
                    <a:pt x="1368" y="24193"/>
                  </a:lnTo>
                  <a:cubicBezTo>
                    <a:pt x="1334" y="24227"/>
                    <a:pt x="1334" y="24293"/>
                    <a:pt x="1368" y="24327"/>
                  </a:cubicBezTo>
                  <a:cubicBezTo>
                    <a:pt x="1401" y="24377"/>
                    <a:pt x="1459" y="24402"/>
                    <a:pt x="1514" y="24402"/>
                  </a:cubicBezTo>
                  <a:cubicBezTo>
                    <a:pt x="1568" y="24402"/>
                    <a:pt x="1618" y="24377"/>
                    <a:pt x="1635" y="24327"/>
                  </a:cubicBezTo>
                  <a:cubicBezTo>
                    <a:pt x="1668" y="24227"/>
                    <a:pt x="1701" y="24160"/>
                    <a:pt x="1735" y="24093"/>
                  </a:cubicBezTo>
                  <a:cubicBezTo>
                    <a:pt x="3636" y="19657"/>
                    <a:pt x="5170" y="15220"/>
                    <a:pt x="5404" y="10350"/>
                  </a:cubicBezTo>
                  <a:cubicBezTo>
                    <a:pt x="5571" y="7948"/>
                    <a:pt x="5371" y="5513"/>
                    <a:pt x="4904" y="3145"/>
                  </a:cubicBezTo>
                  <a:cubicBezTo>
                    <a:pt x="4737" y="2478"/>
                    <a:pt x="4603" y="143"/>
                    <a:pt x="3536" y="9"/>
                  </a:cubicBezTo>
                  <a:cubicBezTo>
                    <a:pt x="3499" y="3"/>
                    <a:pt x="3463" y="0"/>
                    <a:pt x="342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8373825" y="1331900"/>
              <a:ext cx="70075" cy="535275"/>
            </a:xfrm>
            <a:custGeom>
              <a:avLst/>
              <a:gdLst/>
              <a:ahLst/>
              <a:cxnLst/>
              <a:rect l="l" t="t" r="r" b="b"/>
              <a:pathLst>
                <a:path w="2803" h="21411" extrusionOk="0">
                  <a:moveTo>
                    <a:pt x="1958" y="324"/>
                  </a:moveTo>
                  <a:cubicBezTo>
                    <a:pt x="1961" y="324"/>
                    <a:pt x="1965" y="324"/>
                    <a:pt x="1968" y="325"/>
                  </a:cubicBezTo>
                  <a:cubicBezTo>
                    <a:pt x="2435" y="325"/>
                    <a:pt x="2535" y="2593"/>
                    <a:pt x="2535" y="3093"/>
                  </a:cubicBezTo>
                  <a:cubicBezTo>
                    <a:pt x="2535" y="4061"/>
                    <a:pt x="2468" y="5028"/>
                    <a:pt x="2402" y="5995"/>
                  </a:cubicBezTo>
                  <a:cubicBezTo>
                    <a:pt x="2268" y="7997"/>
                    <a:pt x="2102" y="9998"/>
                    <a:pt x="1868" y="11966"/>
                  </a:cubicBezTo>
                  <a:cubicBezTo>
                    <a:pt x="1601" y="14168"/>
                    <a:pt x="1234" y="16303"/>
                    <a:pt x="734" y="18471"/>
                  </a:cubicBezTo>
                  <a:cubicBezTo>
                    <a:pt x="834" y="16603"/>
                    <a:pt x="634" y="14702"/>
                    <a:pt x="567" y="12967"/>
                  </a:cubicBezTo>
                  <a:cubicBezTo>
                    <a:pt x="467" y="10999"/>
                    <a:pt x="434" y="9064"/>
                    <a:pt x="500" y="7096"/>
                  </a:cubicBezTo>
                  <a:cubicBezTo>
                    <a:pt x="534" y="6129"/>
                    <a:pt x="634" y="5161"/>
                    <a:pt x="734" y="4194"/>
                  </a:cubicBezTo>
                  <a:cubicBezTo>
                    <a:pt x="833" y="3365"/>
                    <a:pt x="1329" y="324"/>
                    <a:pt x="1958" y="324"/>
                  </a:cubicBezTo>
                  <a:close/>
                  <a:moveTo>
                    <a:pt x="2063" y="1"/>
                  </a:moveTo>
                  <a:cubicBezTo>
                    <a:pt x="265" y="1"/>
                    <a:pt x="234" y="8130"/>
                    <a:pt x="234" y="9198"/>
                  </a:cubicBezTo>
                  <a:cubicBezTo>
                    <a:pt x="234" y="11433"/>
                    <a:pt x="400" y="13667"/>
                    <a:pt x="500" y="15869"/>
                  </a:cubicBezTo>
                  <a:cubicBezTo>
                    <a:pt x="534" y="17170"/>
                    <a:pt x="500" y="18438"/>
                    <a:pt x="300" y="19705"/>
                  </a:cubicBezTo>
                  <a:cubicBezTo>
                    <a:pt x="267" y="20072"/>
                    <a:pt x="200" y="20406"/>
                    <a:pt x="133" y="20739"/>
                  </a:cubicBezTo>
                  <a:cubicBezTo>
                    <a:pt x="100" y="20906"/>
                    <a:pt x="67" y="21039"/>
                    <a:pt x="33" y="21173"/>
                  </a:cubicBezTo>
                  <a:cubicBezTo>
                    <a:pt x="33" y="21240"/>
                    <a:pt x="0" y="21273"/>
                    <a:pt x="0" y="21340"/>
                  </a:cubicBezTo>
                  <a:cubicBezTo>
                    <a:pt x="31" y="21386"/>
                    <a:pt x="76" y="21411"/>
                    <a:pt x="119" y="21411"/>
                  </a:cubicBezTo>
                  <a:cubicBezTo>
                    <a:pt x="169" y="21411"/>
                    <a:pt x="216" y="21378"/>
                    <a:pt x="234" y="21306"/>
                  </a:cubicBezTo>
                  <a:cubicBezTo>
                    <a:pt x="267" y="21240"/>
                    <a:pt x="300" y="21173"/>
                    <a:pt x="334" y="21073"/>
                  </a:cubicBezTo>
                  <a:cubicBezTo>
                    <a:pt x="467" y="20739"/>
                    <a:pt x="534" y="20372"/>
                    <a:pt x="600" y="19972"/>
                  </a:cubicBezTo>
                  <a:cubicBezTo>
                    <a:pt x="1368" y="16970"/>
                    <a:pt x="1901" y="13868"/>
                    <a:pt x="2235" y="10765"/>
                  </a:cubicBezTo>
                  <a:cubicBezTo>
                    <a:pt x="2468" y="8497"/>
                    <a:pt x="2635" y="6229"/>
                    <a:pt x="2735" y="3960"/>
                  </a:cubicBezTo>
                  <a:cubicBezTo>
                    <a:pt x="2802" y="2960"/>
                    <a:pt x="2769" y="1992"/>
                    <a:pt x="2635" y="992"/>
                  </a:cubicBezTo>
                  <a:cubicBezTo>
                    <a:pt x="2602" y="725"/>
                    <a:pt x="2569" y="124"/>
                    <a:pt x="2235" y="24"/>
                  </a:cubicBezTo>
                  <a:cubicBezTo>
                    <a:pt x="2176" y="8"/>
                    <a:pt x="2119" y="1"/>
                    <a:pt x="2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8365475" y="2101850"/>
              <a:ext cx="373625" cy="506425"/>
            </a:xfrm>
            <a:custGeom>
              <a:avLst/>
              <a:gdLst/>
              <a:ahLst/>
              <a:cxnLst/>
              <a:rect l="l" t="t" r="r" b="b"/>
              <a:pathLst>
                <a:path w="14945" h="20257" extrusionOk="0">
                  <a:moveTo>
                    <a:pt x="13625" y="0"/>
                  </a:moveTo>
                  <a:cubicBezTo>
                    <a:pt x="12946" y="0"/>
                    <a:pt x="12071" y="619"/>
                    <a:pt x="11675" y="882"/>
                  </a:cubicBezTo>
                  <a:cubicBezTo>
                    <a:pt x="9807" y="2117"/>
                    <a:pt x="8206" y="3751"/>
                    <a:pt x="7005" y="5652"/>
                  </a:cubicBezTo>
                  <a:cubicBezTo>
                    <a:pt x="5805" y="7487"/>
                    <a:pt x="4771" y="9455"/>
                    <a:pt x="3937" y="11523"/>
                  </a:cubicBezTo>
                  <a:cubicBezTo>
                    <a:pt x="3036" y="13792"/>
                    <a:pt x="2436" y="16727"/>
                    <a:pt x="1135" y="18862"/>
                  </a:cubicBezTo>
                  <a:cubicBezTo>
                    <a:pt x="1001" y="19062"/>
                    <a:pt x="868" y="19262"/>
                    <a:pt x="734" y="19462"/>
                  </a:cubicBezTo>
                  <a:lnTo>
                    <a:pt x="434" y="19696"/>
                  </a:lnTo>
                  <a:lnTo>
                    <a:pt x="67" y="19963"/>
                  </a:lnTo>
                  <a:cubicBezTo>
                    <a:pt x="34" y="19996"/>
                    <a:pt x="0" y="20063"/>
                    <a:pt x="0" y="20129"/>
                  </a:cubicBezTo>
                  <a:cubicBezTo>
                    <a:pt x="25" y="20202"/>
                    <a:pt x="101" y="20256"/>
                    <a:pt x="179" y="20256"/>
                  </a:cubicBezTo>
                  <a:cubicBezTo>
                    <a:pt x="209" y="20256"/>
                    <a:pt x="239" y="20248"/>
                    <a:pt x="267" y="20230"/>
                  </a:cubicBezTo>
                  <a:lnTo>
                    <a:pt x="467" y="20063"/>
                  </a:lnTo>
                  <a:cubicBezTo>
                    <a:pt x="4337" y="17227"/>
                    <a:pt x="7839" y="14125"/>
                    <a:pt x="10508" y="10056"/>
                  </a:cubicBezTo>
                  <a:cubicBezTo>
                    <a:pt x="11842" y="8054"/>
                    <a:pt x="12910" y="5853"/>
                    <a:pt x="13677" y="3584"/>
                  </a:cubicBezTo>
                  <a:cubicBezTo>
                    <a:pt x="13910" y="2917"/>
                    <a:pt x="14944" y="816"/>
                    <a:pt x="14111" y="148"/>
                  </a:cubicBezTo>
                  <a:cubicBezTo>
                    <a:pt x="13971" y="44"/>
                    <a:pt x="13805" y="0"/>
                    <a:pt x="13625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4"/>
            <p:cNvSpPr/>
            <p:nvPr/>
          </p:nvSpPr>
          <p:spPr>
            <a:xfrm>
              <a:off x="8365475" y="2167475"/>
              <a:ext cx="322750" cy="440950"/>
            </a:xfrm>
            <a:custGeom>
              <a:avLst/>
              <a:gdLst/>
              <a:ahLst/>
              <a:cxnLst/>
              <a:rect l="l" t="t" r="r" b="b"/>
              <a:pathLst>
                <a:path w="12910" h="17638" extrusionOk="0">
                  <a:moveTo>
                    <a:pt x="12175" y="320"/>
                  </a:moveTo>
                  <a:cubicBezTo>
                    <a:pt x="12226" y="320"/>
                    <a:pt x="12271" y="333"/>
                    <a:pt x="12309" y="359"/>
                  </a:cubicBezTo>
                  <a:cubicBezTo>
                    <a:pt x="12710" y="592"/>
                    <a:pt x="11642" y="2594"/>
                    <a:pt x="11409" y="2994"/>
                  </a:cubicBezTo>
                  <a:cubicBezTo>
                    <a:pt x="10908" y="3828"/>
                    <a:pt x="10375" y="4662"/>
                    <a:pt x="9841" y="5462"/>
                  </a:cubicBezTo>
                  <a:cubicBezTo>
                    <a:pt x="8707" y="7130"/>
                    <a:pt x="7573" y="8765"/>
                    <a:pt x="6372" y="10366"/>
                  </a:cubicBezTo>
                  <a:cubicBezTo>
                    <a:pt x="5037" y="12101"/>
                    <a:pt x="3636" y="13768"/>
                    <a:pt x="2135" y="15370"/>
                  </a:cubicBezTo>
                  <a:cubicBezTo>
                    <a:pt x="3136" y="13835"/>
                    <a:pt x="3937" y="12067"/>
                    <a:pt x="4737" y="10533"/>
                  </a:cubicBezTo>
                  <a:cubicBezTo>
                    <a:pt x="5638" y="8798"/>
                    <a:pt x="6572" y="7097"/>
                    <a:pt x="7639" y="5429"/>
                  </a:cubicBezTo>
                  <a:cubicBezTo>
                    <a:pt x="8140" y="4595"/>
                    <a:pt x="8707" y="3828"/>
                    <a:pt x="9307" y="3027"/>
                  </a:cubicBezTo>
                  <a:cubicBezTo>
                    <a:pt x="9772" y="2408"/>
                    <a:pt x="11503" y="320"/>
                    <a:pt x="12175" y="320"/>
                  </a:cubicBezTo>
                  <a:close/>
                  <a:moveTo>
                    <a:pt x="12195" y="1"/>
                  </a:moveTo>
                  <a:cubicBezTo>
                    <a:pt x="10470" y="1"/>
                    <a:pt x="6855" y="6249"/>
                    <a:pt x="6338" y="7130"/>
                  </a:cubicBezTo>
                  <a:cubicBezTo>
                    <a:pt x="5204" y="9032"/>
                    <a:pt x="4237" y="11067"/>
                    <a:pt x="3203" y="13001"/>
                  </a:cubicBezTo>
                  <a:cubicBezTo>
                    <a:pt x="2602" y="14135"/>
                    <a:pt x="1902" y="15236"/>
                    <a:pt x="1101" y="16237"/>
                  </a:cubicBezTo>
                  <a:cubicBezTo>
                    <a:pt x="901" y="16504"/>
                    <a:pt x="668" y="16804"/>
                    <a:pt x="434" y="17071"/>
                  </a:cubicBezTo>
                  <a:cubicBezTo>
                    <a:pt x="334" y="17171"/>
                    <a:pt x="234" y="17271"/>
                    <a:pt x="134" y="17371"/>
                  </a:cubicBezTo>
                  <a:lnTo>
                    <a:pt x="0" y="17504"/>
                  </a:lnTo>
                  <a:cubicBezTo>
                    <a:pt x="0" y="17593"/>
                    <a:pt x="60" y="17638"/>
                    <a:pt x="129" y="17638"/>
                  </a:cubicBezTo>
                  <a:cubicBezTo>
                    <a:pt x="164" y="17638"/>
                    <a:pt x="201" y="17627"/>
                    <a:pt x="234" y="17605"/>
                  </a:cubicBezTo>
                  <a:lnTo>
                    <a:pt x="434" y="17471"/>
                  </a:lnTo>
                  <a:cubicBezTo>
                    <a:pt x="701" y="17204"/>
                    <a:pt x="968" y="16937"/>
                    <a:pt x="1201" y="16637"/>
                  </a:cubicBezTo>
                  <a:cubicBezTo>
                    <a:pt x="3403" y="14402"/>
                    <a:pt x="5438" y="12001"/>
                    <a:pt x="7272" y="9465"/>
                  </a:cubicBezTo>
                  <a:cubicBezTo>
                    <a:pt x="8640" y="7631"/>
                    <a:pt x="9908" y="5763"/>
                    <a:pt x="11142" y="3828"/>
                  </a:cubicBezTo>
                  <a:cubicBezTo>
                    <a:pt x="11675" y="3027"/>
                    <a:pt x="12142" y="2127"/>
                    <a:pt x="12509" y="1226"/>
                  </a:cubicBezTo>
                  <a:cubicBezTo>
                    <a:pt x="12609" y="959"/>
                    <a:pt x="12910" y="459"/>
                    <a:pt x="12643" y="192"/>
                  </a:cubicBezTo>
                  <a:cubicBezTo>
                    <a:pt x="12515" y="61"/>
                    <a:pt x="12364" y="1"/>
                    <a:pt x="121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4"/>
            <p:cNvSpPr/>
            <p:nvPr/>
          </p:nvSpPr>
          <p:spPr>
            <a:xfrm>
              <a:off x="7813425" y="1719475"/>
              <a:ext cx="754800" cy="2314150"/>
            </a:xfrm>
            <a:custGeom>
              <a:avLst/>
              <a:gdLst/>
              <a:ahLst/>
              <a:cxnLst/>
              <a:rect l="l" t="t" r="r" b="b"/>
              <a:pathLst>
                <a:path w="30192" h="92566" extrusionOk="0">
                  <a:moveTo>
                    <a:pt x="23416" y="0"/>
                  </a:moveTo>
                  <a:cubicBezTo>
                    <a:pt x="23364" y="0"/>
                    <a:pt x="23317" y="29"/>
                    <a:pt x="23317" y="99"/>
                  </a:cubicBezTo>
                  <a:cubicBezTo>
                    <a:pt x="20982" y="16945"/>
                    <a:pt x="14077" y="32222"/>
                    <a:pt x="8006" y="47967"/>
                  </a:cubicBezTo>
                  <a:lnTo>
                    <a:pt x="7806" y="48500"/>
                  </a:lnTo>
                  <a:cubicBezTo>
                    <a:pt x="7906" y="45999"/>
                    <a:pt x="7706" y="43464"/>
                    <a:pt x="7172" y="40995"/>
                  </a:cubicBezTo>
                  <a:cubicBezTo>
                    <a:pt x="7172" y="40945"/>
                    <a:pt x="7130" y="40920"/>
                    <a:pt x="7084" y="40920"/>
                  </a:cubicBezTo>
                  <a:cubicBezTo>
                    <a:pt x="7038" y="40920"/>
                    <a:pt x="6988" y="40945"/>
                    <a:pt x="6972" y="40995"/>
                  </a:cubicBezTo>
                  <a:cubicBezTo>
                    <a:pt x="7172" y="44564"/>
                    <a:pt x="6805" y="48033"/>
                    <a:pt x="6772" y="51603"/>
                  </a:cubicBezTo>
                  <a:cubicBezTo>
                    <a:pt x="6038" y="53871"/>
                    <a:pt x="5571" y="56239"/>
                    <a:pt x="5371" y="58641"/>
                  </a:cubicBezTo>
                  <a:cubicBezTo>
                    <a:pt x="5204" y="61510"/>
                    <a:pt x="5270" y="64412"/>
                    <a:pt x="5571" y="67281"/>
                  </a:cubicBezTo>
                  <a:cubicBezTo>
                    <a:pt x="4503" y="63344"/>
                    <a:pt x="3369" y="59408"/>
                    <a:pt x="2602" y="55372"/>
                  </a:cubicBezTo>
                  <a:cubicBezTo>
                    <a:pt x="1368" y="49301"/>
                    <a:pt x="567" y="43163"/>
                    <a:pt x="167" y="36959"/>
                  </a:cubicBezTo>
                  <a:cubicBezTo>
                    <a:pt x="167" y="36909"/>
                    <a:pt x="125" y="36884"/>
                    <a:pt x="83" y="36884"/>
                  </a:cubicBezTo>
                  <a:cubicBezTo>
                    <a:pt x="42" y="36884"/>
                    <a:pt x="0" y="36909"/>
                    <a:pt x="0" y="36959"/>
                  </a:cubicBezTo>
                  <a:cubicBezTo>
                    <a:pt x="67" y="43430"/>
                    <a:pt x="667" y="49868"/>
                    <a:pt x="1801" y="56239"/>
                  </a:cubicBezTo>
                  <a:cubicBezTo>
                    <a:pt x="2769" y="61643"/>
                    <a:pt x="3970" y="67281"/>
                    <a:pt x="6104" y="72384"/>
                  </a:cubicBezTo>
                  <a:cubicBezTo>
                    <a:pt x="6838" y="79122"/>
                    <a:pt x="7839" y="86094"/>
                    <a:pt x="10341" y="92399"/>
                  </a:cubicBezTo>
                  <a:cubicBezTo>
                    <a:pt x="10379" y="92515"/>
                    <a:pt x="10473" y="92566"/>
                    <a:pt x="10565" y="92566"/>
                  </a:cubicBezTo>
                  <a:cubicBezTo>
                    <a:pt x="10712" y="92566"/>
                    <a:pt x="10856" y="92436"/>
                    <a:pt x="10774" y="92232"/>
                  </a:cubicBezTo>
                  <a:cubicBezTo>
                    <a:pt x="10474" y="90897"/>
                    <a:pt x="10174" y="89563"/>
                    <a:pt x="9874" y="88196"/>
                  </a:cubicBezTo>
                  <a:cubicBezTo>
                    <a:pt x="10307" y="85861"/>
                    <a:pt x="10341" y="83459"/>
                    <a:pt x="10908" y="81124"/>
                  </a:cubicBezTo>
                  <a:cubicBezTo>
                    <a:pt x="11575" y="78355"/>
                    <a:pt x="12576" y="75720"/>
                    <a:pt x="13877" y="73185"/>
                  </a:cubicBezTo>
                  <a:cubicBezTo>
                    <a:pt x="13944" y="73072"/>
                    <a:pt x="13844" y="72975"/>
                    <a:pt x="13742" y="72975"/>
                  </a:cubicBezTo>
                  <a:cubicBezTo>
                    <a:pt x="13692" y="72975"/>
                    <a:pt x="13642" y="72997"/>
                    <a:pt x="13610" y="73051"/>
                  </a:cubicBezTo>
                  <a:cubicBezTo>
                    <a:pt x="11608" y="76320"/>
                    <a:pt x="9640" y="80690"/>
                    <a:pt x="9207" y="84893"/>
                  </a:cubicBezTo>
                  <a:cubicBezTo>
                    <a:pt x="8840" y="82892"/>
                    <a:pt x="8506" y="80924"/>
                    <a:pt x="8206" y="78956"/>
                  </a:cubicBezTo>
                  <a:cubicBezTo>
                    <a:pt x="8406" y="72251"/>
                    <a:pt x="10241" y="65413"/>
                    <a:pt x="14711" y="60376"/>
                  </a:cubicBezTo>
                  <a:cubicBezTo>
                    <a:pt x="17012" y="57774"/>
                    <a:pt x="19714" y="55606"/>
                    <a:pt x="22283" y="53271"/>
                  </a:cubicBezTo>
                  <a:cubicBezTo>
                    <a:pt x="25118" y="50702"/>
                    <a:pt x="27720" y="47900"/>
                    <a:pt x="30122" y="44931"/>
                  </a:cubicBezTo>
                  <a:cubicBezTo>
                    <a:pt x="30192" y="44838"/>
                    <a:pt x="30114" y="44728"/>
                    <a:pt x="30027" y="44728"/>
                  </a:cubicBezTo>
                  <a:cubicBezTo>
                    <a:pt x="29990" y="44728"/>
                    <a:pt x="29951" y="44748"/>
                    <a:pt x="29921" y="44798"/>
                  </a:cubicBezTo>
                  <a:cubicBezTo>
                    <a:pt x="26786" y="48134"/>
                    <a:pt x="23483" y="51302"/>
                    <a:pt x="19981" y="54271"/>
                  </a:cubicBezTo>
                  <a:cubicBezTo>
                    <a:pt x="17279" y="56573"/>
                    <a:pt x="14510" y="58875"/>
                    <a:pt x="12376" y="61743"/>
                  </a:cubicBezTo>
                  <a:cubicBezTo>
                    <a:pt x="9807" y="65179"/>
                    <a:pt x="8139" y="69749"/>
                    <a:pt x="7572" y="74352"/>
                  </a:cubicBezTo>
                  <a:cubicBezTo>
                    <a:pt x="7339" y="72484"/>
                    <a:pt x="7138" y="70616"/>
                    <a:pt x="6938" y="68748"/>
                  </a:cubicBezTo>
                  <a:cubicBezTo>
                    <a:pt x="6571" y="64912"/>
                    <a:pt x="6238" y="61043"/>
                    <a:pt x="6738" y="57207"/>
                  </a:cubicBezTo>
                  <a:cubicBezTo>
                    <a:pt x="6772" y="56806"/>
                    <a:pt x="6838" y="56439"/>
                    <a:pt x="6905" y="56073"/>
                  </a:cubicBezTo>
                  <a:cubicBezTo>
                    <a:pt x="6938" y="56073"/>
                    <a:pt x="6972" y="56039"/>
                    <a:pt x="6972" y="56006"/>
                  </a:cubicBezTo>
                  <a:cubicBezTo>
                    <a:pt x="8740" y="51736"/>
                    <a:pt x="11141" y="47733"/>
                    <a:pt x="14110" y="44164"/>
                  </a:cubicBezTo>
                  <a:cubicBezTo>
                    <a:pt x="16112" y="42630"/>
                    <a:pt x="18246" y="41295"/>
                    <a:pt x="20515" y="40195"/>
                  </a:cubicBezTo>
                  <a:cubicBezTo>
                    <a:pt x="22850" y="39027"/>
                    <a:pt x="25118" y="37893"/>
                    <a:pt x="27086" y="36192"/>
                  </a:cubicBezTo>
                  <a:cubicBezTo>
                    <a:pt x="27167" y="36111"/>
                    <a:pt x="27117" y="35964"/>
                    <a:pt x="27024" y="35964"/>
                  </a:cubicBezTo>
                  <a:cubicBezTo>
                    <a:pt x="27002" y="35964"/>
                    <a:pt x="26978" y="35972"/>
                    <a:pt x="26953" y="35992"/>
                  </a:cubicBezTo>
                  <a:cubicBezTo>
                    <a:pt x="23984" y="38026"/>
                    <a:pt x="19981" y="39194"/>
                    <a:pt x="16745" y="41162"/>
                  </a:cubicBezTo>
                  <a:cubicBezTo>
                    <a:pt x="17179" y="40762"/>
                    <a:pt x="17546" y="40328"/>
                    <a:pt x="17980" y="39928"/>
                  </a:cubicBezTo>
                  <a:cubicBezTo>
                    <a:pt x="21916" y="35992"/>
                    <a:pt x="26619" y="32522"/>
                    <a:pt x="28087" y="26885"/>
                  </a:cubicBezTo>
                  <a:cubicBezTo>
                    <a:pt x="28125" y="26771"/>
                    <a:pt x="28044" y="26711"/>
                    <a:pt x="27955" y="26711"/>
                  </a:cubicBezTo>
                  <a:cubicBezTo>
                    <a:pt x="27888" y="26711"/>
                    <a:pt x="27815" y="26746"/>
                    <a:pt x="27787" y="26818"/>
                  </a:cubicBezTo>
                  <a:cubicBezTo>
                    <a:pt x="25885" y="32923"/>
                    <a:pt x="19581" y="36759"/>
                    <a:pt x="15411" y="41262"/>
                  </a:cubicBezTo>
                  <a:cubicBezTo>
                    <a:pt x="12309" y="44598"/>
                    <a:pt x="9340" y="48467"/>
                    <a:pt x="7672" y="52770"/>
                  </a:cubicBezTo>
                  <a:cubicBezTo>
                    <a:pt x="8439" y="50268"/>
                    <a:pt x="9340" y="47800"/>
                    <a:pt x="10341" y="45398"/>
                  </a:cubicBezTo>
                  <a:cubicBezTo>
                    <a:pt x="16278" y="30754"/>
                    <a:pt x="21716" y="15910"/>
                    <a:pt x="23550" y="133"/>
                  </a:cubicBezTo>
                  <a:cubicBezTo>
                    <a:pt x="23570" y="55"/>
                    <a:pt x="23488" y="0"/>
                    <a:pt x="23416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4"/>
            <p:cNvSpPr/>
            <p:nvPr/>
          </p:nvSpPr>
          <p:spPr>
            <a:xfrm>
              <a:off x="7867625" y="3875150"/>
              <a:ext cx="317750" cy="452025"/>
            </a:xfrm>
            <a:custGeom>
              <a:avLst/>
              <a:gdLst/>
              <a:ahLst/>
              <a:cxnLst/>
              <a:rect l="l" t="t" r="r" b="b"/>
              <a:pathLst>
                <a:path w="12710" h="18081" extrusionOk="0">
                  <a:moveTo>
                    <a:pt x="0" y="0"/>
                  </a:moveTo>
                  <a:lnTo>
                    <a:pt x="0" y="18080"/>
                  </a:lnTo>
                  <a:lnTo>
                    <a:pt x="12709" y="18080"/>
                  </a:lnTo>
                  <a:lnTo>
                    <a:pt x="12709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24"/>
          <p:cNvSpPr txBox="1">
            <a:spLocks noGrp="1"/>
          </p:cNvSpPr>
          <p:nvPr>
            <p:ph type="ctrTitle"/>
          </p:nvPr>
        </p:nvSpPr>
        <p:spPr>
          <a:xfrm>
            <a:off x="628534" y="517113"/>
            <a:ext cx="4558903" cy="30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CultureJam</a:t>
            </a:r>
            <a:endParaRPr dirty="0"/>
          </a:p>
        </p:txBody>
      </p:sp>
      <p:sp>
        <p:nvSpPr>
          <p:cNvPr id="212" name="Google Shape;212;p24"/>
          <p:cNvSpPr/>
          <p:nvPr/>
        </p:nvSpPr>
        <p:spPr>
          <a:xfrm rot="1046649">
            <a:off x="655360" y="967054"/>
            <a:ext cx="433564" cy="370108"/>
          </a:xfrm>
          <a:custGeom>
            <a:avLst/>
            <a:gdLst/>
            <a:ahLst/>
            <a:cxnLst/>
            <a:rect l="l" t="t" r="r" b="b"/>
            <a:pathLst>
              <a:path w="15345" h="13098" extrusionOk="0">
                <a:moveTo>
                  <a:pt x="4109" y="1"/>
                </a:moveTo>
                <a:cubicBezTo>
                  <a:pt x="3867" y="1"/>
                  <a:pt x="3610" y="39"/>
                  <a:pt x="3336" y="121"/>
                </a:cubicBezTo>
                <a:cubicBezTo>
                  <a:pt x="934" y="855"/>
                  <a:pt x="0" y="4158"/>
                  <a:pt x="1501" y="7226"/>
                </a:cubicBezTo>
                <a:cubicBezTo>
                  <a:pt x="3336" y="10929"/>
                  <a:pt x="7672" y="13097"/>
                  <a:pt x="7672" y="13097"/>
                </a:cubicBezTo>
                <a:cubicBezTo>
                  <a:pt x="7672" y="13097"/>
                  <a:pt x="12009" y="10929"/>
                  <a:pt x="13843" y="7226"/>
                </a:cubicBezTo>
                <a:cubicBezTo>
                  <a:pt x="15345" y="4158"/>
                  <a:pt x="14377" y="855"/>
                  <a:pt x="11975" y="121"/>
                </a:cubicBezTo>
                <a:cubicBezTo>
                  <a:pt x="11702" y="39"/>
                  <a:pt x="11444" y="1"/>
                  <a:pt x="11202" y="1"/>
                </a:cubicBezTo>
                <a:cubicBezTo>
                  <a:pt x="8402" y="1"/>
                  <a:pt x="7639" y="5058"/>
                  <a:pt x="7639" y="5058"/>
                </a:cubicBezTo>
                <a:cubicBezTo>
                  <a:pt x="7639" y="5058"/>
                  <a:pt x="6904" y="1"/>
                  <a:pt x="410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4"/>
          <p:cNvSpPr txBox="1">
            <a:spLocks noGrp="1"/>
          </p:cNvSpPr>
          <p:nvPr>
            <p:ph type="subTitle" idx="1"/>
          </p:nvPr>
        </p:nvSpPr>
        <p:spPr>
          <a:xfrm>
            <a:off x="895496" y="2318121"/>
            <a:ext cx="4226400" cy="56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/>
              <a:t>La Culture c’est de la confiture*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A86D2D-50B2-6973-D599-C683897B8A06}"/>
              </a:ext>
            </a:extLst>
          </p:cNvPr>
          <p:cNvSpPr txBox="1"/>
          <p:nvPr/>
        </p:nvSpPr>
        <p:spPr>
          <a:xfrm>
            <a:off x="1910478" y="4837439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i="0" dirty="0" err="1">
                <a:solidFill>
                  <a:schemeClr val="tx1"/>
                </a:solidFill>
                <a:effectLst/>
                <a:latin typeface="Google Sans"/>
              </a:rPr>
              <a:t>CultureJam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Google Sans"/>
              </a:rPr>
              <a:t>, All right reserved </a:t>
            </a:r>
            <a:r>
              <a:rPr lang="en-GB" sz="1200" b="1" i="0" cap="all" dirty="0">
                <a:solidFill>
                  <a:schemeClr val="tx1"/>
                </a:solidFill>
                <a:effectLst/>
                <a:latin typeface="Google Sans"/>
              </a:rPr>
              <a:t>©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5" name="Picture 4" descr="A screen shot of a phone">
            <a:extLst>
              <a:ext uri="{FF2B5EF4-FFF2-40B4-BE49-F238E27FC236}">
                <a16:creationId xmlns:a16="http://schemas.microsoft.com/office/drawing/2014/main" id="{51F8FC29-D7BD-521F-5BF4-D5776851E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188" y="335380"/>
            <a:ext cx="2147001" cy="439913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035DF30-503B-2D5E-201E-288FCDDEC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954" y="2770198"/>
            <a:ext cx="2847547" cy="37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213;p24">
            <a:extLst>
              <a:ext uri="{FF2B5EF4-FFF2-40B4-BE49-F238E27FC236}">
                <a16:creationId xmlns:a16="http://schemas.microsoft.com/office/drawing/2014/main" id="{7BA36088-A645-5EEA-5A4E-9577A44BAF25}"/>
              </a:ext>
            </a:extLst>
          </p:cNvPr>
          <p:cNvSpPr txBox="1">
            <a:spLocks/>
          </p:cNvSpPr>
          <p:nvPr/>
        </p:nvSpPr>
        <p:spPr>
          <a:xfrm>
            <a:off x="1025685" y="3577780"/>
            <a:ext cx="42264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ntarell"/>
              <a:buNone/>
              <a:defRPr sz="1700" b="0" i="0" u="none" strike="noStrike" cap="none">
                <a:solidFill>
                  <a:schemeClr val="dk1"/>
                </a:solidFill>
                <a:latin typeface="Hind Guntur"/>
                <a:ea typeface="Hind Guntur"/>
                <a:cs typeface="Hind Guntur"/>
                <a:sym typeface="Hind Guntu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ntarell"/>
              <a:buNone/>
              <a:defRPr sz="28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ntarell"/>
              <a:buNone/>
              <a:defRPr sz="28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ntarell"/>
              <a:buNone/>
              <a:defRPr sz="28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ntarell"/>
              <a:buNone/>
              <a:defRPr sz="28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ntarell"/>
              <a:buNone/>
              <a:defRPr sz="28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ntarell"/>
              <a:buNone/>
              <a:defRPr sz="28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ntarell"/>
              <a:buNone/>
              <a:defRPr sz="28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ntarell"/>
              <a:buNone/>
              <a:defRPr sz="2800" b="0" i="0" u="none" strike="noStrike" cap="none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9pPr>
          </a:lstStyle>
          <a:p>
            <a:pPr marL="0" indent="0"/>
            <a:r>
              <a:rPr lang="fr-FR" sz="1200" b="1" dirty="0"/>
              <a:t>Une présentation par : </a:t>
            </a:r>
          </a:p>
          <a:p>
            <a:pPr marL="0" indent="0"/>
            <a:r>
              <a:rPr lang="fr-FR" sz="1200" b="1" dirty="0"/>
              <a:t>Barthélemy Antoine, </a:t>
            </a:r>
            <a:r>
              <a:rPr lang="fr-FR" sz="1200" b="1" dirty="0" err="1"/>
              <a:t>Cesar</a:t>
            </a:r>
            <a:r>
              <a:rPr lang="fr-FR" sz="1200" b="1" dirty="0"/>
              <a:t> Lucas, </a:t>
            </a:r>
            <a:r>
              <a:rPr lang="fr-FR" sz="1200" b="1" dirty="0" err="1"/>
              <a:t>Biget</a:t>
            </a:r>
            <a:r>
              <a:rPr lang="fr-FR" sz="1200" b="1" dirty="0"/>
              <a:t> Robin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5"/>
          <p:cNvSpPr txBox="1">
            <a:spLocks noGrp="1"/>
          </p:cNvSpPr>
          <p:nvPr>
            <p:ph type="body" idx="1"/>
          </p:nvPr>
        </p:nvSpPr>
        <p:spPr>
          <a:xfrm>
            <a:off x="1127825" y="1311001"/>
            <a:ext cx="6888300" cy="3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/>
              <a:t>Constat sur les réseaux sociaux d’aujourd’hui : </a:t>
            </a:r>
            <a:br>
              <a:rPr lang="en" dirty="0"/>
            </a:br>
            <a:endParaRPr lang="en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ind Guntur"/>
              <a:buChar char="●"/>
            </a:pPr>
            <a:r>
              <a:rPr lang="fr-FR" sz="1400" dirty="0"/>
              <a:t>Mise en avant d’idéal physique</a:t>
            </a: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ind Guntur"/>
              <a:buChar char="●"/>
            </a:pPr>
            <a:r>
              <a:rPr lang="fr-FR" sz="1400" dirty="0"/>
              <a:t>Perte de productivité et baisse de la concentration</a:t>
            </a: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ind Guntur"/>
              <a:buChar char="●"/>
            </a:pPr>
            <a:r>
              <a:rPr lang="fr-FR" sz="1400" dirty="0"/>
              <a:t>Impact sur la santé mental</a:t>
            </a: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ind Guntur"/>
              <a:buChar char="●"/>
            </a:pPr>
            <a:r>
              <a:rPr lang="fr-FR" sz="1400" dirty="0"/>
              <a:t>Cyberharcèlement et intimidation</a:t>
            </a: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ind Guntur"/>
              <a:buChar char="●"/>
            </a:pPr>
            <a:r>
              <a:rPr lang="fr-FR" sz="1400" dirty="0"/>
              <a:t>Détérioration de l’image corporelle et complexe d’infériorité</a:t>
            </a: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ind Guntur"/>
              <a:buChar char="●"/>
            </a:pPr>
            <a:r>
              <a:rPr lang="fr-FR" sz="1400" dirty="0"/>
              <a:t>Anxiété et dépression</a:t>
            </a:r>
          </a:p>
          <a:p>
            <a:pPr marL="1460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fr-FR" sz="1400" dirty="0"/>
          </a:p>
          <a:p>
            <a:pPr marL="1460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fr-FR" sz="1400" dirty="0"/>
          </a:p>
          <a:p>
            <a:pPr marL="1460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fr-FR" sz="1600" dirty="0"/>
              <a:t>Notre solution -&gt; </a:t>
            </a:r>
            <a:r>
              <a:rPr lang="fr-FR" sz="1800" b="1" dirty="0" err="1"/>
              <a:t>CultureJam</a:t>
            </a:r>
            <a:endParaRPr lang="fr-FR" sz="1800" b="1" dirty="0"/>
          </a:p>
          <a:p>
            <a:pPr marL="1460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fr-FR" sz="1400" dirty="0"/>
          </a:p>
          <a:p>
            <a:pPr marL="1460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fr-FR" sz="1400" dirty="0"/>
          </a:p>
        </p:txBody>
      </p:sp>
      <p:sp>
        <p:nvSpPr>
          <p:cNvPr id="432" name="Google Shape;432;p25"/>
          <p:cNvSpPr/>
          <p:nvPr/>
        </p:nvSpPr>
        <p:spPr>
          <a:xfrm rot="1046599">
            <a:off x="648836" y="640463"/>
            <a:ext cx="449325" cy="383530"/>
          </a:xfrm>
          <a:custGeom>
            <a:avLst/>
            <a:gdLst/>
            <a:ahLst/>
            <a:cxnLst/>
            <a:rect l="l" t="t" r="r" b="b"/>
            <a:pathLst>
              <a:path w="15345" h="13098" extrusionOk="0">
                <a:moveTo>
                  <a:pt x="4109" y="1"/>
                </a:moveTo>
                <a:cubicBezTo>
                  <a:pt x="3867" y="1"/>
                  <a:pt x="3610" y="39"/>
                  <a:pt x="3336" y="121"/>
                </a:cubicBezTo>
                <a:cubicBezTo>
                  <a:pt x="934" y="855"/>
                  <a:pt x="0" y="4158"/>
                  <a:pt x="1501" y="7226"/>
                </a:cubicBezTo>
                <a:cubicBezTo>
                  <a:pt x="3336" y="10929"/>
                  <a:pt x="7672" y="13097"/>
                  <a:pt x="7672" y="13097"/>
                </a:cubicBezTo>
                <a:cubicBezTo>
                  <a:pt x="7672" y="13097"/>
                  <a:pt x="12009" y="10929"/>
                  <a:pt x="13843" y="7226"/>
                </a:cubicBezTo>
                <a:cubicBezTo>
                  <a:pt x="15345" y="4158"/>
                  <a:pt x="14377" y="855"/>
                  <a:pt x="11975" y="121"/>
                </a:cubicBezTo>
                <a:cubicBezTo>
                  <a:pt x="11702" y="39"/>
                  <a:pt x="11444" y="1"/>
                  <a:pt x="11202" y="1"/>
                </a:cubicBezTo>
                <a:cubicBezTo>
                  <a:pt x="8402" y="1"/>
                  <a:pt x="7639" y="5058"/>
                  <a:pt x="7639" y="5058"/>
                </a:cubicBezTo>
                <a:cubicBezTo>
                  <a:pt x="7639" y="5058"/>
                  <a:pt x="6904" y="1"/>
                  <a:pt x="410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5"/>
          <p:cNvSpPr/>
          <p:nvPr/>
        </p:nvSpPr>
        <p:spPr>
          <a:xfrm>
            <a:off x="6472775" y="754075"/>
            <a:ext cx="223525" cy="25050"/>
          </a:xfrm>
          <a:custGeom>
            <a:avLst/>
            <a:gdLst/>
            <a:ahLst/>
            <a:cxnLst/>
            <a:rect l="l" t="t" r="r" b="b"/>
            <a:pathLst>
              <a:path w="8941" h="1002" extrusionOk="0">
                <a:moveTo>
                  <a:pt x="501" y="1"/>
                </a:moveTo>
                <a:cubicBezTo>
                  <a:pt x="234" y="1"/>
                  <a:pt x="1" y="234"/>
                  <a:pt x="1" y="501"/>
                </a:cubicBezTo>
                <a:cubicBezTo>
                  <a:pt x="1" y="768"/>
                  <a:pt x="234" y="1001"/>
                  <a:pt x="501" y="1001"/>
                </a:cubicBezTo>
                <a:lnTo>
                  <a:pt x="8474" y="1001"/>
                </a:lnTo>
                <a:cubicBezTo>
                  <a:pt x="8741" y="968"/>
                  <a:pt x="8941" y="768"/>
                  <a:pt x="8941" y="501"/>
                </a:cubicBezTo>
                <a:cubicBezTo>
                  <a:pt x="8941" y="234"/>
                  <a:pt x="8741" y="1"/>
                  <a:pt x="847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5"/>
          <p:cNvSpPr txBox="1">
            <a:spLocks noGrp="1"/>
          </p:cNvSpPr>
          <p:nvPr>
            <p:ph type="title"/>
          </p:nvPr>
        </p:nvSpPr>
        <p:spPr>
          <a:xfrm>
            <a:off x="706016" y="292855"/>
            <a:ext cx="7731915" cy="5781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900" dirty="0"/>
              <a:t>Et si la culture devenait aussi spontanée et virale qu’un selfie sur les réseaux sociaux ?</a:t>
            </a:r>
            <a:endParaRPr sz="1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F2F4C9-567B-C098-D31F-7FD94C787820}"/>
              </a:ext>
            </a:extLst>
          </p:cNvPr>
          <p:cNvSpPr txBox="1"/>
          <p:nvPr/>
        </p:nvSpPr>
        <p:spPr>
          <a:xfrm>
            <a:off x="3473757" y="4750583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i="0" dirty="0" err="1">
                <a:solidFill>
                  <a:schemeClr val="tx1"/>
                </a:solidFill>
                <a:effectLst/>
                <a:latin typeface="Google Sans"/>
              </a:rPr>
              <a:t>CultureJam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Google Sans"/>
              </a:rPr>
              <a:t>, All right reserved </a:t>
            </a:r>
            <a:r>
              <a:rPr lang="en-GB" sz="1200" b="1" i="0" cap="all" dirty="0">
                <a:solidFill>
                  <a:schemeClr val="tx1"/>
                </a:solidFill>
                <a:effectLst/>
                <a:latin typeface="Google Sans"/>
              </a:rPr>
              <a:t>©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D12369-4954-C4F2-D426-B6E9F312C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178" y="4611736"/>
            <a:ext cx="2847547" cy="37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"/>
          <p:cNvSpPr txBox="1">
            <a:spLocks noGrp="1"/>
          </p:cNvSpPr>
          <p:nvPr>
            <p:ph type="subTitle" idx="1"/>
          </p:nvPr>
        </p:nvSpPr>
        <p:spPr>
          <a:xfrm>
            <a:off x="4571999" y="1213332"/>
            <a:ext cx="3783462" cy="27168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è"/>
            </a:pPr>
            <a:r>
              <a:rPr lang="fr-FR" sz="1400" b="1" dirty="0" err="1"/>
              <a:t>CultureJam</a:t>
            </a:r>
            <a:r>
              <a:rPr lang="fr-FR" sz="1400" dirty="0"/>
              <a:t> se détache de l’image des réseaux sociaux en proposant une vraie plus-value à ses utilisateurs. Inspirée de </a:t>
            </a:r>
            <a:r>
              <a:rPr lang="fr-FR" sz="1400" dirty="0" err="1"/>
              <a:t>BeReal</a:t>
            </a:r>
            <a:r>
              <a:rPr lang="fr-FR" sz="1400" dirty="0"/>
              <a:t>, elle propose un partage authentique culturel entre les personnes passionnées par les mêmes centres </a:t>
            </a:r>
            <a:r>
              <a:rPr lang="en-GB" sz="1400" b="0" i="0" dirty="0" err="1">
                <a:solidFill>
                  <a:schemeClr val="tx1"/>
                </a:solidFill>
                <a:effectLst/>
                <a:latin typeface="Hind Guntur" panose="02000000000000000000" pitchFamily="2" charset="0"/>
                <a:cs typeface="Hind Guntur" panose="02000000000000000000" pitchFamily="2" charset="0"/>
              </a:rPr>
              <a:t>d'intérêts</a:t>
            </a:r>
            <a:r>
              <a:rPr lang="fr-FR" sz="1400" dirty="0"/>
              <a:t>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è"/>
            </a:pPr>
            <a:endParaRPr lang="fr-FR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è"/>
            </a:pPr>
            <a:r>
              <a:rPr lang="fr-FR" sz="1400" b="1" dirty="0" err="1"/>
              <a:t>CultureJam</a:t>
            </a:r>
            <a:r>
              <a:rPr lang="fr-FR" sz="1400" dirty="0"/>
              <a:t> réunira sur sa plateforme des personnes qui souhaitent découvrir ou enrichir leur connaissance au travers de salons d’échanges, de publications et bien plus.  </a:t>
            </a:r>
            <a:endParaRPr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90F7AA8-E62D-4F6F-CB48-3EF74A31B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821" y="4685973"/>
            <a:ext cx="2847547" cy="37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A screenshot of a phone">
            <a:extLst>
              <a:ext uri="{FF2B5EF4-FFF2-40B4-BE49-F238E27FC236}">
                <a16:creationId xmlns:a16="http://schemas.microsoft.com/office/drawing/2014/main" id="{4F657D7F-6D38-1B8E-3936-9907624E0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38" y="1215155"/>
            <a:ext cx="1693934" cy="3470818"/>
          </a:xfrm>
          <a:prstGeom prst="rect">
            <a:avLst/>
          </a:prstGeom>
        </p:spPr>
      </p:pic>
      <p:sp>
        <p:nvSpPr>
          <p:cNvPr id="32" name="Google Shape;434;p25">
            <a:extLst>
              <a:ext uri="{FF2B5EF4-FFF2-40B4-BE49-F238E27FC236}">
                <a16:creationId xmlns:a16="http://schemas.microsoft.com/office/drawing/2014/main" id="{D49CFD1E-6DCE-3EE9-23DB-A2D82FE7C08B}"/>
              </a:ext>
            </a:extLst>
          </p:cNvPr>
          <p:cNvSpPr txBox="1">
            <a:spLocks/>
          </p:cNvSpPr>
          <p:nvPr/>
        </p:nvSpPr>
        <p:spPr>
          <a:xfrm>
            <a:off x="706016" y="292855"/>
            <a:ext cx="7731915" cy="57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900" b="0" i="0" u="none" strike="noStrike" cap="none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algn="ctr"/>
            <a:r>
              <a:rPr lang="fr-FR" dirty="0"/>
              <a:t>Et si la culture devenait aussi spontanée et virale qu’un selfie sur les réseaux sociaux 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8E2367-28A7-3F8C-1ED0-43D5B526C9DA}"/>
              </a:ext>
            </a:extLst>
          </p:cNvPr>
          <p:cNvSpPr txBox="1"/>
          <p:nvPr/>
        </p:nvSpPr>
        <p:spPr>
          <a:xfrm>
            <a:off x="3473757" y="4750583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i="0" dirty="0" err="1">
                <a:solidFill>
                  <a:schemeClr val="tx1"/>
                </a:solidFill>
                <a:effectLst/>
                <a:latin typeface="Google Sans"/>
              </a:rPr>
              <a:t>CultureJam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Google Sans"/>
              </a:rPr>
              <a:t>, All right reserved </a:t>
            </a:r>
            <a:r>
              <a:rPr lang="en-GB" sz="1200" b="1" i="0" cap="all" dirty="0">
                <a:solidFill>
                  <a:schemeClr val="tx1"/>
                </a:solidFill>
                <a:effectLst/>
                <a:latin typeface="Google Sans"/>
              </a:rPr>
              <a:t>©</a:t>
            </a:r>
            <a:endParaRPr lang="en-GB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7"/>
          <p:cNvSpPr txBox="1">
            <a:spLocks noGrp="1"/>
          </p:cNvSpPr>
          <p:nvPr>
            <p:ph type="title"/>
          </p:nvPr>
        </p:nvSpPr>
        <p:spPr>
          <a:xfrm>
            <a:off x="419316" y="1177509"/>
            <a:ext cx="37927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📊</a:t>
            </a:r>
            <a:r>
              <a:rPr lang="en-US" sz="1400" dirty="0"/>
              <a:t> </a:t>
            </a:r>
            <a:r>
              <a:rPr lang="fr-FR" sz="16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Analyse de la demande : un besoin réel pour un réseau social culturel</a:t>
            </a:r>
            <a:endParaRPr lang="en-US" sz="1600" b="1" dirty="0"/>
          </a:p>
        </p:txBody>
      </p:sp>
      <p:sp>
        <p:nvSpPr>
          <p:cNvPr id="644" name="Google Shape;644;p27"/>
          <p:cNvSpPr txBox="1">
            <a:spLocks noGrp="1"/>
          </p:cNvSpPr>
          <p:nvPr>
            <p:ph type="body" idx="1"/>
          </p:nvPr>
        </p:nvSpPr>
        <p:spPr>
          <a:xfrm>
            <a:off x="533216" y="1931000"/>
            <a:ext cx="4103584" cy="28195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000" dirty="0"/>
              <a:t>📝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 besoin d’authenticité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fr-FR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000" dirty="0"/>
              <a:t>📝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 désir de recommandations culturelles personnalisées et sincères 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fr-FR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000" dirty="0"/>
              <a:t>📝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Une frustration face aux plateformes généralistes :</a:t>
            </a:r>
            <a:endParaRPr sz="1400" dirty="0"/>
          </a:p>
        </p:txBody>
      </p:sp>
      <p:sp>
        <p:nvSpPr>
          <p:cNvPr id="2" name="Google Shape;434;p25">
            <a:extLst>
              <a:ext uri="{FF2B5EF4-FFF2-40B4-BE49-F238E27FC236}">
                <a16:creationId xmlns:a16="http://schemas.microsoft.com/office/drawing/2014/main" id="{F60E1393-F6F3-EE71-9907-AD3F00AD1088}"/>
              </a:ext>
            </a:extLst>
          </p:cNvPr>
          <p:cNvSpPr txBox="1">
            <a:spLocks/>
          </p:cNvSpPr>
          <p:nvPr/>
        </p:nvSpPr>
        <p:spPr>
          <a:xfrm>
            <a:off x="706016" y="292855"/>
            <a:ext cx="7731915" cy="57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900" b="0" i="0" u="none" strike="noStrike" cap="none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algn="ctr"/>
            <a:r>
              <a:rPr lang="fr-FR" dirty="0"/>
              <a:t>La validation du concept : Études et analyses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6B56A-5393-978B-3BCA-07E0BA40D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141" y="4663280"/>
            <a:ext cx="2847547" cy="37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758364-D7BE-2C38-7D24-C797C52F98B2}"/>
              </a:ext>
            </a:extLst>
          </p:cNvPr>
          <p:cNvSpPr txBox="1"/>
          <p:nvPr/>
        </p:nvSpPr>
        <p:spPr>
          <a:xfrm>
            <a:off x="3473757" y="4750583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i="0" dirty="0" err="1">
                <a:solidFill>
                  <a:schemeClr val="tx1"/>
                </a:solidFill>
                <a:effectLst/>
                <a:latin typeface="Google Sans"/>
              </a:rPr>
              <a:t>CultureJam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Google Sans"/>
              </a:rPr>
              <a:t>, All right reserved </a:t>
            </a:r>
            <a:r>
              <a:rPr lang="en-GB" sz="1200" b="1" i="0" cap="all" dirty="0">
                <a:solidFill>
                  <a:schemeClr val="tx1"/>
                </a:solidFill>
                <a:effectLst/>
                <a:latin typeface="Google Sans"/>
              </a:rPr>
              <a:t>©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34EA91-6444-4AEF-AA60-7DCA50CDD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983" y="1211057"/>
            <a:ext cx="3024881" cy="302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8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7"/>
          <p:cNvSpPr txBox="1">
            <a:spLocks noGrp="1"/>
          </p:cNvSpPr>
          <p:nvPr>
            <p:ph type="title"/>
          </p:nvPr>
        </p:nvSpPr>
        <p:spPr>
          <a:xfrm>
            <a:off x="4193791" y="1194424"/>
            <a:ext cx="37927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📊</a:t>
            </a:r>
            <a:r>
              <a:rPr lang="en-US" sz="1400" dirty="0"/>
              <a:t> </a:t>
            </a:r>
            <a:r>
              <a:rPr lang="fr-FR" sz="16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Analyse de la concurrence : une opportunité à saisir</a:t>
            </a:r>
            <a:endParaRPr lang="en-US" sz="1600" b="1" dirty="0"/>
          </a:p>
        </p:txBody>
      </p:sp>
      <p:sp>
        <p:nvSpPr>
          <p:cNvPr id="644" name="Google Shape;644;p27"/>
          <p:cNvSpPr txBox="1">
            <a:spLocks noGrp="1"/>
          </p:cNvSpPr>
          <p:nvPr>
            <p:ph type="body" idx="1"/>
          </p:nvPr>
        </p:nvSpPr>
        <p:spPr>
          <a:xfrm>
            <a:off x="4449189" y="1809172"/>
            <a:ext cx="4103584" cy="28195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000" dirty="0"/>
              <a:t>📅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Instagram et </a:t>
            </a:r>
            <a:r>
              <a:rPr lang="fr-FR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TikTok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000" dirty="0"/>
              <a:t>📅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Goodreads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fr-FR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SensCritique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fr-FR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000" dirty="0"/>
              <a:t>📅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BeReal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434;p25">
            <a:extLst>
              <a:ext uri="{FF2B5EF4-FFF2-40B4-BE49-F238E27FC236}">
                <a16:creationId xmlns:a16="http://schemas.microsoft.com/office/drawing/2014/main" id="{F60E1393-F6F3-EE71-9907-AD3F00AD1088}"/>
              </a:ext>
            </a:extLst>
          </p:cNvPr>
          <p:cNvSpPr txBox="1">
            <a:spLocks/>
          </p:cNvSpPr>
          <p:nvPr/>
        </p:nvSpPr>
        <p:spPr>
          <a:xfrm>
            <a:off x="706016" y="292855"/>
            <a:ext cx="7731915" cy="57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900" b="0" i="0" u="none" strike="noStrike" cap="none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algn="ctr"/>
            <a:r>
              <a:rPr lang="fr-FR" dirty="0"/>
              <a:t>La validation du concept : Études et analyses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6B56A-5393-978B-3BCA-07E0BA40D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141" y="4663280"/>
            <a:ext cx="2847547" cy="37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758364-D7BE-2C38-7D24-C797C52F98B2}"/>
              </a:ext>
            </a:extLst>
          </p:cNvPr>
          <p:cNvSpPr txBox="1"/>
          <p:nvPr/>
        </p:nvSpPr>
        <p:spPr>
          <a:xfrm>
            <a:off x="3473757" y="4750583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i="0" dirty="0" err="1">
                <a:solidFill>
                  <a:schemeClr val="tx1"/>
                </a:solidFill>
                <a:effectLst/>
                <a:latin typeface="Google Sans"/>
              </a:rPr>
              <a:t>CultureJam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Google Sans"/>
              </a:rPr>
              <a:t>, All right reserved </a:t>
            </a:r>
            <a:r>
              <a:rPr lang="en-GB" sz="1200" b="1" i="0" cap="all" dirty="0">
                <a:solidFill>
                  <a:schemeClr val="tx1"/>
                </a:solidFill>
                <a:effectLst/>
                <a:latin typeface="Google Sans"/>
              </a:rPr>
              <a:t>©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893CDC2-CD04-4068-AFDB-148E28A11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7424"/>
            <a:ext cx="4439266" cy="269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64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7"/>
          <p:cNvSpPr txBox="1">
            <a:spLocks noGrp="1"/>
          </p:cNvSpPr>
          <p:nvPr>
            <p:ph type="title"/>
          </p:nvPr>
        </p:nvSpPr>
        <p:spPr>
          <a:xfrm>
            <a:off x="721700" y="1439605"/>
            <a:ext cx="45361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📱</a:t>
            </a:r>
            <a:r>
              <a:rPr lang="en" sz="1600" dirty="0"/>
              <a:t>Comment ça marche ?</a:t>
            </a:r>
            <a:endParaRPr sz="1600" dirty="0"/>
          </a:p>
        </p:txBody>
      </p:sp>
      <p:sp>
        <p:nvSpPr>
          <p:cNvPr id="644" name="Google Shape;644;p27"/>
          <p:cNvSpPr txBox="1">
            <a:spLocks noGrp="1"/>
          </p:cNvSpPr>
          <p:nvPr>
            <p:ph type="body" idx="1"/>
          </p:nvPr>
        </p:nvSpPr>
        <p:spPr>
          <a:xfrm>
            <a:off x="706016" y="1949254"/>
            <a:ext cx="3219300" cy="28195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dirty="0"/>
              <a:t>Chaque semaine, l’application vous invite à partager en temps réel une découverte culturelle (livres, films, musique, expositions, etc.).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fr-FR" sz="1400" dirty="0"/>
            </a:br>
            <a:r>
              <a:rPr lang="fr-FR" sz="1400" dirty="0"/>
              <a:t>Vos amis voient la publication que vous avez partagée et les commentaires qui y sont laissés.</a:t>
            </a:r>
            <a:br>
              <a:rPr lang="fr-FR" sz="1400" dirty="0"/>
            </a:br>
            <a:r>
              <a:rPr lang="fr-FR" sz="1400" dirty="0"/>
              <a:t>De votre côté, vous pouvez également consulter les publications de vos amis, lire leurs commentaires et décider à votre tour de découvrir ce qu’ils proposent.</a:t>
            </a:r>
            <a:endParaRPr sz="1400" dirty="0"/>
          </a:p>
        </p:txBody>
      </p:sp>
      <p:sp>
        <p:nvSpPr>
          <p:cNvPr id="2" name="Google Shape;434;p25">
            <a:extLst>
              <a:ext uri="{FF2B5EF4-FFF2-40B4-BE49-F238E27FC236}">
                <a16:creationId xmlns:a16="http://schemas.microsoft.com/office/drawing/2014/main" id="{F60E1393-F6F3-EE71-9907-AD3F00AD1088}"/>
              </a:ext>
            </a:extLst>
          </p:cNvPr>
          <p:cNvSpPr txBox="1">
            <a:spLocks/>
          </p:cNvSpPr>
          <p:nvPr/>
        </p:nvSpPr>
        <p:spPr>
          <a:xfrm>
            <a:off x="706016" y="292855"/>
            <a:ext cx="7731915" cy="57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900" b="0" i="0" u="none" strike="noStrike" cap="none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algn="ctr"/>
            <a:r>
              <a:rPr lang="fr-FR" dirty="0"/>
              <a:t>Présentation de l’application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6B56A-5393-978B-3BCA-07E0BA40D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141" y="4663280"/>
            <a:ext cx="2847547" cy="37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cell phone with a white box and green arrow">
            <a:extLst>
              <a:ext uri="{FF2B5EF4-FFF2-40B4-BE49-F238E27FC236}">
                <a16:creationId xmlns:a16="http://schemas.microsoft.com/office/drawing/2014/main" id="{7B90E2A8-B60D-0879-9CF4-EACE9A52B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00" y="1378403"/>
            <a:ext cx="1355555" cy="2777490"/>
          </a:xfrm>
          <a:prstGeom prst="rect">
            <a:avLst/>
          </a:prstGeom>
        </p:spPr>
      </p:pic>
      <p:pic>
        <p:nvPicPr>
          <p:cNvPr id="9" name="Picture 8" descr="A screenshot of a phone">
            <a:extLst>
              <a:ext uri="{FF2B5EF4-FFF2-40B4-BE49-F238E27FC236}">
                <a16:creationId xmlns:a16="http://schemas.microsoft.com/office/drawing/2014/main" id="{9AE9C632-A94D-960D-2FD4-1B40DB3B3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190" y="1378403"/>
            <a:ext cx="1355555" cy="2777490"/>
          </a:xfrm>
          <a:prstGeom prst="rect">
            <a:avLst/>
          </a:prstGeom>
        </p:spPr>
      </p:pic>
      <p:pic>
        <p:nvPicPr>
          <p:cNvPr id="11" name="Picture 10" descr="A screenshot of a phone">
            <a:extLst>
              <a:ext uri="{FF2B5EF4-FFF2-40B4-BE49-F238E27FC236}">
                <a16:creationId xmlns:a16="http://schemas.microsoft.com/office/drawing/2014/main" id="{3A5BE3BE-A98B-C161-E5A4-755B37492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380" y="1378403"/>
            <a:ext cx="1355554" cy="27774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758364-D7BE-2C38-7D24-C797C52F98B2}"/>
              </a:ext>
            </a:extLst>
          </p:cNvPr>
          <p:cNvSpPr txBox="1"/>
          <p:nvPr/>
        </p:nvSpPr>
        <p:spPr>
          <a:xfrm>
            <a:off x="3473757" y="4750583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i="0" dirty="0" err="1">
                <a:solidFill>
                  <a:schemeClr val="tx1"/>
                </a:solidFill>
                <a:effectLst/>
                <a:latin typeface="Google Sans"/>
              </a:rPr>
              <a:t>CultureJam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Google Sans"/>
              </a:rPr>
              <a:t>, All right reserved </a:t>
            </a:r>
            <a:r>
              <a:rPr lang="en-GB" sz="1200" b="1" i="0" cap="all" dirty="0">
                <a:solidFill>
                  <a:schemeClr val="tx1"/>
                </a:solidFill>
                <a:effectLst/>
                <a:latin typeface="Google Sans"/>
              </a:rPr>
              <a:t>©</a:t>
            </a:r>
            <a:endParaRPr lang="en-GB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213D3-AFFE-CD46-72CE-C205146E2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141" y="4663280"/>
            <a:ext cx="2847547" cy="37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434;p25">
            <a:extLst>
              <a:ext uri="{FF2B5EF4-FFF2-40B4-BE49-F238E27FC236}">
                <a16:creationId xmlns:a16="http://schemas.microsoft.com/office/drawing/2014/main" id="{9A324941-3270-36A5-FC98-54BA155CC838}"/>
              </a:ext>
            </a:extLst>
          </p:cNvPr>
          <p:cNvSpPr txBox="1">
            <a:spLocks/>
          </p:cNvSpPr>
          <p:nvPr/>
        </p:nvSpPr>
        <p:spPr>
          <a:xfrm>
            <a:off x="706016" y="292855"/>
            <a:ext cx="7731915" cy="57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900" b="0" i="0" u="none" strike="noStrike" cap="none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algn="ctr"/>
            <a:r>
              <a:rPr lang="fr-FR" dirty="0"/>
              <a:t>Présentation de l’application</a:t>
            </a:r>
          </a:p>
        </p:txBody>
      </p:sp>
      <p:sp>
        <p:nvSpPr>
          <p:cNvPr id="5" name="Google Shape;643;p27">
            <a:extLst>
              <a:ext uri="{FF2B5EF4-FFF2-40B4-BE49-F238E27FC236}">
                <a16:creationId xmlns:a16="http://schemas.microsoft.com/office/drawing/2014/main" id="{641F1AF6-E7D8-94C0-6149-F51763780519}"/>
              </a:ext>
            </a:extLst>
          </p:cNvPr>
          <p:cNvSpPr txBox="1">
            <a:spLocks/>
          </p:cNvSpPr>
          <p:nvPr/>
        </p:nvSpPr>
        <p:spPr>
          <a:xfrm>
            <a:off x="431696" y="1285057"/>
            <a:ext cx="45361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900"/>
              <a:buFont typeface="Alfa Slab One"/>
              <a:buNone/>
              <a:defRPr sz="1600" b="0" i="0" u="none" strike="noStrike" cap="none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algn="l"/>
            <a:r>
              <a:rPr lang="en-US" sz="16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 </a:t>
            </a:r>
            <a:r>
              <a:rPr lang="en-US" dirty="0"/>
              <a:t>Ce que nous </a:t>
            </a:r>
            <a:r>
              <a:rPr lang="en-US" dirty="0" err="1"/>
              <a:t>faisons</a:t>
            </a:r>
            <a:r>
              <a:rPr lang="en-US" dirty="0"/>
              <a:t> / ne </a:t>
            </a:r>
            <a:r>
              <a:rPr lang="en-US" dirty="0" err="1"/>
              <a:t>faisons</a:t>
            </a:r>
            <a:r>
              <a:rPr lang="en-US" dirty="0"/>
              <a:t> pas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FFBBE-2C54-A781-3849-8EC44B7F7249}"/>
              </a:ext>
            </a:extLst>
          </p:cNvPr>
          <p:cNvSpPr txBox="1"/>
          <p:nvPr/>
        </p:nvSpPr>
        <p:spPr>
          <a:xfrm>
            <a:off x="809986" y="1798057"/>
            <a:ext cx="3779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effectLst/>
                <a:latin typeface="Hind Guntur" panose="02000000000000000000" pitchFamily="2" charset="0"/>
                <a:ea typeface="Times New Roman" panose="02020603050405020304" pitchFamily="18" charset="0"/>
                <a:cs typeface="Hind Guntur" panose="02000000000000000000" pitchFamily="2" charset="0"/>
              </a:rPr>
              <a:t>✅ Partage instantané et spontané</a:t>
            </a:r>
          </a:p>
          <a:p>
            <a:r>
              <a:rPr lang="fr-FR" dirty="0">
                <a:effectLst/>
                <a:latin typeface="Hind Guntur" panose="02000000000000000000" pitchFamily="2" charset="0"/>
                <a:ea typeface="Times New Roman" panose="02020603050405020304" pitchFamily="18" charset="0"/>
                <a:cs typeface="Hind Guntur" panose="02000000000000000000" pitchFamily="2" charset="0"/>
              </a:rPr>
              <a:t>✅ Interaction entre passionnés de culture</a:t>
            </a:r>
          </a:p>
          <a:p>
            <a:r>
              <a:rPr lang="fr-FR" dirty="0">
                <a:effectLst/>
                <a:latin typeface="Hind Guntur" panose="02000000000000000000" pitchFamily="2" charset="0"/>
                <a:ea typeface="Times New Roman" panose="02020603050405020304" pitchFamily="18" charset="0"/>
                <a:cs typeface="Hind Guntur" panose="02000000000000000000" pitchFamily="2" charset="0"/>
              </a:rPr>
              <a:t>✅ Générateur de nouvelles passions</a:t>
            </a:r>
          </a:p>
          <a:p>
            <a:r>
              <a:rPr lang="fr-FR" dirty="0">
                <a:effectLst/>
                <a:latin typeface="Hind Guntur" panose="02000000000000000000" pitchFamily="2" charset="0"/>
                <a:ea typeface="Times New Roman" panose="02020603050405020304" pitchFamily="18" charset="0"/>
                <a:cs typeface="Hind Guntur" panose="02000000000000000000" pitchFamily="2" charset="0"/>
              </a:rPr>
              <a:t>✅ Développement d’idées innovantes</a:t>
            </a:r>
          </a:p>
          <a:p>
            <a:r>
              <a:rPr lang="fr-FR" dirty="0">
                <a:effectLst/>
                <a:latin typeface="Hind Guntur" panose="02000000000000000000" pitchFamily="2" charset="0"/>
                <a:ea typeface="Times New Roman" panose="02020603050405020304" pitchFamily="18" charset="0"/>
                <a:cs typeface="Hind Guntur" panose="02000000000000000000" pitchFamily="2" charset="0"/>
              </a:rPr>
              <a:t>✅ Création de vrais liens sociaux</a:t>
            </a:r>
          </a:p>
          <a:p>
            <a:endParaRPr lang="fr-FR" dirty="0">
              <a:effectLst/>
              <a:latin typeface="Hind Guntur" panose="02000000000000000000" pitchFamily="2" charset="0"/>
              <a:ea typeface="Times New Roman" panose="02020603050405020304" pitchFamily="18" charset="0"/>
              <a:cs typeface="Hind Guntur" panose="02000000000000000000" pitchFamily="2" charset="0"/>
            </a:endParaRPr>
          </a:p>
          <a:p>
            <a:r>
              <a:rPr lang="fr-FR" dirty="0">
                <a:latin typeface="Hind Guntur" panose="02000000000000000000" pitchFamily="2" charset="0"/>
                <a:cs typeface="Hind Guntur" panose="02000000000000000000" pitchFamily="2" charset="0"/>
              </a:rPr>
              <a:t>❌ Pas un simple catalogue de critiques ni un réseau social traditionnel</a:t>
            </a:r>
            <a:br>
              <a:rPr lang="fr-FR" dirty="0">
                <a:latin typeface="Hind Guntur" panose="02000000000000000000" pitchFamily="2" charset="0"/>
                <a:cs typeface="Hind Guntur" panose="02000000000000000000" pitchFamily="2" charset="0"/>
              </a:rPr>
            </a:br>
            <a:r>
              <a:rPr lang="fr-FR" dirty="0">
                <a:latin typeface="Hind Guntur" panose="02000000000000000000" pitchFamily="2" charset="0"/>
                <a:cs typeface="Hind Guntur" panose="02000000000000000000" pitchFamily="2" charset="0"/>
              </a:rPr>
              <a:t>❌ Pas d’algorithmes avancés visant à vous enfermer dans une bulle culturelle</a:t>
            </a:r>
          </a:p>
          <a:p>
            <a:r>
              <a:rPr lang="fr-FR" dirty="0">
                <a:latin typeface="Hind Guntur" panose="02000000000000000000" pitchFamily="2" charset="0"/>
                <a:cs typeface="Hind Guntur" panose="02000000000000000000" pitchFamily="2" charset="0"/>
              </a:rPr>
              <a:t>❌ Nous n’accepterons aucune forme de comparaison</a:t>
            </a:r>
            <a:endParaRPr lang="fr-FR" dirty="0">
              <a:effectLst/>
              <a:latin typeface="Hind Guntur" panose="02000000000000000000" pitchFamily="2" charset="0"/>
              <a:ea typeface="Times New Roman" panose="02020603050405020304" pitchFamily="18" charset="0"/>
              <a:cs typeface="Hind Guntur" panose="02000000000000000000" pitchFamily="2" charset="0"/>
            </a:endParaRPr>
          </a:p>
          <a:p>
            <a:endParaRPr lang="fr-FR" dirty="0">
              <a:effectLst/>
              <a:latin typeface="Hind Guntur" panose="02000000000000000000" pitchFamily="2" charset="0"/>
              <a:ea typeface="Times New Roman" panose="02020603050405020304" pitchFamily="18" charset="0"/>
              <a:cs typeface="Hind Guntur" panose="02000000000000000000" pitchFamily="2" charset="0"/>
            </a:endParaRPr>
          </a:p>
          <a:p>
            <a:endParaRPr lang="en-GB" dirty="0">
              <a:latin typeface="Hind Guntur" panose="02000000000000000000" pitchFamily="2" charset="0"/>
              <a:cs typeface="Hind Guntur" panose="02000000000000000000" pitchFamily="2" charset="0"/>
            </a:endParaRPr>
          </a:p>
        </p:txBody>
      </p:sp>
      <p:pic>
        <p:nvPicPr>
          <p:cNvPr id="10" name="Picture 9" descr="A screenshot of a phone">
            <a:extLst>
              <a:ext uri="{FF2B5EF4-FFF2-40B4-BE49-F238E27FC236}">
                <a16:creationId xmlns:a16="http://schemas.microsoft.com/office/drawing/2014/main" id="{8BE31CED-CEFE-8317-5A63-B73B6452C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163" y="1378417"/>
            <a:ext cx="1355955" cy="2778307"/>
          </a:xfrm>
          <a:prstGeom prst="rect">
            <a:avLst/>
          </a:prstGeom>
        </p:spPr>
      </p:pic>
      <p:pic>
        <p:nvPicPr>
          <p:cNvPr id="12" name="Picture 11" descr="A screen shot of a phone">
            <a:extLst>
              <a:ext uri="{FF2B5EF4-FFF2-40B4-BE49-F238E27FC236}">
                <a16:creationId xmlns:a16="http://schemas.microsoft.com/office/drawing/2014/main" id="{42851591-DE4E-87AE-DFB4-2808D0605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485" y="1377573"/>
            <a:ext cx="1355955" cy="27783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5C30C3-E155-3882-82D3-06C1862CFFC4}"/>
              </a:ext>
            </a:extLst>
          </p:cNvPr>
          <p:cNvSpPr txBox="1"/>
          <p:nvPr/>
        </p:nvSpPr>
        <p:spPr>
          <a:xfrm>
            <a:off x="3473757" y="4750583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i="0" dirty="0" err="1">
                <a:solidFill>
                  <a:schemeClr val="tx1"/>
                </a:solidFill>
                <a:effectLst/>
                <a:latin typeface="Google Sans"/>
              </a:rPr>
              <a:t>CultureJam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Google Sans"/>
              </a:rPr>
              <a:t>, All right reserved </a:t>
            </a:r>
            <a:r>
              <a:rPr lang="en-GB" sz="1200" b="1" i="0" cap="all" dirty="0">
                <a:solidFill>
                  <a:schemeClr val="tx1"/>
                </a:solidFill>
                <a:effectLst/>
                <a:latin typeface="Google Sans"/>
              </a:rPr>
              <a:t>©</a:t>
            </a:r>
            <a:endParaRPr lang="en-GB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213D3-AFFE-CD46-72CE-C205146E2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141" y="4663280"/>
            <a:ext cx="2847547" cy="37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434;p25">
            <a:extLst>
              <a:ext uri="{FF2B5EF4-FFF2-40B4-BE49-F238E27FC236}">
                <a16:creationId xmlns:a16="http://schemas.microsoft.com/office/drawing/2014/main" id="{9A324941-3270-36A5-FC98-54BA155CC838}"/>
              </a:ext>
            </a:extLst>
          </p:cNvPr>
          <p:cNvSpPr txBox="1">
            <a:spLocks/>
          </p:cNvSpPr>
          <p:nvPr/>
        </p:nvSpPr>
        <p:spPr>
          <a:xfrm>
            <a:off x="706016" y="93283"/>
            <a:ext cx="7731915" cy="57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900" b="0" i="0" u="none" strike="noStrike" cap="none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algn="ctr"/>
            <a:r>
              <a:rPr lang="fr-FR" dirty="0"/>
              <a:t>Périmètre du projet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FFBBE-2C54-A781-3849-8EC44B7F7249}"/>
              </a:ext>
            </a:extLst>
          </p:cNvPr>
          <p:cNvSpPr txBox="1"/>
          <p:nvPr/>
        </p:nvSpPr>
        <p:spPr>
          <a:xfrm>
            <a:off x="792453" y="1386348"/>
            <a:ext cx="37795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système de publication</a:t>
            </a:r>
          </a:p>
          <a:p>
            <a:b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 d’actualité</a:t>
            </a:r>
          </a:p>
          <a:p>
            <a:b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interactions sociales</a:t>
            </a:r>
          </a:p>
          <a:p>
            <a:b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système de notifications</a:t>
            </a:r>
          </a:p>
          <a:p>
            <a:b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 possibilit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é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d’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 des amis</a:t>
            </a:r>
          </a:p>
          <a:p>
            <a:b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filtrage avancé</a:t>
            </a:r>
          </a:p>
          <a:p>
            <a:b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Une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fonction de mise en favori</a:t>
            </a:r>
          </a:p>
          <a:p>
            <a:b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Une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modération des contenus</a:t>
            </a:r>
            <a:endParaRPr lang="en-GB" dirty="0">
              <a:latin typeface="Hind Guntur" panose="02000000000000000000" pitchFamily="2" charset="0"/>
              <a:cs typeface="Hind Guntur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5C30C3-E155-3882-82D3-06C1862CFFC4}"/>
              </a:ext>
            </a:extLst>
          </p:cNvPr>
          <p:cNvSpPr txBox="1"/>
          <p:nvPr/>
        </p:nvSpPr>
        <p:spPr>
          <a:xfrm>
            <a:off x="3473757" y="4750583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i="0" dirty="0" err="1">
                <a:solidFill>
                  <a:schemeClr val="tx1"/>
                </a:solidFill>
                <a:effectLst/>
                <a:latin typeface="Google Sans"/>
              </a:rPr>
              <a:t>CultureJam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Google Sans"/>
              </a:rPr>
              <a:t>, All right reserved </a:t>
            </a:r>
            <a:r>
              <a:rPr lang="en-GB" sz="1200" b="1" i="0" cap="all" dirty="0">
                <a:solidFill>
                  <a:schemeClr val="tx1"/>
                </a:solidFill>
                <a:effectLst/>
                <a:latin typeface="Google Sans"/>
              </a:rPr>
              <a:t>©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" name="Google Shape;643;p27">
            <a:extLst>
              <a:ext uri="{FF2B5EF4-FFF2-40B4-BE49-F238E27FC236}">
                <a16:creationId xmlns:a16="http://schemas.microsoft.com/office/drawing/2014/main" id="{DD14EE06-F2CB-45B5-9FEA-B92A09CB1B4B}"/>
              </a:ext>
            </a:extLst>
          </p:cNvPr>
          <p:cNvSpPr txBox="1">
            <a:spLocks/>
          </p:cNvSpPr>
          <p:nvPr/>
        </p:nvSpPr>
        <p:spPr>
          <a:xfrm>
            <a:off x="388496" y="815550"/>
            <a:ext cx="45361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900"/>
              <a:buFont typeface="Alfa Slab One"/>
              <a:buNone/>
              <a:defRPr sz="1600" b="0" i="0" u="none" strike="noStrike" cap="none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algn="l"/>
            <a:r>
              <a:rPr lang="en-US" sz="16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 </a:t>
            </a:r>
            <a:r>
              <a:rPr lang="en-US" dirty="0"/>
              <a:t>Ce que qui </a:t>
            </a:r>
            <a:r>
              <a:rPr lang="en-US" dirty="0" err="1"/>
              <a:t>est</a:t>
            </a:r>
            <a:r>
              <a:rPr lang="en-US" dirty="0"/>
              <a:t> disponible 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D7723EA-E806-481A-975E-2A4310D1D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340" y="671445"/>
            <a:ext cx="3098700" cy="3098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60446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213D3-AFFE-CD46-72CE-C205146E2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141" y="4663280"/>
            <a:ext cx="2847547" cy="37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434;p25">
            <a:extLst>
              <a:ext uri="{FF2B5EF4-FFF2-40B4-BE49-F238E27FC236}">
                <a16:creationId xmlns:a16="http://schemas.microsoft.com/office/drawing/2014/main" id="{9A324941-3270-36A5-FC98-54BA155CC838}"/>
              </a:ext>
            </a:extLst>
          </p:cNvPr>
          <p:cNvSpPr txBox="1">
            <a:spLocks/>
          </p:cNvSpPr>
          <p:nvPr/>
        </p:nvSpPr>
        <p:spPr>
          <a:xfrm>
            <a:off x="706016" y="93283"/>
            <a:ext cx="7731915" cy="57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900" b="0" i="0" u="none" strike="noStrike" cap="none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lfa Slab One"/>
              <a:buNone/>
              <a:defRPr sz="12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algn="ctr"/>
            <a:r>
              <a:rPr lang="fr-FR" dirty="0"/>
              <a:t>Périmètre du projet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FFBBE-2C54-A781-3849-8EC44B7F7249}"/>
              </a:ext>
            </a:extLst>
          </p:cNvPr>
          <p:cNvSpPr txBox="1"/>
          <p:nvPr/>
        </p:nvSpPr>
        <p:spPr>
          <a:xfrm>
            <a:off x="4200381" y="1761232"/>
            <a:ext cx="377952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🚫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 de messagerie privée</a:t>
            </a:r>
          </a:p>
          <a:p>
            <a:b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🚫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 de recommandations algorithmiques poussées</a:t>
            </a:r>
          </a:p>
          <a:p>
            <a:b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🚫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 de publicités</a:t>
            </a:r>
          </a:p>
          <a:p>
            <a:b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🚫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 d’intégration avec des services de streaming</a:t>
            </a:r>
          </a:p>
          <a:p>
            <a:b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FR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🚫</a:t>
            </a: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 de filtres ou retouches photo</a:t>
            </a:r>
            <a:endParaRPr lang="en-GB" dirty="0">
              <a:latin typeface="Hind Guntur" panose="02000000000000000000" pitchFamily="2" charset="0"/>
              <a:cs typeface="Hind Guntur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5C30C3-E155-3882-82D3-06C1862CFFC4}"/>
              </a:ext>
            </a:extLst>
          </p:cNvPr>
          <p:cNvSpPr txBox="1"/>
          <p:nvPr/>
        </p:nvSpPr>
        <p:spPr>
          <a:xfrm>
            <a:off x="3473757" y="4750583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i="0" dirty="0" err="1">
                <a:solidFill>
                  <a:schemeClr val="tx1"/>
                </a:solidFill>
                <a:effectLst/>
                <a:latin typeface="Google Sans"/>
              </a:rPr>
              <a:t>CultureJam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Google Sans"/>
              </a:rPr>
              <a:t>, All right reserved </a:t>
            </a:r>
            <a:r>
              <a:rPr lang="en-GB" sz="1200" b="1" i="0" cap="all" dirty="0">
                <a:solidFill>
                  <a:schemeClr val="tx1"/>
                </a:solidFill>
                <a:effectLst/>
                <a:latin typeface="Google Sans"/>
              </a:rPr>
              <a:t>©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" name="Google Shape;643;p27">
            <a:extLst>
              <a:ext uri="{FF2B5EF4-FFF2-40B4-BE49-F238E27FC236}">
                <a16:creationId xmlns:a16="http://schemas.microsoft.com/office/drawing/2014/main" id="{DD14EE06-F2CB-45B5-9FEA-B92A09CB1B4B}"/>
              </a:ext>
            </a:extLst>
          </p:cNvPr>
          <p:cNvSpPr txBox="1">
            <a:spLocks/>
          </p:cNvSpPr>
          <p:nvPr/>
        </p:nvSpPr>
        <p:spPr>
          <a:xfrm>
            <a:off x="3822091" y="920055"/>
            <a:ext cx="45361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900"/>
              <a:buFont typeface="Alfa Slab One"/>
              <a:buNone/>
              <a:defRPr sz="1600" b="0" i="0" u="none" strike="noStrike" cap="none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Alfa Slab One"/>
              <a:buNone/>
              <a:defRPr sz="2300" b="0" i="0" u="none" strike="noStrike" cap="none">
                <a:solidFill>
                  <a:srgbClr val="F3F3F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algn="l"/>
            <a:r>
              <a:rPr lang="en-US" sz="16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 </a:t>
            </a:r>
            <a:r>
              <a:rPr lang="en-US" dirty="0"/>
              <a:t>Ce que qui </a:t>
            </a:r>
            <a:r>
              <a:rPr lang="en-US" dirty="0" err="1"/>
              <a:t>n’est</a:t>
            </a:r>
            <a:r>
              <a:rPr lang="en-US" dirty="0"/>
              <a:t> pas disponible ?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E2330C0-57DB-41DF-BBE1-1D20CA58B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09" y="1176555"/>
            <a:ext cx="2420118" cy="242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44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oogle Shape;981;p29"/>
          <p:cNvGrpSpPr/>
          <p:nvPr/>
        </p:nvGrpSpPr>
        <p:grpSpPr>
          <a:xfrm>
            <a:off x="0" y="2342667"/>
            <a:ext cx="4636246" cy="2696316"/>
            <a:chOff x="770300" y="813850"/>
            <a:chExt cx="4252656" cy="2473230"/>
          </a:xfrm>
        </p:grpSpPr>
        <p:sp>
          <p:nvSpPr>
            <p:cNvPr id="982" name="Google Shape;982;p29"/>
            <p:cNvSpPr/>
            <p:nvPr/>
          </p:nvSpPr>
          <p:spPr>
            <a:xfrm>
              <a:off x="770300" y="1338174"/>
              <a:ext cx="2773242" cy="1948906"/>
            </a:xfrm>
            <a:custGeom>
              <a:avLst/>
              <a:gdLst/>
              <a:ahLst/>
              <a:cxnLst/>
              <a:rect l="l" t="t" r="r" b="b"/>
              <a:pathLst>
                <a:path w="43432" h="30522" extrusionOk="0">
                  <a:moveTo>
                    <a:pt x="43031" y="434"/>
                  </a:moveTo>
                  <a:lnTo>
                    <a:pt x="43031" y="30122"/>
                  </a:lnTo>
                  <a:lnTo>
                    <a:pt x="401" y="30122"/>
                  </a:lnTo>
                  <a:lnTo>
                    <a:pt x="401" y="434"/>
                  </a:lnTo>
                  <a:close/>
                  <a:moveTo>
                    <a:pt x="0" y="0"/>
                  </a:moveTo>
                  <a:lnTo>
                    <a:pt x="0" y="30522"/>
                  </a:lnTo>
                  <a:lnTo>
                    <a:pt x="43431" y="30522"/>
                  </a:lnTo>
                  <a:lnTo>
                    <a:pt x="434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9"/>
            <p:cNvSpPr/>
            <p:nvPr/>
          </p:nvSpPr>
          <p:spPr>
            <a:xfrm>
              <a:off x="770300" y="1338174"/>
              <a:ext cx="2773242" cy="283314"/>
            </a:xfrm>
            <a:custGeom>
              <a:avLst/>
              <a:gdLst/>
              <a:ahLst/>
              <a:cxnLst/>
              <a:rect l="l" t="t" r="r" b="b"/>
              <a:pathLst>
                <a:path w="43432" h="4437" extrusionOk="0">
                  <a:moveTo>
                    <a:pt x="43031" y="434"/>
                  </a:moveTo>
                  <a:lnTo>
                    <a:pt x="43031" y="4003"/>
                  </a:lnTo>
                  <a:lnTo>
                    <a:pt x="401" y="4003"/>
                  </a:lnTo>
                  <a:lnTo>
                    <a:pt x="401" y="434"/>
                  </a:lnTo>
                  <a:close/>
                  <a:moveTo>
                    <a:pt x="0" y="0"/>
                  </a:moveTo>
                  <a:lnTo>
                    <a:pt x="0" y="4437"/>
                  </a:lnTo>
                  <a:lnTo>
                    <a:pt x="43431" y="4437"/>
                  </a:lnTo>
                  <a:lnTo>
                    <a:pt x="434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9"/>
            <p:cNvSpPr/>
            <p:nvPr/>
          </p:nvSpPr>
          <p:spPr>
            <a:xfrm>
              <a:off x="872531" y="1416971"/>
              <a:ext cx="151267" cy="129493"/>
            </a:xfrm>
            <a:custGeom>
              <a:avLst/>
              <a:gdLst/>
              <a:ahLst/>
              <a:cxnLst/>
              <a:rect l="l" t="t" r="r" b="b"/>
              <a:pathLst>
                <a:path w="2369" h="2028" extrusionOk="0">
                  <a:moveTo>
                    <a:pt x="1368" y="0"/>
                  </a:moveTo>
                  <a:cubicBezTo>
                    <a:pt x="434" y="0"/>
                    <a:pt x="0" y="1101"/>
                    <a:pt x="634" y="1735"/>
                  </a:cubicBezTo>
                  <a:cubicBezTo>
                    <a:pt x="836" y="1937"/>
                    <a:pt x="1085" y="2027"/>
                    <a:pt x="1332" y="2027"/>
                  </a:cubicBezTo>
                  <a:cubicBezTo>
                    <a:pt x="1858" y="2027"/>
                    <a:pt x="2369" y="1615"/>
                    <a:pt x="2369" y="1001"/>
                  </a:cubicBezTo>
                  <a:cubicBezTo>
                    <a:pt x="2369" y="434"/>
                    <a:pt x="1902" y="0"/>
                    <a:pt x="1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9"/>
            <p:cNvSpPr/>
            <p:nvPr/>
          </p:nvSpPr>
          <p:spPr>
            <a:xfrm>
              <a:off x="1134526" y="1416971"/>
              <a:ext cx="151267" cy="127833"/>
            </a:xfrm>
            <a:custGeom>
              <a:avLst/>
              <a:gdLst/>
              <a:ahLst/>
              <a:cxnLst/>
              <a:rect l="l" t="t" r="r" b="b"/>
              <a:pathLst>
                <a:path w="2369" h="2002" extrusionOk="0">
                  <a:moveTo>
                    <a:pt x="1368" y="0"/>
                  </a:moveTo>
                  <a:cubicBezTo>
                    <a:pt x="467" y="0"/>
                    <a:pt x="0" y="1068"/>
                    <a:pt x="634" y="1702"/>
                  </a:cubicBezTo>
                  <a:cubicBezTo>
                    <a:pt x="841" y="1909"/>
                    <a:pt x="1098" y="2002"/>
                    <a:pt x="1351" y="2002"/>
                  </a:cubicBezTo>
                  <a:cubicBezTo>
                    <a:pt x="1870" y="2002"/>
                    <a:pt x="2369" y="1607"/>
                    <a:pt x="2369" y="1001"/>
                  </a:cubicBezTo>
                  <a:cubicBezTo>
                    <a:pt x="2369" y="434"/>
                    <a:pt x="1902" y="0"/>
                    <a:pt x="1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9"/>
            <p:cNvSpPr/>
            <p:nvPr/>
          </p:nvSpPr>
          <p:spPr>
            <a:xfrm>
              <a:off x="1419956" y="1416971"/>
              <a:ext cx="127833" cy="127833"/>
            </a:xfrm>
            <a:custGeom>
              <a:avLst/>
              <a:gdLst/>
              <a:ahLst/>
              <a:cxnLst/>
              <a:rect l="l" t="t" r="r" b="b"/>
              <a:pathLst>
                <a:path w="2002" h="2002" extrusionOk="0">
                  <a:moveTo>
                    <a:pt x="1001" y="0"/>
                  </a:moveTo>
                  <a:cubicBezTo>
                    <a:pt x="434" y="0"/>
                    <a:pt x="0" y="434"/>
                    <a:pt x="0" y="1001"/>
                  </a:cubicBezTo>
                  <a:cubicBezTo>
                    <a:pt x="0" y="1568"/>
                    <a:pt x="434" y="2002"/>
                    <a:pt x="1001" y="2002"/>
                  </a:cubicBezTo>
                  <a:cubicBezTo>
                    <a:pt x="1568" y="2002"/>
                    <a:pt x="2002" y="1568"/>
                    <a:pt x="2002" y="1001"/>
                  </a:cubicBezTo>
                  <a:cubicBezTo>
                    <a:pt x="2002" y="434"/>
                    <a:pt x="1568" y="0"/>
                    <a:pt x="10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9"/>
            <p:cNvSpPr/>
            <p:nvPr/>
          </p:nvSpPr>
          <p:spPr>
            <a:xfrm>
              <a:off x="851459" y="1736564"/>
              <a:ext cx="768720" cy="654041"/>
            </a:xfrm>
            <a:custGeom>
              <a:avLst/>
              <a:gdLst/>
              <a:ahLst/>
              <a:cxnLst/>
              <a:rect l="l" t="t" r="r" b="b"/>
              <a:pathLst>
                <a:path w="12039" h="10243" extrusionOk="0">
                  <a:moveTo>
                    <a:pt x="5765" y="0"/>
                  </a:moveTo>
                  <a:cubicBezTo>
                    <a:pt x="2635" y="0"/>
                    <a:pt x="1" y="2962"/>
                    <a:pt x="831" y="6337"/>
                  </a:cubicBezTo>
                  <a:cubicBezTo>
                    <a:pt x="1425" y="8739"/>
                    <a:pt x="3563" y="10242"/>
                    <a:pt x="5817" y="10242"/>
                  </a:cubicBezTo>
                  <a:cubicBezTo>
                    <a:pt x="6725" y="10242"/>
                    <a:pt x="7651" y="9999"/>
                    <a:pt x="8503" y="9472"/>
                  </a:cubicBezTo>
                  <a:cubicBezTo>
                    <a:pt x="12039" y="7271"/>
                    <a:pt x="11605" y="1967"/>
                    <a:pt x="7736" y="399"/>
                  </a:cubicBezTo>
                  <a:cubicBezTo>
                    <a:pt x="7075" y="126"/>
                    <a:pt x="6409" y="0"/>
                    <a:pt x="5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9"/>
            <p:cNvSpPr/>
            <p:nvPr/>
          </p:nvSpPr>
          <p:spPr>
            <a:xfrm>
              <a:off x="1087657" y="1926020"/>
              <a:ext cx="234339" cy="199156"/>
            </a:xfrm>
            <a:custGeom>
              <a:avLst/>
              <a:gdLst/>
              <a:ahLst/>
              <a:cxnLst/>
              <a:rect l="l" t="t" r="r" b="b"/>
              <a:pathLst>
                <a:path w="3670" h="3119" extrusionOk="0">
                  <a:moveTo>
                    <a:pt x="2102" y="1"/>
                  </a:moveTo>
                  <a:cubicBezTo>
                    <a:pt x="701" y="1"/>
                    <a:pt x="0" y="1669"/>
                    <a:pt x="1001" y="2669"/>
                  </a:cubicBezTo>
                  <a:cubicBezTo>
                    <a:pt x="1312" y="2980"/>
                    <a:pt x="1698" y="3118"/>
                    <a:pt x="2079" y="3118"/>
                  </a:cubicBezTo>
                  <a:cubicBezTo>
                    <a:pt x="2885" y="3118"/>
                    <a:pt x="3670" y="2497"/>
                    <a:pt x="3670" y="1568"/>
                  </a:cubicBezTo>
                  <a:cubicBezTo>
                    <a:pt x="3670" y="701"/>
                    <a:pt x="2969" y="1"/>
                    <a:pt x="21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9"/>
            <p:cNvSpPr/>
            <p:nvPr/>
          </p:nvSpPr>
          <p:spPr>
            <a:xfrm>
              <a:off x="1045066" y="2121991"/>
              <a:ext cx="351508" cy="267350"/>
            </a:xfrm>
            <a:custGeom>
              <a:avLst/>
              <a:gdLst/>
              <a:ahLst/>
              <a:cxnLst/>
              <a:rect l="l" t="t" r="r" b="b"/>
              <a:pathLst>
                <a:path w="5505" h="4187" extrusionOk="0">
                  <a:moveTo>
                    <a:pt x="2769" y="1"/>
                  </a:moveTo>
                  <a:cubicBezTo>
                    <a:pt x="1235" y="1"/>
                    <a:pt x="0" y="1268"/>
                    <a:pt x="67" y="2803"/>
                  </a:cubicBezTo>
                  <a:lnTo>
                    <a:pt x="67" y="3436"/>
                  </a:lnTo>
                  <a:cubicBezTo>
                    <a:pt x="901" y="3937"/>
                    <a:pt x="1835" y="4187"/>
                    <a:pt x="2769" y="4187"/>
                  </a:cubicBezTo>
                  <a:cubicBezTo>
                    <a:pt x="3703" y="4187"/>
                    <a:pt x="4637" y="3937"/>
                    <a:pt x="5471" y="3436"/>
                  </a:cubicBezTo>
                  <a:lnTo>
                    <a:pt x="5471" y="2803"/>
                  </a:lnTo>
                  <a:cubicBezTo>
                    <a:pt x="5504" y="1268"/>
                    <a:pt x="4303" y="1"/>
                    <a:pt x="2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9"/>
            <p:cNvSpPr/>
            <p:nvPr/>
          </p:nvSpPr>
          <p:spPr>
            <a:xfrm>
              <a:off x="2257528" y="2501600"/>
              <a:ext cx="903194" cy="654488"/>
            </a:xfrm>
            <a:custGeom>
              <a:avLst/>
              <a:gdLst/>
              <a:ahLst/>
              <a:cxnLst/>
              <a:rect l="l" t="t" r="r" b="b"/>
              <a:pathLst>
                <a:path w="14145" h="10250" extrusionOk="0">
                  <a:moveTo>
                    <a:pt x="7072" y="0"/>
                  </a:moveTo>
                  <a:cubicBezTo>
                    <a:pt x="1902" y="0"/>
                    <a:pt x="1" y="6772"/>
                    <a:pt x="4371" y="9474"/>
                  </a:cubicBezTo>
                  <a:cubicBezTo>
                    <a:pt x="5204" y="9991"/>
                    <a:pt x="6138" y="10249"/>
                    <a:pt x="7072" y="10249"/>
                  </a:cubicBezTo>
                  <a:cubicBezTo>
                    <a:pt x="8006" y="10249"/>
                    <a:pt x="8940" y="9991"/>
                    <a:pt x="9774" y="9474"/>
                  </a:cubicBezTo>
                  <a:cubicBezTo>
                    <a:pt x="14144" y="6772"/>
                    <a:pt x="12209" y="0"/>
                    <a:pt x="70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9"/>
            <p:cNvSpPr/>
            <p:nvPr/>
          </p:nvSpPr>
          <p:spPr>
            <a:xfrm>
              <a:off x="1705375" y="813850"/>
              <a:ext cx="1801981" cy="758692"/>
            </a:xfrm>
            <a:custGeom>
              <a:avLst/>
              <a:gdLst/>
              <a:ahLst/>
              <a:cxnLst/>
              <a:rect l="l" t="t" r="r" b="b"/>
              <a:pathLst>
                <a:path w="28221" h="15913" extrusionOk="0">
                  <a:moveTo>
                    <a:pt x="0" y="1"/>
                  </a:moveTo>
                  <a:lnTo>
                    <a:pt x="0" y="15912"/>
                  </a:lnTo>
                  <a:lnTo>
                    <a:pt x="28220" y="15912"/>
                  </a:lnTo>
                  <a:lnTo>
                    <a:pt x="282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9"/>
            <p:cNvSpPr/>
            <p:nvPr/>
          </p:nvSpPr>
          <p:spPr>
            <a:xfrm>
              <a:off x="1705386" y="1572457"/>
              <a:ext cx="304640" cy="313133"/>
            </a:xfrm>
            <a:custGeom>
              <a:avLst/>
              <a:gdLst/>
              <a:ahLst/>
              <a:cxnLst/>
              <a:rect l="l" t="t" r="r" b="b"/>
              <a:pathLst>
                <a:path w="4771" h="4904" extrusionOk="0">
                  <a:moveTo>
                    <a:pt x="0" y="0"/>
                  </a:moveTo>
                  <a:lnTo>
                    <a:pt x="0" y="4904"/>
                  </a:lnTo>
                  <a:lnTo>
                    <a:pt x="47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9"/>
            <p:cNvSpPr/>
            <p:nvPr/>
          </p:nvSpPr>
          <p:spPr>
            <a:xfrm>
              <a:off x="1818126" y="972712"/>
              <a:ext cx="1311323" cy="31011"/>
            </a:xfrm>
            <a:custGeom>
              <a:avLst/>
              <a:gdLst/>
              <a:ahLst/>
              <a:cxnLst/>
              <a:rect l="l" t="t" r="r" b="b"/>
              <a:pathLst>
                <a:path w="2401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24018" y="568"/>
                  </a:lnTo>
                  <a:lnTo>
                    <a:pt x="240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9"/>
            <p:cNvSpPr/>
            <p:nvPr/>
          </p:nvSpPr>
          <p:spPr>
            <a:xfrm>
              <a:off x="1833697" y="1087291"/>
              <a:ext cx="528316" cy="36268"/>
            </a:xfrm>
            <a:custGeom>
              <a:avLst/>
              <a:gdLst/>
              <a:ahLst/>
              <a:cxnLst/>
              <a:rect l="l" t="t" r="r" b="b"/>
              <a:pathLst>
                <a:path w="8274" h="568" extrusionOk="0">
                  <a:moveTo>
                    <a:pt x="1" y="0"/>
                  </a:moveTo>
                  <a:lnTo>
                    <a:pt x="1" y="567"/>
                  </a:lnTo>
                  <a:lnTo>
                    <a:pt x="8273" y="567"/>
                  </a:lnTo>
                  <a:lnTo>
                    <a:pt x="82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9"/>
            <p:cNvSpPr/>
            <p:nvPr/>
          </p:nvSpPr>
          <p:spPr>
            <a:xfrm>
              <a:off x="1833697" y="1202293"/>
              <a:ext cx="1203492" cy="36268"/>
            </a:xfrm>
            <a:custGeom>
              <a:avLst/>
              <a:gdLst/>
              <a:ahLst/>
              <a:cxnLst/>
              <a:rect l="l" t="t" r="r" b="b"/>
              <a:pathLst>
                <a:path w="18848" h="568" extrusionOk="0">
                  <a:moveTo>
                    <a:pt x="1" y="0"/>
                  </a:moveTo>
                  <a:lnTo>
                    <a:pt x="1" y="568"/>
                  </a:lnTo>
                  <a:lnTo>
                    <a:pt x="18847" y="568"/>
                  </a:lnTo>
                  <a:lnTo>
                    <a:pt x="188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9"/>
            <p:cNvSpPr/>
            <p:nvPr/>
          </p:nvSpPr>
          <p:spPr>
            <a:xfrm>
              <a:off x="1833697" y="1317296"/>
              <a:ext cx="1280179" cy="36268"/>
            </a:xfrm>
            <a:custGeom>
              <a:avLst/>
              <a:gdLst/>
              <a:ahLst/>
              <a:cxnLst/>
              <a:rect l="l" t="t" r="r" b="b"/>
              <a:pathLst>
                <a:path w="20049" h="568" extrusionOk="0">
                  <a:moveTo>
                    <a:pt x="1" y="1"/>
                  </a:moveTo>
                  <a:lnTo>
                    <a:pt x="1" y="568"/>
                  </a:lnTo>
                  <a:lnTo>
                    <a:pt x="20048" y="568"/>
                  </a:lnTo>
                  <a:lnTo>
                    <a:pt x="200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9"/>
            <p:cNvSpPr/>
            <p:nvPr/>
          </p:nvSpPr>
          <p:spPr>
            <a:xfrm>
              <a:off x="1833697" y="1432362"/>
              <a:ext cx="958554" cy="36268"/>
            </a:xfrm>
            <a:custGeom>
              <a:avLst/>
              <a:gdLst/>
              <a:ahLst/>
              <a:cxnLst/>
              <a:rect l="l" t="t" r="r" b="b"/>
              <a:pathLst>
                <a:path w="15012" h="568" extrusionOk="0">
                  <a:moveTo>
                    <a:pt x="1" y="0"/>
                  </a:moveTo>
                  <a:lnTo>
                    <a:pt x="1" y="567"/>
                  </a:lnTo>
                  <a:lnTo>
                    <a:pt x="15011" y="567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9"/>
            <p:cNvSpPr/>
            <p:nvPr/>
          </p:nvSpPr>
          <p:spPr>
            <a:xfrm>
              <a:off x="3220975" y="1688851"/>
              <a:ext cx="1801981" cy="791103"/>
            </a:xfrm>
            <a:custGeom>
              <a:avLst/>
              <a:gdLst/>
              <a:ahLst/>
              <a:cxnLst/>
              <a:rect l="l" t="t" r="r" b="b"/>
              <a:pathLst>
                <a:path w="28221" h="11642" extrusionOk="0">
                  <a:moveTo>
                    <a:pt x="1" y="0"/>
                  </a:moveTo>
                  <a:lnTo>
                    <a:pt x="1" y="11642"/>
                  </a:lnTo>
                  <a:lnTo>
                    <a:pt x="28221" y="11642"/>
                  </a:lnTo>
                  <a:lnTo>
                    <a:pt x="282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9"/>
            <p:cNvSpPr/>
            <p:nvPr/>
          </p:nvSpPr>
          <p:spPr>
            <a:xfrm flipH="1">
              <a:off x="3220967" y="2471769"/>
              <a:ext cx="257002" cy="264220"/>
            </a:xfrm>
            <a:custGeom>
              <a:avLst/>
              <a:gdLst/>
              <a:ahLst/>
              <a:cxnLst/>
              <a:rect l="l" t="t" r="r" b="b"/>
              <a:pathLst>
                <a:path w="4771" h="4905" extrusionOk="0">
                  <a:moveTo>
                    <a:pt x="1" y="1"/>
                  </a:moveTo>
                  <a:lnTo>
                    <a:pt x="4771" y="4904"/>
                  </a:lnTo>
                  <a:lnTo>
                    <a:pt x="47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9"/>
            <p:cNvSpPr/>
            <p:nvPr/>
          </p:nvSpPr>
          <p:spPr>
            <a:xfrm>
              <a:off x="3355204" y="1860127"/>
              <a:ext cx="1126805" cy="36268"/>
            </a:xfrm>
            <a:custGeom>
              <a:avLst/>
              <a:gdLst/>
              <a:ahLst/>
              <a:cxnLst/>
              <a:rect l="l" t="t" r="r" b="b"/>
              <a:pathLst>
                <a:path w="17647" h="568" extrusionOk="0">
                  <a:moveTo>
                    <a:pt x="0" y="0"/>
                  </a:moveTo>
                  <a:lnTo>
                    <a:pt x="0" y="567"/>
                  </a:lnTo>
                  <a:lnTo>
                    <a:pt x="17646" y="567"/>
                  </a:lnTo>
                  <a:lnTo>
                    <a:pt x="176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9"/>
            <p:cNvSpPr/>
            <p:nvPr/>
          </p:nvSpPr>
          <p:spPr>
            <a:xfrm>
              <a:off x="3355204" y="1975129"/>
              <a:ext cx="1435596" cy="36268"/>
            </a:xfrm>
            <a:custGeom>
              <a:avLst/>
              <a:gdLst/>
              <a:ahLst/>
              <a:cxnLst/>
              <a:rect l="l" t="t" r="r" b="b"/>
              <a:pathLst>
                <a:path w="22483" h="568" extrusionOk="0">
                  <a:moveTo>
                    <a:pt x="0" y="0"/>
                  </a:moveTo>
                  <a:lnTo>
                    <a:pt x="0" y="567"/>
                  </a:lnTo>
                  <a:lnTo>
                    <a:pt x="22483" y="567"/>
                  </a:lnTo>
                  <a:lnTo>
                    <a:pt x="224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9"/>
            <p:cNvSpPr/>
            <p:nvPr/>
          </p:nvSpPr>
          <p:spPr>
            <a:xfrm>
              <a:off x="3355204" y="2090132"/>
              <a:ext cx="1043733" cy="36268"/>
            </a:xfrm>
            <a:custGeom>
              <a:avLst/>
              <a:gdLst/>
              <a:ahLst/>
              <a:cxnLst/>
              <a:rect l="l" t="t" r="r" b="b"/>
              <a:pathLst>
                <a:path w="16346" h="568" extrusionOk="0">
                  <a:moveTo>
                    <a:pt x="0" y="1"/>
                  </a:moveTo>
                  <a:lnTo>
                    <a:pt x="0" y="568"/>
                  </a:lnTo>
                  <a:lnTo>
                    <a:pt x="16345" y="568"/>
                  </a:lnTo>
                  <a:lnTo>
                    <a:pt x="163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9"/>
            <p:cNvSpPr/>
            <p:nvPr/>
          </p:nvSpPr>
          <p:spPr>
            <a:xfrm>
              <a:off x="3355204" y="2205134"/>
              <a:ext cx="1312105" cy="36268"/>
            </a:xfrm>
            <a:custGeom>
              <a:avLst/>
              <a:gdLst/>
              <a:ahLst/>
              <a:cxnLst/>
              <a:rect l="l" t="t" r="r" b="b"/>
              <a:pathLst>
                <a:path w="20549" h="568" extrusionOk="0">
                  <a:moveTo>
                    <a:pt x="0" y="1"/>
                  </a:moveTo>
                  <a:lnTo>
                    <a:pt x="0" y="568"/>
                  </a:lnTo>
                  <a:lnTo>
                    <a:pt x="20548" y="568"/>
                  </a:lnTo>
                  <a:lnTo>
                    <a:pt x="205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9"/>
            <p:cNvSpPr/>
            <p:nvPr/>
          </p:nvSpPr>
          <p:spPr>
            <a:xfrm>
              <a:off x="3355204" y="2320200"/>
              <a:ext cx="860540" cy="38375"/>
            </a:xfrm>
            <a:custGeom>
              <a:avLst/>
              <a:gdLst/>
              <a:ahLst/>
              <a:cxnLst/>
              <a:rect l="l" t="t" r="r" b="b"/>
              <a:pathLst>
                <a:path w="13477" h="601" extrusionOk="0">
                  <a:moveTo>
                    <a:pt x="0" y="0"/>
                  </a:moveTo>
                  <a:lnTo>
                    <a:pt x="0" y="601"/>
                  </a:lnTo>
                  <a:lnTo>
                    <a:pt x="13476" y="601"/>
                  </a:lnTo>
                  <a:lnTo>
                    <a:pt x="134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9"/>
            <p:cNvSpPr/>
            <p:nvPr/>
          </p:nvSpPr>
          <p:spPr>
            <a:xfrm>
              <a:off x="2575957" y="2692770"/>
              <a:ext cx="234339" cy="199156"/>
            </a:xfrm>
            <a:custGeom>
              <a:avLst/>
              <a:gdLst/>
              <a:ahLst/>
              <a:cxnLst/>
              <a:rect l="l" t="t" r="r" b="b"/>
              <a:pathLst>
                <a:path w="3670" h="3119" extrusionOk="0">
                  <a:moveTo>
                    <a:pt x="2102" y="1"/>
                  </a:moveTo>
                  <a:cubicBezTo>
                    <a:pt x="701" y="1"/>
                    <a:pt x="0" y="1669"/>
                    <a:pt x="1001" y="2669"/>
                  </a:cubicBezTo>
                  <a:cubicBezTo>
                    <a:pt x="1312" y="2980"/>
                    <a:pt x="1698" y="3118"/>
                    <a:pt x="2079" y="3118"/>
                  </a:cubicBezTo>
                  <a:cubicBezTo>
                    <a:pt x="2885" y="3118"/>
                    <a:pt x="3670" y="2497"/>
                    <a:pt x="3670" y="1568"/>
                  </a:cubicBezTo>
                  <a:cubicBezTo>
                    <a:pt x="3670" y="701"/>
                    <a:pt x="2969" y="1"/>
                    <a:pt x="21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9"/>
            <p:cNvSpPr/>
            <p:nvPr/>
          </p:nvSpPr>
          <p:spPr>
            <a:xfrm>
              <a:off x="2533366" y="2888741"/>
              <a:ext cx="351508" cy="267350"/>
            </a:xfrm>
            <a:custGeom>
              <a:avLst/>
              <a:gdLst/>
              <a:ahLst/>
              <a:cxnLst/>
              <a:rect l="l" t="t" r="r" b="b"/>
              <a:pathLst>
                <a:path w="5505" h="4187" extrusionOk="0">
                  <a:moveTo>
                    <a:pt x="2769" y="1"/>
                  </a:moveTo>
                  <a:cubicBezTo>
                    <a:pt x="1235" y="1"/>
                    <a:pt x="0" y="1268"/>
                    <a:pt x="67" y="2803"/>
                  </a:cubicBezTo>
                  <a:lnTo>
                    <a:pt x="67" y="3436"/>
                  </a:lnTo>
                  <a:cubicBezTo>
                    <a:pt x="901" y="3937"/>
                    <a:pt x="1835" y="4187"/>
                    <a:pt x="2769" y="4187"/>
                  </a:cubicBezTo>
                  <a:cubicBezTo>
                    <a:pt x="3703" y="4187"/>
                    <a:pt x="4637" y="3937"/>
                    <a:pt x="5471" y="3436"/>
                  </a:cubicBezTo>
                  <a:lnTo>
                    <a:pt x="5471" y="2803"/>
                  </a:lnTo>
                  <a:cubicBezTo>
                    <a:pt x="5504" y="1268"/>
                    <a:pt x="4303" y="1"/>
                    <a:pt x="2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7" name="Google Shape;977;p29"/>
          <p:cNvSpPr txBox="1">
            <a:spLocks noGrp="1"/>
          </p:cNvSpPr>
          <p:nvPr>
            <p:ph type="title"/>
          </p:nvPr>
        </p:nvSpPr>
        <p:spPr>
          <a:xfrm>
            <a:off x="4107395" y="2105475"/>
            <a:ext cx="4276582" cy="11898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Stratégie de développement</a:t>
            </a:r>
            <a:endParaRPr dirty="0"/>
          </a:p>
        </p:txBody>
      </p:sp>
      <p:sp>
        <p:nvSpPr>
          <p:cNvPr id="978" name="Google Shape;978;p29"/>
          <p:cNvSpPr txBox="1">
            <a:spLocks noGrp="1"/>
          </p:cNvSpPr>
          <p:nvPr>
            <p:ph type="subTitle" idx="1"/>
          </p:nvPr>
        </p:nvSpPr>
        <p:spPr>
          <a:xfrm>
            <a:off x="5406375" y="3295275"/>
            <a:ext cx="3024300" cy="79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Comment allons-nous y parvenir ?</a:t>
            </a:r>
            <a:endParaRPr dirty="0"/>
          </a:p>
        </p:txBody>
      </p:sp>
      <p:sp>
        <p:nvSpPr>
          <p:cNvPr id="979" name="Google Shape;979;p29"/>
          <p:cNvSpPr txBox="1">
            <a:spLocks noGrp="1"/>
          </p:cNvSpPr>
          <p:nvPr>
            <p:ph type="title" idx="2"/>
          </p:nvPr>
        </p:nvSpPr>
        <p:spPr>
          <a:xfrm>
            <a:off x="7218863" y="958638"/>
            <a:ext cx="1043700" cy="7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980" name="Google Shape;980;p29"/>
          <p:cNvSpPr/>
          <p:nvPr/>
        </p:nvSpPr>
        <p:spPr>
          <a:xfrm>
            <a:off x="888094" y="440948"/>
            <a:ext cx="1306351" cy="1306351"/>
          </a:xfrm>
          <a:custGeom>
            <a:avLst/>
            <a:gdLst/>
            <a:ahLst/>
            <a:cxnLst/>
            <a:rect l="l" t="t" r="r" b="b"/>
            <a:pathLst>
              <a:path w="55307" h="55307" extrusionOk="0">
                <a:moveTo>
                  <a:pt x="26986" y="0"/>
                </a:moveTo>
                <a:cubicBezTo>
                  <a:pt x="26552" y="0"/>
                  <a:pt x="26152" y="34"/>
                  <a:pt x="25719" y="67"/>
                </a:cubicBezTo>
                <a:lnTo>
                  <a:pt x="25752" y="467"/>
                </a:lnTo>
                <a:cubicBezTo>
                  <a:pt x="26152" y="434"/>
                  <a:pt x="26586" y="434"/>
                  <a:pt x="26986" y="434"/>
                </a:cubicBezTo>
                <a:lnTo>
                  <a:pt x="26986" y="0"/>
                </a:lnTo>
                <a:close/>
                <a:moveTo>
                  <a:pt x="28220" y="0"/>
                </a:moveTo>
                <a:lnTo>
                  <a:pt x="28220" y="434"/>
                </a:lnTo>
                <a:cubicBezTo>
                  <a:pt x="28621" y="434"/>
                  <a:pt x="29054" y="467"/>
                  <a:pt x="29455" y="467"/>
                </a:cubicBezTo>
                <a:lnTo>
                  <a:pt x="29455" y="67"/>
                </a:lnTo>
                <a:cubicBezTo>
                  <a:pt x="29054" y="34"/>
                  <a:pt x="28621" y="0"/>
                  <a:pt x="28220" y="0"/>
                </a:cubicBezTo>
                <a:close/>
                <a:moveTo>
                  <a:pt x="24484" y="167"/>
                </a:moveTo>
                <a:cubicBezTo>
                  <a:pt x="24051" y="201"/>
                  <a:pt x="23650" y="267"/>
                  <a:pt x="23217" y="334"/>
                </a:cubicBezTo>
                <a:lnTo>
                  <a:pt x="23283" y="734"/>
                </a:lnTo>
                <a:cubicBezTo>
                  <a:pt x="23684" y="668"/>
                  <a:pt x="24117" y="634"/>
                  <a:pt x="24518" y="567"/>
                </a:cubicBezTo>
                <a:lnTo>
                  <a:pt x="24484" y="167"/>
                </a:lnTo>
                <a:close/>
                <a:moveTo>
                  <a:pt x="30755" y="167"/>
                </a:moveTo>
                <a:lnTo>
                  <a:pt x="30689" y="567"/>
                </a:lnTo>
                <a:cubicBezTo>
                  <a:pt x="31089" y="634"/>
                  <a:pt x="31523" y="668"/>
                  <a:pt x="31923" y="734"/>
                </a:cubicBezTo>
                <a:lnTo>
                  <a:pt x="31990" y="334"/>
                </a:lnTo>
                <a:cubicBezTo>
                  <a:pt x="31589" y="267"/>
                  <a:pt x="31156" y="201"/>
                  <a:pt x="30755" y="167"/>
                </a:cubicBezTo>
                <a:close/>
                <a:moveTo>
                  <a:pt x="33224" y="534"/>
                </a:moveTo>
                <a:lnTo>
                  <a:pt x="33157" y="968"/>
                </a:lnTo>
                <a:cubicBezTo>
                  <a:pt x="33557" y="1034"/>
                  <a:pt x="33958" y="1135"/>
                  <a:pt x="34358" y="1235"/>
                </a:cubicBezTo>
                <a:lnTo>
                  <a:pt x="34458" y="801"/>
                </a:lnTo>
                <a:cubicBezTo>
                  <a:pt x="34058" y="701"/>
                  <a:pt x="33658" y="634"/>
                  <a:pt x="33224" y="534"/>
                </a:cubicBezTo>
                <a:close/>
                <a:moveTo>
                  <a:pt x="21983" y="567"/>
                </a:moveTo>
                <a:cubicBezTo>
                  <a:pt x="21582" y="634"/>
                  <a:pt x="21182" y="734"/>
                  <a:pt x="20748" y="834"/>
                </a:cubicBezTo>
                <a:lnTo>
                  <a:pt x="20848" y="1268"/>
                </a:lnTo>
                <a:cubicBezTo>
                  <a:pt x="21249" y="1168"/>
                  <a:pt x="21682" y="1068"/>
                  <a:pt x="22083" y="968"/>
                </a:cubicBezTo>
                <a:lnTo>
                  <a:pt x="21983" y="567"/>
                </a:lnTo>
                <a:close/>
                <a:moveTo>
                  <a:pt x="35692" y="1135"/>
                </a:moveTo>
                <a:lnTo>
                  <a:pt x="35559" y="1568"/>
                </a:lnTo>
                <a:cubicBezTo>
                  <a:pt x="35959" y="1668"/>
                  <a:pt x="36359" y="1802"/>
                  <a:pt x="36726" y="1935"/>
                </a:cubicBezTo>
                <a:lnTo>
                  <a:pt x="36893" y="1535"/>
                </a:lnTo>
                <a:cubicBezTo>
                  <a:pt x="36493" y="1401"/>
                  <a:pt x="36093" y="1268"/>
                  <a:pt x="35692" y="1135"/>
                </a:cubicBezTo>
                <a:close/>
                <a:moveTo>
                  <a:pt x="19547" y="1168"/>
                </a:moveTo>
                <a:cubicBezTo>
                  <a:pt x="19147" y="1301"/>
                  <a:pt x="18747" y="1435"/>
                  <a:pt x="18347" y="1602"/>
                </a:cubicBezTo>
                <a:lnTo>
                  <a:pt x="18480" y="1968"/>
                </a:lnTo>
                <a:cubicBezTo>
                  <a:pt x="18880" y="1835"/>
                  <a:pt x="19281" y="1702"/>
                  <a:pt x="19681" y="1602"/>
                </a:cubicBezTo>
                <a:lnTo>
                  <a:pt x="19547" y="1168"/>
                </a:lnTo>
                <a:close/>
                <a:moveTo>
                  <a:pt x="38061" y="2002"/>
                </a:moveTo>
                <a:lnTo>
                  <a:pt x="37894" y="2402"/>
                </a:lnTo>
                <a:cubicBezTo>
                  <a:pt x="38294" y="2536"/>
                  <a:pt x="38661" y="2702"/>
                  <a:pt x="39028" y="2869"/>
                </a:cubicBezTo>
                <a:lnTo>
                  <a:pt x="39195" y="2502"/>
                </a:lnTo>
                <a:cubicBezTo>
                  <a:pt x="38828" y="2335"/>
                  <a:pt x="38428" y="2169"/>
                  <a:pt x="38061" y="2002"/>
                </a:cubicBezTo>
                <a:close/>
                <a:moveTo>
                  <a:pt x="17179" y="2035"/>
                </a:moveTo>
                <a:cubicBezTo>
                  <a:pt x="16779" y="2202"/>
                  <a:pt x="16412" y="2369"/>
                  <a:pt x="16012" y="2536"/>
                </a:cubicBezTo>
                <a:lnTo>
                  <a:pt x="16212" y="2936"/>
                </a:lnTo>
                <a:cubicBezTo>
                  <a:pt x="16579" y="2736"/>
                  <a:pt x="16946" y="2569"/>
                  <a:pt x="17346" y="2435"/>
                </a:cubicBezTo>
                <a:lnTo>
                  <a:pt x="17179" y="2035"/>
                </a:lnTo>
                <a:close/>
                <a:moveTo>
                  <a:pt x="40362" y="3069"/>
                </a:moveTo>
                <a:lnTo>
                  <a:pt x="40162" y="3436"/>
                </a:lnTo>
                <a:cubicBezTo>
                  <a:pt x="40529" y="3636"/>
                  <a:pt x="40896" y="3836"/>
                  <a:pt x="41263" y="4037"/>
                </a:cubicBezTo>
                <a:lnTo>
                  <a:pt x="41463" y="3670"/>
                </a:lnTo>
                <a:cubicBezTo>
                  <a:pt x="41096" y="3470"/>
                  <a:pt x="40729" y="3269"/>
                  <a:pt x="40362" y="3069"/>
                </a:cubicBezTo>
                <a:close/>
                <a:moveTo>
                  <a:pt x="14911" y="3103"/>
                </a:moveTo>
                <a:cubicBezTo>
                  <a:pt x="14544" y="3303"/>
                  <a:pt x="14177" y="3503"/>
                  <a:pt x="13810" y="3703"/>
                </a:cubicBezTo>
                <a:lnTo>
                  <a:pt x="14010" y="4070"/>
                </a:lnTo>
                <a:cubicBezTo>
                  <a:pt x="14377" y="3870"/>
                  <a:pt x="14711" y="3670"/>
                  <a:pt x="15111" y="3470"/>
                </a:cubicBezTo>
                <a:lnTo>
                  <a:pt x="14911" y="3103"/>
                </a:lnTo>
                <a:close/>
                <a:moveTo>
                  <a:pt x="42531" y="4337"/>
                </a:moveTo>
                <a:lnTo>
                  <a:pt x="42330" y="4670"/>
                </a:lnTo>
                <a:cubicBezTo>
                  <a:pt x="42664" y="4904"/>
                  <a:pt x="42998" y="5137"/>
                  <a:pt x="43364" y="5371"/>
                </a:cubicBezTo>
                <a:lnTo>
                  <a:pt x="43598" y="5037"/>
                </a:lnTo>
                <a:cubicBezTo>
                  <a:pt x="43231" y="4770"/>
                  <a:pt x="42897" y="4537"/>
                  <a:pt x="42531" y="4337"/>
                </a:cubicBezTo>
                <a:close/>
                <a:moveTo>
                  <a:pt x="12743" y="4370"/>
                </a:moveTo>
                <a:cubicBezTo>
                  <a:pt x="12376" y="4604"/>
                  <a:pt x="12042" y="4837"/>
                  <a:pt x="11709" y="5071"/>
                </a:cubicBezTo>
                <a:lnTo>
                  <a:pt x="11942" y="5404"/>
                </a:lnTo>
                <a:lnTo>
                  <a:pt x="11942" y="5438"/>
                </a:lnTo>
                <a:cubicBezTo>
                  <a:pt x="12276" y="5171"/>
                  <a:pt x="12643" y="4937"/>
                  <a:pt x="12976" y="4737"/>
                </a:cubicBezTo>
                <a:lnTo>
                  <a:pt x="12743" y="4370"/>
                </a:lnTo>
                <a:close/>
                <a:moveTo>
                  <a:pt x="44599" y="5771"/>
                </a:moveTo>
                <a:lnTo>
                  <a:pt x="44332" y="6105"/>
                </a:lnTo>
                <a:cubicBezTo>
                  <a:pt x="44665" y="6372"/>
                  <a:pt x="44999" y="6638"/>
                  <a:pt x="45299" y="6872"/>
                </a:cubicBezTo>
                <a:lnTo>
                  <a:pt x="45566" y="6572"/>
                </a:lnTo>
                <a:cubicBezTo>
                  <a:pt x="45266" y="6305"/>
                  <a:pt x="44932" y="6038"/>
                  <a:pt x="44599" y="5771"/>
                </a:cubicBezTo>
                <a:close/>
                <a:moveTo>
                  <a:pt x="10674" y="5838"/>
                </a:moveTo>
                <a:cubicBezTo>
                  <a:pt x="10341" y="6071"/>
                  <a:pt x="10007" y="6338"/>
                  <a:pt x="9707" y="6605"/>
                </a:cubicBezTo>
                <a:lnTo>
                  <a:pt x="9974" y="6939"/>
                </a:lnTo>
                <a:cubicBezTo>
                  <a:pt x="10274" y="6672"/>
                  <a:pt x="10608" y="6405"/>
                  <a:pt x="10941" y="6171"/>
                </a:cubicBezTo>
                <a:lnTo>
                  <a:pt x="10674" y="5838"/>
                </a:lnTo>
                <a:close/>
                <a:moveTo>
                  <a:pt x="46500" y="7406"/>
                </a:moveTo>
                <a:lnTo>
                  <a:pt x="46233" y="7706"/>
                </a:lnTo>
                <a:cubicBezTo>
                  <a:pt x="46533" y="8006"/>
                  <a:pt x="46834" y="8306"/>
                  <a:pt x="47100" y="8573"/>
                </a:cubicBezTo>
                <a:lnTo>
                  <a:pt x="47401" y="8306"/>
                </a:lnTo>
                <a:cubicBezTo>
                  <a:pt x="47134" y="8006"/>
                  <a:pt x="46800" y="7706"/>
                  <a:pt x="46500" y="7406"/>
                </a:cubicBezTo>
                <a:close/>
                <a:moveTo>
                  <a:pt x="8773" y="7472"/>
                </a:moveTo>
                <a:cubicBezTo>
                  <a:pt x="8440" y="7739"/>
                  <a:pt x="8139" y="8039"/>
                  <a:pt x="7872" y="8340"/>
                </a:cubicBezTo>
                <a:lnTo>
                  <a:pt x="8173" y="8640"/>
                </a:lnTo>
                <a:lnTo>
                  <a:pt x="8173" y="8607"/>
                </a:lnTo>
                <a:cubicBezTo>
                  <a:pt x="8473" y="8340"/>
                  <a:pt x="8740" y="8039"/>
                  <a:pt x="9040" y="7773"/>
                </a:cubicBezTo>
                <a:lnTo>
                  <a:pt x="8773" y="7472"/>
                </a:lnTo>
                <a:close/>
                <a:moveTo>
                  <a:pt x="48268" y="9207"/>
                </a:moveTo>
                <a:lnTo>
                  <a:pt x="47968" y="9474"/>
                </a:lnTo>
                <a:cubicBezTo>
                  <a:pt x="48235" y="9807"/>
                  <a:pt x="48501" y="10108"/>
                  <a:pt x="48768" y="10441"/>
                </a:cubicBezTo>
                <a:lnTo>
                  <a:pt x="49102" y="10174"/>
                </a:lnTo>
                <a:cubicBezTo>
                  <a:pt x="48835" y="9841"/>
                  <a:pt x="48535" y="9507"/>
                  <a:pt x="48268" y="9207"/>
                </a:cubicBezTo>
                <a:close/>
                <a:moveTo>
                  <a:pt x="7005" y="9274"/>
                </a:moveTo>
                <a:cubicBezTo>
                  <a:pt x="6738" y="9574"/>
                  <a:pt x="6438" y="9874"/>
                  <a:pt x="6205" y="10208"/>
                </a:cubicBezTo>
                <a:lnTo>
                  <a:pt x="6505" y="10475"/>
                </a:lnTo>
                <a:cubicBezTo>
                  <a:pt x="6805" y="10141"/>
                  <a:pt x="7039" y="9841"/>
                  <a:pt x="7305" y="9541"/>
                </a:cubicBezTo>
                <a:lnTo>
                  <a:pt x="7005" y="9274"/>
                </a:lnTo>
                <a:close/>
                <a:moveTo>
                  <a:pt x="49869" y="11142"/>
                </a:moveTo>
                <a:lnTo>
                  <a:pt x="49536" y="11409"/>
                </a:lnTo>
                <a:cubicBezTo>
                  <a:pt x="49769" y="11742"/>
                  <a:pt x="50003" y="12076"/>
                  <a:pt x="50236" y="12409"/>
                </a:cubicBezTo>
                <a:lnTo>
                  <a:pt x="50603" y="12176"/>
                </a:lnTo>
                <a:cubicBezTo>
                  <a:pt x="50369" y="11842"/>
                  <a:pt x="50103" y="11475"/>
                  <a:pt x="49869" y="11142"/>
                </a:cubicBezTo>
                <a:close/>
                <a:moveTo>
                  <a:pt x="5404" y="11208"/>
                </a:moveTo>
                <a:cubicBezTo>
                  <a:pt x="5171" y="11542"/>
                  <a:pt x="4937" y="11876"/>
                  <a:pt x="4670" y="12242"/>
                </a:cubicBezTo>
                <a:lnTo>
                  <a:pt x="5037" y="12476"/>
                </a:lnTo>
                <a:cubicBezTo>
                  <a:pt x="5271" y="12109"/>
                  <a:pt x="5504" y="11775"/>
                  <a:pt x="5738" y="11442"/>
                </a:cubicBezTo>
                <a:lnTo>
                  <a:pt x="5404" y="11208"/>
                </a:lnTo>
                <a:close/>
                <a:moveTo>
                  <a:pt x="51270" y="13243"/>
                </a:moveTo>
                <a:lnTo>
                  <a:pt x="50903" y="13443"/>
                </a:lnTo>
                <a:cubicBezTo>
                  <a:pt x="51137" y="13810"/>
                  <a:pt x="51337" y="14144"/>
                  <a:pt x="51537" y="14511"/>
                </a:cubicBezTo>
                <a:lnTo>
                  <a:pt x="51904" y="14311"/>
                </a:lnTo>
                <a:cubicBezTo>
                  <a:pt x="51704" y="13944"/>
                  <a:pt x="51504" y="13577"/>
                  <a:pt x="51270" y="13243"/>
                </a:cubicBezTo>
                <a:close/>
                <a:moveTo>
                  <a:pt x="4003" y="13310"/>
                </a:moveTo>
                <a:cubicBezTo>
                  <a:pt x="3803" y="13677"/>
                  <a:pt x="3569" y="14044"/>
                  <a:pt x="3369" y="14411"/>
                </a:cubicBezTo>
                <a:lnTo>
                  <a:pt x="3736" y="14611"/>
                </a:lnTo>
                <a:cubicBezTo>
                  <a:pt x="3936" y="14211"/>
                  <a:pt x="4136" y="13877"/>
                  <a:pt x="4370" y="13510"/>
                </a:cubicBezTo>
                <a:lnTo>
                  <a:pt x="4003" y="13310"/>
                </a:lnTo>
                <a:close/>
                <a:moveTo>
                  <a:pt x="52504" y="15411"/>
                </a:moveTo>
                <a:lnTo>
                  <a:pt x="52104" y="15612"/>
                </a:lnTo>
                <a:cubicBezTo>
                  <a:pt x="52304" y="15978"/>
                  <a:pt x="52471" y="16345"/>
                  <a:pt x="52638" y="16712"/>
                </a:cubicBezTo>
                <a:lnTo>
                  <a:pt x="53005" y="16546"/>
                </a:lnTo>
                <a:cubicBezTo>
                  <a:pt x="52838" y="16179"/>
                  <a:pt x="52671" y="15812"/>
                  <a:pt x="52504" y="15411"/>
                </a:cubicBezTo>
                <a:close/>
                <a:moveTo>
                  <a:pt x="2802" y="15511"/>
                </a:moveTo>
                <a:cubicBezTo>
                  <a:pt x="2635" y="15878"/>
                  <a:pt x="2435" y="16279"/>
                  <a:pt x="2268" y="16646"/>
                </a:cubicBezTo>
                <a:lnTo>
                  <a:pt x="2669" y="16812"/>
                </a:lnTo>
                <a:cubicBezTo>
                  <a:pt x="2836" y="16445"/>
                  <a:pt x="3002" y="16045"/>
                  <a:pt x="3169" y="15678"/>
                </a:cubicBezTo>
                <a:lnTo>
                  <a:pt x="2802" y="15511"/>
                </a:lnTo>
                <a:close/>
                <a:moveTo>
                  <a:pt x="53505" y="17713"/>
                </a:moveTo>
                <a:lnTo>
                  <a:pt x="53105" y="17880"/>
                </a:lnTo>
                <a:cubicBezTo>
                  <a:pt x="53272" y="18247"/>
                  <a:pt x="53405" y="18647"/>
                  <a:pt x="53538" y="19047"/>
                </a:cubicBezTo>
                <a:lnTo>
                  <a:pt x="53905" y="18914"/>
                </a:lnTo>
                <a:cubicBezTo>
                  <a:pt x="53805" y="18514"/>
                  <a:pt x="53638" y="18113"/>
                  <a:pt x="53505" y="17713"/>
                </a:cubicBezTo>
                <a:close/>
                <a:moveTo>
                  <a:pt x="1801" y="17813"/>
                </a:moveTo>
                <a:cubicBezTo>
                  <a:pt x="1635" y="18213"/>
                  <a:pt x="1501" y="18580"/>
                  <a:pt x="1368" y="19014"/>
                </a:cubicBezTo>
                <a:lnTo>
                  <a:pt x="1801" y="19147"/>
                </a:lnTo>
                <a:cubicBezTo>
                  <a:pt x="1902" y="18780"/>
                  <a:pt x="2035" y="18347"/>
                  <a:pt x="2168" y="17980"/>
                </a:cubicBezTo>
                <a:lnTo>
                  <a:pt x="1801" y="17813"/>
                </a:lnTo>
                <a:close/>
                <a:moveTo>
                  <a:pt x="54272" y="20115"/>
                </a:moveTo>
                <a:lnTo>
                  <a:pt x="53872" y="20215"/>
                </a:lnTo>
                <a:cubicBezTo>
                  <a:pt x="53972" y="20615"/>
                  <a:pt x="54072" y="21015"/>
                  <a:pt x="54172" y="21416"/>
                </a:cubicBezTo>
                <a:lnTo>
                  <a:pt x="54606" y="21316"/>
                </a:lnTo>
                <a:cubicBezTo>
                  <a:pt x="54506" y="20915"/>
                  <a:pt x="54406" y="20515"/>
                  <a:pt x="54272" y="20115"/>
                </a:cubicBezTo>
                <a:close/>
                <a:moveTo>
                  <a:pt x="1001" y="20215"/>
                </a:moveTo>
                <a:cubicBezTo>
                  <a:pt x="867" y="20615"/>
                  <a:pt x="767" y="21015"/>
                  <a:pt x="667" y="21449"/>
                </a:cubicBezTo>
                <a:lnTo>
                  <a:pt x="1101" y="21516"/>
                </a:lnTo>
                <a:cubicBezTo>
                  <a:pt x="1201" y="21115"/>
                  <a:pt x="1301" y="20715"/>
                  <a:pt x="1401" y="20315"/>
                </a:cubicBezTo>
                <a:lnTo>
                  <a:pt x="1001" y="20215"/>
                </a:lnTo>
                <a:close/>
                <a:moveTo>
                  <a:pt x="54839" y="22550"/>
                </a:moveTo>
                <a:lnTo>
                  <a:pt x="54439" y="22650"/>
                </a:lnTo>
                <a:cubicBezTo>
                  <a:pt x="54506" y="23017"/>
                  <a:pt x="54572" y="23450"/>
                  <a:pt x="54639" y="23851"/>
                </a:cubicBezTo>
                <a:lnTo>
                  <a:pt x="55039" y="23817"/>
                </a:lnTo>
                <a:cubicBezTo>
                  <a:pt x="55006" y="23384"/>
                  <a:pt x="54939" y="22983"/>
                  <a:pt x="54839" y="22550"/>
                </a:cubicBezTo>
                <a:close/>
                <a:moveTo>
                  <a:pt x="434" y="22650"/>
                </a:moveTo>
                <a:cubicBezTo>
                  <a:pt x="367" y="23084"/>
                  <a:pt x="300" y="23484"/>
                  <a:pt x="234" y="23917"/>
                </a:cubicBezTo>
                <a:lnTo>
                  <a:pt x="667" y="23951"/>
                </a:lnTo>
                <a:cubicBezTo>
                  <a:pt x="734" y="23551"/>
                  <a:pt x="801" y="23150"/>
                  <a:pt x="867" y="22750"/>
                </a:cubicBezTo>
                <a:lnTo>
                  <a:pt x="434" y="22650"/>
                </a:lnTo>
                <a:close/>
                <a:moveTo>
                  <a:pt x="55206" y="25052"/>
                </a:moveTo>
                <a:lnTo>
                  <a:pt x="54773" y="25085"/>
                </a:lnTo>
                <a:cubicBezTo>
                  <a:pt x="54806" y="25485"/>
                  <a:pt x="54839" y="25919"/>
                  <a:pt x="54873" y="26319"/>
                </a:cubicBezTo>
                <a:lnTo>
                  <a:pt x="55273" y="26286"/>
                </a:lnTo>
                <a:cubicBezTo>
                  <a:pt x="55273" y="25886"/>
                  <a:pt x="55240" y="25452"/>
                  <a:pt x="55206" y="25052"/>
                </a:cubicBezTo>
                <a:close/>
                <a:moveTo>
                  <a:pt x="100" y="25185"/>
                </a:moveTo>
                <a:cubicBezTo>
                  <a:pt x="67" y="25585"/>
                  <a:pt x="34" y="26019"/>
                  <a:pt x="34" y="26419"/>
                </a:cubicBezTo>
                <a:lnTo>
                  <a:pt x="434" y="26419"/>
                </a:lnTo>
                <a:cubicBezTo>
                  <a:pt x="467" y="26019"/>
                  <a:pt x="501" y="25619"/>
                  <a:pt x="534" y="25218"/>
                </a:cubicBezTo>
                <a:lnTo>
                  <a:pt x="100" y="25185"/>
                </a:lnTo>
                <a:close/>
                <a:moveTo>
                  <a:pt x="54906" y="27587"/>
                </a:moveTo>
                <a:lnTo>
                  <a:pt x="54906" y="27654"/>
                </a:lnTo>
                <a:cubicBezTo>
                  <a:pt x="54906" y="28054"/>
                  <a:pt x="54873" y="28487"/>
                  <a:pt x="54873" y="28888"/>
                </a:cubicBezTo>
                <a:lnTo>
                  <a:pt x="55306" y="28888"/>
                </a:lnTo>
                <a:cubicBezTo>
                  <a:pt x="55306" y="28487"/>
                  <a:pt x="55306" y="28054"/>
                  <a:pt x="55306" y="27654"/>
                </a:cubicBezTo>
                <a:lnTo>
                  <a:pt x="55306" y="27587"/>
                </a:lnTo>
                <a:close/>
                <a:moveTo>
                  <a:pt x="0" y="27687"/>
                </a:moveTo>
                <a:cubicBezTo>
                  <a:pt x="0" y="28087"/>
                  <a:pt x="0" y="28521"/>
                  <a:pt x="34" y="28921"/>
                </a:cubicBezTo>
                <a:lnTo>
                  <a:pt x="434" y="28921"/>
                </a:lnTo>
                <a:cubicBezTo>
                  <a:pt x="400" y="28521"/>
                  <a:pt x="400" y="28087"/>
                  <a:pt x="400" y="27687"/>
                </a:cubicBezTo>
                <a:close/>
                <a:moveTo>
                  <a:pt x="54773" y="30089"/>
                </a:moveTo>
                <a:cubicBezTo>
                  <a:pt x="54739" y="30522"/>
                  <a:pt x="54706" y="30923"/>
                  <a:pt x="54639" y="31356"/>
                </a:cubicBezTo>
                <a:lnTo>
                  <a:pt x="55073" y="31390"/>
                </a:lnTo>
                <a:cubicBezTo>
                  <a:pt x="55140" y="30989"/>
                  <a:pt x="55173" y="30556"/>
                  <a:pt x="55206" y="30122"/>
                </a:cubicBezTo>
                <a:lnTo>
                  <a:pt x="54773" y="30089"/>
                </a:lnTo>
                <a:close/>
                <a:moveTo>
                  <a:pt x="534" y="30155"/>
                </a:moveTo>
                <a:lnTo>
                  <a:pt x="134" y="30189"/>
                </a:lnTo>
                <a:cubicBezTo>
                  <a:pt x="167" y="30622"/>
                  <a:pt x="200" y="31023"/>
                  <a:pt x="267" y="31456"/>
                </a:cubicBezTo>
                <a:lnTo>
                  <a:pt x="667" y="31390"/>
                </a:lnTo>
                <a:cubicBezTo>
                  <a:pt x="634" y="30989"/>
                  <a:pt x="567" y="30556"/>
                  <a:pt x="534" y="30155"/>
                </a:cubicBezTo>
                <a:close/>
                <a:moveTo>
                  <a:pt x="54439" y="32590"/>
                </a:moveTo>
                <a:cubicBezTo>
                  <a:pt x="54372" y="33024"/>
                  <a:pt x="54306" y="33391"/>
                  <a:pt x="54206" y="33825"/>
                </a:cubicBezTo>
                <a:lnTo>
                  <a:pt x="54606" y="33925"/>
                </a:lnTo>
                <a:lnTo>
                  <a:pt x="54606" y="33891"/>
                </a:lnTo>
                <a:cubicBezTo>
                  <a:pt x="54706" y="33458"/>
                  <a:pt x="54806" y="33057"/>
                  <a:pt x="54873" y="32690"/>
                </a:cubicBezTo>
                <a:lnTo>
                  <a:pt x="54439" y="32590"/>
                </a:lnTo>
                <a:close/>
                <a:moveTo>
                  <a:pt x="867" y="32624"/>
                </a:moveTo>
                <a:lnTo>
                  <a:pt x="467" y="32690"/>
                </a:lnTo>
                <a:cubicBezTo>
                  <a:pt x="534" y="33124"/>
                  <a:pt x="634" y="33524"/>
                  <a:pt x="734" y="33958"/>
                </a:cubicBezTo>
                <a:lnTo>
                  <a:pt x="1134" y="33825"/>
                </a:lnTo>
                <a:cubicBezTo>
                  <a:pt x="1034" y="33458"/>
                  <a:pt x="968" y="33024"/>
                  <a:pt x="867" y="32624"/>
                </a:cubicBezTo>
                <a:close/>
                <a:moveTo>
                  <a:pt x="53905" y="35025"/>
                </a:moveTo>
                <a:cubicBezTo>
                  <a:pt x="53805" y="35426"/>
                  <a:pt x="53672" y="35826"/>
                  <a:pt x="53538" y="36193"/>
                </a:cubicBezTo>
                <a:lnTo>
                  <a:pt x="53939" y="36326"/>
                </a:lnTo>
                <a:lnTo>
                  <a:pt x="53939" y="36293"/>
                </a:lnTo>
                <a:cubicBezTo>
                  <a:pt x="54072" y="35893"/>
                  <a:pt x="54206" y="35492"/>
                  <a:pt x="54306" y="35126"/>
                </a:cubicBezTo>
                <a:lnTo>
                  <a:pt x="53905" y="35025"/>
                </a:lnTo>
                <a:close/>
                <a:moveTo>
                  <a:pt x="1435" y="35059"/>
                </a:moveTo>
                <a:lnTo>
                  <a:pt x="1034" y="35159"/>
                </a:lnTo>
                <a:cubicBezTo>
                  <a:pt x="1134" y="35559"/>
                  <a:pt x="1268" y="35959"/>
                  <a:pt x="1401" y="36360"/>
                </a:cubicBezTo>
                <a:lnTo>
                  <a:pt x="1801" y="36226"/>
                </a:lnTo>
                <a:cubicBezTo>
                  <a:pt x="1668" y="35859"/>
                  <a:pt x="1568" y="35459"/>
                  <a:pt x="1435" y="35059"/>
                </a:cubicBezTo>
                <a:close/>
                <a:moveTo>
                  <a:pt x="53138" y="37360"/>
                </a:moveTo>
                <a:cubicBezTo>
                  <a:pt x="52971" y="37761"/>
                  <a:pt x="52805" y="38161"/>
                  <a:pt x="52638" y="38528"/>
                </a:cubicBezTo>
                <a:lnTo>
                  <a:pt x="53038" y="38695"/>
                </a:lnTo>
                <a:lnTo>
                  <a:pt x="53038" y="38661"/>
                </a:lnTo>
                <a:cubicBezTo>
                  <a:pt x="53205" y="38294"/>
                  <a:pt x="53372" y="37894"/>
                  <a:pt x="53505" y="37527"/>
                </a:cubicBezTo>
                <a:lnTo>
                  <a:pt x="53138" y="37360"/>
                </a:lnTo>
                <a:close/>
                <a:moveTo>
                  <a:pt x="2202" y="37394"/>
                </a:moveTo>
                <a:lnTo>
                  <a:pt x="1835" y="37561"/>
                </a:lnTo>
                <a:cubicBezTo>
                  <a:pt x="1968" y="37928"/>
                  <a:pt x="2135" y="38328"/>
                  <a:pt x="2302" y="38728"/>
                </a:cubicBezTo>
                <a:lnTo>
                  <a:pt x="2669" y="38561"/>
                </a:lnTo>
                <a:cubicBezTo>
                  <a:pt x="2502" y="38161"/>
                  <a:pt x="2369" y="37794"/>
                  <a:pt x="2202" y="37394"/>
                </a:cubicBezTo>
                <a:close/>
                <a:moveTo>
                  <a:pt x="3202" y="39662"/>
                </a:moveTo>
                <a:lnTo>
                  <a:pt x="2802" y="39829"/>
                </a:lnTo>
                <a:cubicBezTo>
                  <a:pt x="3002" y="40229"/>
                  <a:pt x="3202" y="40596"/>
                  <a:pt x="3403" y="40963"/>
                </a:cubicBezTo>
                <a:lnTo>
                  <a:pt x="3770" y="40763"/>
                </a:lnTo>
                <a:cubicBezTo>
                  <a:pt x="3569" y="40396"/>
                  <a:pt x="3369" y="40029"/>
                  <a:pt x="3202" y="39662"/>
                </a:cubicBezTo>
                <a:close/>
                <a:moveTo>
                  <a:pt x="52137" y="39662"/>
                </a:moveTo>
                <a:cubicBezTo>
                  <a:pt x="51937" y="40029"/>
                  <a:pt x="51737" y="40396"/>
                  <a:pt x="51537" y="40763"/>
                </a:cubicBezTo>
                <a:lnTo>
                  <a:pt x="51904" y="40963"/>
                </a:lnTo>
                <a:lnTo>
                  <a:pt x="51937" y="40930"/>
                </a:lnTo>
                <a:cubicBezTo>
                  <a:pt x="52137" y="40563"/>
                  <a:pt x="52338" y="40196"/>
                  <a:pt x="52504" y="39829"/>
                </a:cubicBezTo>
                <a:lnTo>
                  <a:pt x="52137" y="39662"/>
                </a:lnTo>
                <a:close/>
                <a:moveTo>
                  <a:pt x="4370" y="41797"/>
                </a:moveTo>
                <a:lnTo>
                  <a:pt x="4036" y="42030"/>
                </a:lnTo>
                <a:cubicBezTo>
                  <a:pt x="4237" y="42397"/>
                  <a:pt x="4470" y="42731"/>
                  <a:pt x="4704" y="43098"/>
                </a:cubicBezTo>
                <a:lnTo>
                  <a:pt x="5037" y="42864"/>
                </a:lnTo>
                <a:cubicBezTo>
                  <a:pt x="4804" y="42497"/>
                  <a:pt x="4603" y="42164"/>
                  <a:pt x="4370" y="41797"/>
                </a:cubicBezTo>
                <a:close/>
                <a:moveTo>
                  <a:pt x="50937" y="41797"/>
                </a:moveTo>
                <a:cubicBezTo>
                  <a:pt x="50703" y="42164"/>
                  <a:pt x="50503" y="42497"/>
                  <a:pt x="50269" y="42864"/>
                </a:cubicBezTo>
                <a:lnTo>
                  <a:pt x="50603" y="43098"/>
                </a:lnTo>
                <a:lnTo>
                  <a:pt x="50603" y="43065"/>
                </a:lnTo>
                <a:cubicBezTo>
                  <a:pt x="50836" y="42731"/>
                  <a:pt x="51070" y="42364"/>
                  <a:pt x="51270" y="42030"/>
                </a:cubicBezTo>
                <a:lnTo>
                  <a:pt x="50937" y="41797"/>
                </a:lnTo>
                <a:close/>
                <a:moveTo>
                  <a:pt x="5738" y="43932"/>
                </a:moveTo>
                <a:lnTo>
                  <a:pt x="5404" y="44199"/>
                </a:lnTo>
                <a:cubicBezTo>
                  <a:pt x="5671" y="44532"/>
                  <a:pt x="5938" y="44866"/>
                  <a:pt x="6205" y="45166"/>
                </a:cubicBezTo>
                <a:lnTo>
                  <a:pt x="6505" y="44899"/>
                </a:lnTo>
                <a:cubicBezTo>
                  <a:pt x="6271" y="44599"/>
                  <a:pt x="6004" y="44265"/>
                  <a:pt x="5738" y="43932"/>
                </a:cubicBezTo>
                <a:close/>
                <a:moveTo>
                  <a:pt x="49536" y="43932"/>
                </a:moveTo>
                <a:cubicBezTo>
                  <a:pt x="49269" y="44265"/>
                  <a:pt x="49035" y="44599"/>
                  <a:pt x="48768" y="44899"/>
                </a:cubicBezTo>
                <a:lnTo>
                  <a:pt x="49102" y="45166"/>
                </a:lnTo>
                <a:lnTo>
                  <a:pt x="49102" y="45099"/>
                </a:lnTo>
                <a:cubicBezTo>
                  <a:pt x="49369" y="44766"/>
                  <a:pt x="49636" y="44432"/>
                  <a:pt x="49869" y="44165"/>
                </a:cubicBezTo>
                <a:lnTo>
                  <a:pt x="49536" y="43932"/>
                </a:lnTo>
                <a:close/>
                <a:moveTo>
                  <a:pt x="7305" y="45867"/>
                </a:moveTo>
                <a:lnTo>
                  <a:pt x="7005" y="46133"/>
                </a:lnTo>
                <a:cubicBezTo>
                  <a:pt x="7272" y="46434"/>
                  <a:pt x="7572" y="46734"/>
                  <a:pt x="7872" y="47034"/>
                </a:cubicBezTo>
                <a:lnTo>
                  <a:pt x="8139" y="46767"/>
                </a:lnTo>
                <a:cubicBezTo>
                  <a:pt x="7872" y="46467"/>
                  <a:pt x="7606" y="46167"/>
                  <a:pt x="7305" y="45867"/>
                </a:cubicBezTo>
                <a:close/>
                <a:moveTo>
                  <a:pt x="47934" y="45867"/>
                </a:moveTo>
                <a:cubicBezTo>
                  <a:pt x="47701" y="46167"/>
                  <a:pt x="47401" y="46467"/>
                  <a:pt x="47100" y="46767"/>
                </a:cubicBezTo>
                <a:lnTo>
                  <a:pt x="47401" y="47034"/>
                </a:lnTo>
                <a:lnTo>
                  <a:pt x="47434" y="46967"/>
                </a:lnTo>
                <a:cubicBezTo>
                  <a:pt x="47734" y="46667"/>
                  <a:pt x="48034" y="46367"/>
                  <a:pt x="48268" y="46133"/>
                </a:cubicBezTo>
                <a:lnTo>
                  <a:pt x="47934" y="45867"/>
                </a:lnTo>
                <a:close/>
                <a:moveTo>
                  <a:pt x="9073" y="47634"/>
                </a:moveTo>
                <a:lnTo>
                  <a:pt x="8773" y="47935"/>
                </a:lnTo>
                <a:cubicBezTo>
                  <a:pt x="9073" y="48202"/>
                  <a:pt x="9407" y="48502"/>
                  <a:pt x="9707" y="48769"/>
                </a:cubicBezTo>
                <a:lnTo>
                  <a:pt x="9974" y="48468"/>
                </a:lnTo>
                <a:cubicBezTo>
                  <a:pt x="9674" y="48168"/>
                  <a:pt x="9374" y="47901"/>
                  <a:pt x="9073" y="47634"/>
                </a:cubicBezTo>
                <a:close/>
                <a:moveTo>
                  <a:pt x="46233" y="47601"/>
                </a:moveTo>
                <a:cubicBezTo>
                  <a:pt x="45933" y="47901"/>
                  <a:pt x="45633" y="48168"/>
                  <a:pt x="45299" y="48435"/>
                </a:cubicBezTo>
                <a:lnTo>
                  <a:pt x="45566" y="48769"/>
                </a:lnTo>
                <a:lnTo>
                  <a:pt x="45599" y="48702"/>
                </a:lnTo>
                <a:cubicBezTo>
                  <a:pt x="45933" y="48435"/>
                  <a:pt x="46233" y="48135"/>
                  <a:pt x="46500" y="47901"/>
                </a:cubicBezTo>
                <a:lnTo>
                  <a:pt x="46233" y="47601"/>
                </a:lnTo>
                <a:close/>
                <a:moveTo>
                  <a:pt x="10941" y="49236"/>
                </a:moveTo>
                <a:lnTo>
                  <a:pt x="10708" y="49536"/>
                </a:lnTo>
                <a:cubicBezTo>
                  <a:pt x="11041" y="49803"/>
                  <a:pt x="11375" y="50070"/>
                  <a:pt x="11709" y="50303"/>
                </a:cubicBezTo>
                <a:lnTo>
                  <a:pt x="11942" y="49969"/>
                </a:lnTo>
                <a:cubicBezTo>
                  <a:pt x="11608" y="49736"/>
                  <a:pt x="11275" y="49469"/>
                  <a:pt x="10941" y="49236"/>
                </a:cubicBezTo>
                <a:close/>
                <a:moveTo>
                  <a:pt x="44365" y="49236"/>
                </a:moveTo>
                <a:cubicBezTo>
                  <a:pt x="44032" y="49469"/>
                  <a:pt x="43698" y="49736"/>
                  <a:pt x="43364" y="49969"/>
                </a:cubicBezTo>
                <a:lnTo>
                  <a:pt x="43598" y="50303"/>
                </a:lnTo>
                <a:lnTo>
                  <a:pt x="43631" y="50236"/>
                </a:lnTo>
                <a:cubicBezTo>
                  <a:pt x="43965" y="50003"/>
                  <a:pt x="44332" y="49736"/>
                  <a:pt x="44599" y="49536"/>
                </a:cubicBezTo>
                <a:lnTo>
                  <a:pt x="44365" y="49236"/>
                </a:lnTo>
                <a:close/>
                <a:moveTo>
                  <a:pt x="12976" y="50637"/>
                </a:moveTo>
                <a:lnTo>
                  <a:pt x="12743" y="51004"/>
                </a:lnTo>
                <a:cubicBezTo>
                  <a:pt x="13110" y="51237"/>
                  <a:pt x="13476" y="51437"/>
                  <a:pt x="13843" y="51637"/>
                </a:cubicBezTo>
                <a:lnTo>
                  <a:pt x="14044" y="51304"/>
                </a:lnTo>
                <a:cubicBezTo>
                  <a:pt x="13677" y="51070"/>
                  <a:pt x="13310" y="50870"/>
                  <a:pt x="12976" y="50637"/>
                </a:cubicBezTo>
                <a:close/>
                <a:moveTo>
                  <a:pt x="42330" y="50637"/>
                </a:moveTo>
                <a:cubicBezTo>
                  <a:pt x="41997" y="50870"/>
                  <a:pt x="41630" y="51070"/>
                  <a:pt x="41263" y="51304"/>
                </a:cubicBezTo>
                <a:lnTo>
                  <a:pt x="41496" y="51637"/>
                </a:lnTo>
                <a:lnTo>
                  <a:pt x="41496" y="51604"/>
                </a:lnTo>
                <a:cubicBezTo>
                  <a:pt x="41863" y="51404"/>
                  <a:pt x="42230" y="51170"/>
                  <a:pt x="42564" y="51004"/>
                </a:cubicBezTo>
                <a:lnTo>
                  <a:pt x="42330" y="50637"/>
                </a:lnTo>
                <a:close/>
                <a:moveTo>
                  <a:pt x="15144" y="51871"/>
                </a:moveTo>
                <a:lnTo>
                  <a:pt x="14944" y="52238"/>
                </a:lnTo>
                <a:cubicBezTo>
                  <a:pt x="15311" y="52438"/>
                  <a:pt x="15711" y="52638"/>
                  <a:pt x="16078" y="52805"/>
                </a:cubicBezTo>
                <a:lnTo>
                  <a:pt x="16245" y="52405"/>
                </a:lnTo>
                <a:cubicBezTo>
                  <a:pt x="15878" y="52238"/>
                  <a:pt x="15511" y="52071"/>
                  <a:pt x="15144" y="51871"/>
                </a:cubicBezTo>
                <a:close/>
                <a:moveTo>
                  <a:pt x="40196" y="51871"/>
                </a:moveTo>
                <a:cubicBezTo>
                  <a:pt x="39829" y="52071"/>
                  <a:pt x="39462" y="52238"/>
                  <a:pt x="39095" y="52405"/>
                </a:cubicBezTo>
                <a:lnTo>
                  <a:pt x="39262" y="52805"/>
                </a:lnTo>
                <a:lnTo>
                  <a:pt x="39262" y="52738"/>
                </a:lnTo>
                <a:cubicBezTo>
                  <a:pt x="39662" y="52571"/>
                  <a:pt x="40029" y="52405"/>
                  <a:pt x="40396" y="52238"/>
                </a:cubicBezTo>
                <a:lnTo>
                  <a:pt x="40196" y="51871"/>
                </a:lnTo>
                <a:close/>
                <a:moveTo>
                  <a:pt x="17379" y="52905"/>
                </a:moveTo>
                <a:lnTo>
                  <a:pt x="17212" y="53272"/>
                </a:lnTo>
                <a:cubicBezTo>
                  <a:pt x="17613" y="53439"/>
                  <a:pt x="18013" y="53605"/>
                  <a:pt x="18413" y="53739"/>
                </a:cubicBezTo>
                <a:lnTo>
                  <a:pt x="18547" y="53339"/>
                </a:lnTo>
                <a:cubicBezTo>
                  <a:pt x="18146" y="53205"/>
                  <a:pt x="17746" y="53072"/>
                  <a:pt x="17379" y="52905"/>
                </a:cubicBezTo>
                <a:close/>
                <a:moveTo>
                  <a:pt x="37927" y="52905"/>
                </a:moveTo>
                <a:cubicBezTo>
                  <a:pt x="37560" y="53072"/>
                  <a:pt x="37160" y="53205"/>
                  <a:pt x="36793" y="53339"/>
                </a:cubicBezTo>
                <a:lnTo>
                  <a:pt x="36927" y="53739"/>
                </a:lnTo>
                <a:lnTo>
                  <a:pt x="36927" y="53705"/>
                </a:lnTo>
                <a:cubicBezTo>
                  <a:pt x="37327" y="53572"/>
                  <a:pt x="37727" y="53405"/>
                  <a:pt x="38094" y="53272"/>
                </a:cubicBezTo>
                <a:lnTo>
                  <a:pt x="37927" y="52905"/>
                </a:lnTo>
                <a:close/>
                <a:moveTo>
                  <a:pt x="19714" y="53705"/>
                </a:moveTo>
                <a:lnTo>
                  <a:pt x="19581" y="54106"/>
                </a:lnTo>
                <a:cubicBezTo>
                  <a:pt x="20014" y="54239"/>
                  <a:pt x="20381" y="54339"/>
                  <a:pt x="20815" y="54473"/>
                </a:cubicBezTo>
                <a:lnTo>
                  <a:pt x="20915" y="54039"/>
                </a:lnTo>
                <a:cubicBezTo>
                  <a:pt x="20515" y="53939"/>
                  <a:pt x="20115" y="53839"/>
                  <a:pt x="19714" y="53705"/>
                </a:cubicBezTo>
                <a:close/>
                <a:moveTo>
                  <a:pt x="35592" y="53705"/>
                </a:moveTo>
                <a:cubicBezTo>
                  <a:pt x="35225" y="53839"/>
                  <a:pt x="34825" y="53939"/>
                  <a:pt x="34425" y="54039"/>
                </a:cubicBezTo>
                <a:lnTo>
                  <a:pt x="34525" y="54473"/>
                </a:lnTo>
                <a:lnTo>
                  <a:pt x="34525" y="54439"/>
                </a:lnTo>
                <a:cubicBezTo>
                  <a:pt x="34925" y="54339"/>
                  <a:pt x="35359" y="54206"/>
                  <a:pt x="35726" y="54139"/>
                </a:cubicBezTo>
                <a:lnTo>
                  <a:pt x="35592" y="53705"/>
                </a:lnTo>
                <a:close/>
                <a:moveTo>
                  <a:pt x="22116" y="54306"/>
                </a:moveTo>
                <a:lnTo>
                  <a:pt x="22049" y="54740"/>
                </a:lnTo>
                <a:cubicBezTo>
                  <a:pt x="22450" y="54806"/>
                  <a:pt x="22883" y="54906"/>
                  <a:pt x="23283" y="54973"/>
                </a:cubicBezTo>
                <a:lnTo>
                  <a:pt x="23350" y="54539"/>
                </a:lnTo>
                <a:cubicBezTo>
                  <a:pt x="22950" y="54473"/>
                  <a:pt x="22550" y="54406"/>
                  <a:pt x="22116" y="54306"/>
                </a:cubicBezTo>
                <a:close/>
                <a:moveTo>
                  <a:pt x="33224" y="54306"/>
                </a:moveTo>
                <a:cubicBezTo>
                  <a:pt x="32824" y="54406"/>
                  <a:pt x="32423" y="54473"/>
                  <a:pt x="31990" y="54539"/>
                </a:cubicBezTo>
                <a:lnTo>
                  <a:pt x="32056" y="54973"/>
                </a:lnTo>
                <a:lnTo>
                  <a:pt x="32056" y="54940"/>
                </a:lnTo>
                <a:cubicBezTo>
                  <a:pt x="32490" y="54873"/>
                  <a:pt x="32890" y="54806"/>
                  <a:pt x="33324" y="54740"/>
                </a:cubicBezTo>
                <a:lnTo>
                  <a:pt x="33224" y="54306"/>
                </a:lnTo>
                <a:close/>
                <a:moveTo>
                  <a:pt x="24584" y="54706"/>
                </a:moveTo>
                <a:lnTo>
                  <a:pt x="24551" y="55140"/>
                </a:lnTo>
                <a:cubicBezTo>
                  <a:pt x="24951" y="55173"/>
                  <a:pt x="25385" y="55207"/>
                  <a:pt x="25785" y="55240"/>
                </a:cubicBezTo>
                <a:lnTo>
                  <a:pt x="25852" y="54806"/>
                </a:lnTo>
                <a:cubicBezTo>
                  <a:pt x="25418" y="54773"/>
                  <a:pt x="25018" y="54740"/>
                  <a:pt x="24584" y="54706"/>
                </a:cubicBezTo>
                <a:close/>
                <a:moveTo>
                  <a:pt x="30789" y="54706"/>
                </a:moveTo>
                <a:cubicBezTo>
                  <a:pt x="30389" y="54773"/>
                  <a:pt x="29955" y="54806"/>
                  <a:pt x="29555" y="54806"/>
                </a:cubicBezTo>
                <a:lnTo>
                  <a:pt x="29555" y="55240"/>
                </a:lnTo>
                <a:cubicBezTo>
                  <a:pt x="29988" y="55207"/>
                  <a:pt x="30422" y="55173"/>
                  <a:pt x="30856" y="55140"/>
                </a:cubicBezTo>
                <a:lnTo>
                  <a:pt x="30789" y="54706"/>
                </a:lnTo>
                <a:close/>
                <a:moveTo>
                  <a:pt x="27053" y="54873"/>
                </a:moveTo>
                <a:lnTo>
                  <a:pt x="27053" y="55307"/>
                </a:lnTo>
                <a:lnTo>
                  <a:pt x="28287" y="55307"/>
                </a:lnTo>
                <a:lnTo>
                  <a:pt x="28287" y="54873"/>
                </a:lnTo>
                <a:close/>
              </a:path>
            </a:pathLst>
          </a:custGeom>
          <a:solidFill>
            <a:srgbClr val="90E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7"/>
          <p:cNvSpPr txBox="1">
            <a:spLocks noGrp="1"/>
          </p:cNvSpPr>
          <p:nvPr>
            <p:ph type="body" idx="1"/>
          </p:nvPr>
        </p:nvSpPr>
        <p:spPr>
          <a:xfrm>
            <a:off x="721700" y="2190875"/>
            <a:ext cx="3219300" cy="12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Pour faire de </a:t>
            </a:r>
            <a:r>
              <a:rPr lang="fr-FR" b="1" dirty="0"/>
              <a:t>CultureJam</a:t>
            </a:r>
            <a:r>
              <a:rPr lang="fr-FR" dirty="0"/>
              <a:t> une réalité, nous avons mis en place une stratégie de développement claire et efficace.</a:t>
            </a:r>
            <a:endParaRPr dirty="0"/>
          </a:p>
        </p:txBody>
      </p:sp>
      <p:grpSp>
        <p:nvGrpSpPr>
          <p:cNvPr id="645" name="Google Shape;645;p27"/>
          <p:cNvGrpSpPr/>
          <p:nvPr/>
        </p:nvGrpSpPr>
        <p:grpSpPr>
          <a:xfrm>
            <a:off x="753176" y="747287"/>
            <a:ext cx="7879195" cy="4042209"/>
            <a:chOff x="753176" y="747287"/>
            <a:chExt cx="7879195" cy="4042209"/>
          </a:xfrm>
        </p:grpSpPr>
        <p:sp>
          <p:nvSpPr>
            <p:cNvPr id="646" name="Google Shape;646;p27"/>
            <p:cNvSpPr/>
            <p:nvPr/>
          </p:nvSpPr>
          <p:spPr>
            <a:xfrm>
              <a:off x="4708506" y="1601081"/>
              <a:ext cx="644519" cy="1341805"/>
            </a:xfrm>
            <a:custGeom>
              <a:avLst/>
              <a:gdLst/>
              <a:ahLst/>
              <a:cxnLst/>
              <a:rect l="l" t="t" r="r" b="b"/>
              <a:pathLst>
                <a:path w="27287" h="56808" extrusionOk="0">
                  <a:moveTo>
                    <a:pt x="15912" y="0"/>
                  </a:moveTo>
                  <a:lnTo>
                    <a:pt x="0" y="7305"/>
                  </a:lnTo>
                  <a:lnTo>
                    <a:pt x="9941" y="56807"/>
                  </a:lnTo>
                  <a:lnTo>
                    <a:pt x="27287" y="56807"/>
                  </a:lnTo>
                  <a:lnTo>
                    <a:pt x="1591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5084357" y="1601081"/>
              <a:ext cx="1441883" cy="1341805"/>
            </a:xfrm>
            <a:custGeom>
              <a:avLst/>
              <a:gdLst/>
              <a:ahLst/>
              <a:cxnLst/>
              <a:rect l="l" t="t" r="r" b="b"/>
              <a:pathLst>
                <a:path w="61045" h="56808" extrusionOk="0">
                  <a:moveTo>
                    <a:pt x="1" y="0"/>
                  </a:moveTo>
                  <a:lnTo>
                    <a:pt x="11376" y="56807"/>
                  </a:lnTo>
                  <a:lnTo>
                    <a:pt x="61044" y="56807"/>
                  </a:lnTo>
                  <a:lnTo>
                    <a:pt x="4967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4604438" y="2608646"/>
              <a:ext cx="627985" cy="1288235"/>
            </a:xfrm>
            <a:custGeom>
              <a:avLst/>
              <a:gdLst/>
              <a:ahLst/>
              <a:cxnLst/>
              <a:rect l="l" t="t" r="r" b="b"/>
              <a:pathLst>
                <a:path w="26587" h="54540" extrusionOk="0">
                  <a:moveTo>
                    <a:pt x="1" y="0"/>
                  </a:moveTo>
                  <a:lnTo>
                    <a:pt x="1" y="54539"/>
                  </a:lnTo>
                  <a:lnTo>
                    <a:pt x="26586" y="54539"/>
                  </a:lnTo>
                  <a:lnTo>
                    <a:pt x="26586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6490047" y="2608646"/>
              <a:ext cx="427853" cy="1289014"/>
            </a:xfrm>
            <a:custGeom>
              <a:avLst/>
              <a:gdLst/>
              <a:ahLst/>
              <a:cxnLst/>
              <a:rect l="l" t="t" r="r" b="b"/>
              <a:pathLst>
                <a:path w="18114" h="54573" extrusionOk="0">
                  <a:moveTo>
                    <a:pt x="0" y="0"/>
                  </a:moveTo>
                  <a:lnTo>
                    <a:pt x="10841" y="54573"/>
                  </a:lnTo>
                  <a:lnTo>
                    <a:pt x="18113" y="54573"/>
                  </a:lnTo>
                  <a:lnTo>
                    <a:pt x="18113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5232455" y="2608646"/>
              <a:ext cx="345112" cy="1288235"/>
            </a:xfrm>
            <a:custGeom>
              <a:avLst/>
              <a:gdLst/>
              <a:ahLst/>
              <a:cxnLst/>
              <a:rect l="l" t="t" r="r" b="b"/>
              <a:pathLst>
                <a:path w="14611" h="54540" extrusionOk="0">
                  <a:moveTo>
                    <a:pt x="0" y="0"/>
                  </a:moveTo>
                  <a:lnTo>
                    <a:pt x="0" y="54539"/>
                  </a:lnTo>
                  <a:lnTo>
                    <a:pt x="14611" y="54539"/>
                  </a:lnTo>
                  <a:lnTo>
                    <a:pt x="1461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6917914" y="2608646"/>
              <a:ext cx="345112" cy="1288235"/>
            </a:xfrm>
            <a:custGeom>
              <a:avLst/>
              <a:gdLst/>
              <a:ahLst/>
              <a:cxnLst/>
              <a:rect l="l" t="t" r="r" b="b"/>
              <a:pathLst>
                <a:path w="14611" h="54540" extrusionOk="0">
                  <a:moveTo>
                    <a:pt x="0" y="0"/>
                  </a:moveTo>
                  <a:lnTo>
                    <a:pt x="0" y="54539"/>
                  </a:lnTo>
                  <a:lnTo>
                    <a:pt x="14611" y="54539"/>
                  </a:lnTo>
                  <a:lnTo>
                    <a:pt x="1461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5577573" y="3235864"/>
              <a:ext cx="1340246" cy="661077"/>
            </a:xfrm>
            <a:custGeom>
              <a:avLst/>
              <a:gdLst/>
              <a:ahLst/>
              <a:cxnLst/>
              <a:rect l="l" t="t" r="r" b="b"/>
              <a:pathLst>
                <a:path w="56742" h="27988" extrusionOk="0">
                  <a:moveTo>
                    <a:pt x="1" y="0"/>
                  </a:moveTo>
                  <a:lnTo>
                    <a:pt x="1" y="27987"/>
                  </a:lnTo>
                  <a:lnTo>
                    <a:pt x="56741" y="27987"/>
                  </a:lnTo>
                  <a:lnTo>
                    <a:pt x="5674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5577573" y="2949822"/>
              <a:ext cx="1340246" cy="288400"/>
            </a:xfrm>
            <a:custGeom>
              <a:avLst/>
              <a:gdLst/>
              <a:ahLst/>
              <a:cxnLst/>
              <a:rect l="l" t="t" r="r" b="b"/>
              <a:pathLst>
                <a:path w="56742" h="12210" extrusionOk="0">
                  <a:moveTo>
                    <a:pt x="1" y="1"/>
                  </a:moveTo>
                  <a:lnTo>
                    <a:pt x="1" y="12210"/>
                  </a:lnTo>
                  <a:lnTo>
                    <a:pt x="56741" y="12210"/>
                  </a:lnTo>
                  <a:lnTo>
                    <a:pt x="5674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5317541" y="2605481"/>
              <a:ext cx="264757" cy="1209462"/>
            </a:xfrm>
            <a:custGeom>
              <a:avLst/>
              <a:gdLst/>
              <a:ahLst/>
              <a:cxnLst/>
              <a:rect l="l" t="t" r="r" b="b"/>
              <a:pathLst>
                <a:path w="11209" h="51205" extrusionOk="0">
                  <a:moveTo>
                    <a:pt x="11009" y="1"/>
                  </a:moveTo>
                  <a:lnTo>
                    <a:pt x="5505" y="34"/>
                  </a:lnTo>
                  <a:lnTo>
                    <a:pt x="1" y="134"/>
                  </a:lnTo>
                  <a:lnTo>
                    <a:pt x="5471" y="201"/>
                  </a:lnTo>
                  <a:lnTo>
                    <a:pt x="10841" y="233"/>
                  </a:lnTo>
                  <a:lnTo>
                    <a:pt x="10841" y="233"/>
                  </a:lnTo>
                  <a:lnTo>
                    <a:pt x="10809" y="6505"/>
                  </a:lnTo>
                  <a:lnTo>
                    <a:pt x="10809" y="12877"/>
                  </a:lnTo>
                  <a:cubicBezTo>
                    <a:pt x="10809" y="17146"/>
                    <a:pt x="10809" y="21416"/>
                    <a:pt x="10809" y="25652"/>
                  </a:cubicBezTo>
                  <a:cubicBezTo>
                    <a:pt x="10809" y="29922"/>
                    <a:pt x="10809" y="34192"/>
                    <a:pt x="10842" y="38428"/>
                  </a:cubicBezTo>
                  <a:cubicBezTo>
                    <a:pt x="10875" y="42698"/>
                    <a:pt x="10909" y="46934"/>
                    <a:pt x="11009" y="51204"/>
                  </a:cubicBezTo>
                  <a:cubicBezTo>
                    <a:pt x="11075" y="46968"/>
                    <a:pt x="11075" y="42698"/>
                    <a:pt x="11142" y="38428"/>
                  </a:cubicBezTo>
                  <a:cubicBezTo>
                    <a:pt x="11175" y="34192"/>
                    <a:pt x="11175" y="29922"/>
                    <a:pt x="11175" y="25652"/>
                  </a:cubicBezTo>
                  <a:cubicBezTo>
                    <a:pt x="11209" y="21416"/>
                    <a:pt x="11175" y="17146"/>
                    <a:pt x="11175" y="12877"/>
                  </a:cubicBezTo>
                  <a:lnTo>
                    <a:pt x="11175" y="6505"/>
                  </a:lnTo>
                  <a:lnTo>
                    <a:pt x="11142" y="134"/>
                  </a:lnTo>
                  <a:lnTo>
                    <a:pt x="11142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6913189" y="2608646"/>
              <a:ext cx="9472" cy="1211021"/>
            </a:xfrm>
            <a:custGeom>
              <a:avLst/>
              <a:gdLst/>
              <a:ahLst/>
              <a:cxnLst/>
              <a:rect l="l" t="t" r="r" b="b"/>
              <a:pathLst>
                <a:path w="401" h="51271" extrusionOk="0">
                  <a:moveTo>
                    <a:pt x="200" y="0"/>
                  </a:moveTo>
                  <a:cubicBezTo>
                    <a:pt x="100" y="4270"/>
                    <a:pt x="67" y="8540"/>
                    <a:pt x="33" y="12809"/>
                  </a:cubicBezTo>
                  <a:lnTo>
                    <a:pt x="0" y="25618"/>
                  </a:lnTo>
                  <a:lnTo>
                    <a:pt x="33" y="38461"/>
                  </a:lnTo>
                  <a:lnTo>
                    <a:pt x="100" y="44866"/>
                  </a:lnTo>
                  <a:lnTo>
                    <a:pt x="200" y="51270"/>
                  </a:lnTo>
                  <a:lnTo>
                    <a:pt x="300" y="44866"/>
                  </a:lnTo>
                  <a:lnTo>
                    <a:pt x="367" y="38461"/>
                  </a:lnTo>
                  <a:lnTo>
                    <a:pt x="400" y="25618"/>
                  </a:lnTo>
                  <a:lnTo>
                    <a:pt x="367" y="12809"/>
                  </a:lnTo>
                  <a:cubicBezTo>
                    <a:pt x="334" y="8540"/>
                    <a:pt x="267" y="4270"/>
                    <a:pt x="200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5578376" y="3231139"/>
              <a:ext cx="1339443" cy="9472"/>
            </a:xfrm>
            <a:custGeom>
              <a:avLst/>
              <a:gdLst/>
              <a:ahLst/>
              <a:cxnLst/>
              <a:rect l="l" t="t" r="r" b="b"/>
              <a:pathLst>
                <a:path w="56708" h="401" extrusionOk="0">
                  <a:moveTo>
                    <a:pt x="28354" y="0"/>
                  </a:moveTo>
                  <a:lnTo>
                    <a:pt x="14177" y="34"/>
                  </a:lnTo>
                  <a:lnTo>
                    <a:pt x="7072" y="100"/>
                  </a:lnTo>
                  <a:lnTo>
                    <a:pt x="0" y="200"/>
                  </a:lnTo>
                  <a:lnTo>
                    <a:pt x="7072" y="301"/>
                  </a:lnTo>
                  <a:lnTo>
                    <a:pt x="14177" y="367"/>
                  </a:lnTo>
                  <a:lnTo>
                    <a:pt x="28354" y="401"/>
                  </a:lnTo>
                  <a:lnTo>
                    <a:pt x="42530" y="367"/>
                  </a:lnTo>
                  <a:cubicBezTo>
                    <a:pt x="47234" y="334"/>
                    <a:pt x="51970" y="301"/>
                    <a:pt x="56707" y="200"/>
                  </a:cubicBezTo>
                  <a:cubicBezTo>
                    <a:pt x="51970" y="100"/>
                    <a:pt x="47234" y="67"/>
                    <a:pt x="42530" y="34"/>
                  </a:cubicBezTo>
                  <a:lnTo>
                    <a:pt x="2835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5578376" y="2945098"/>
              <a:ext cx="1339443" cy="9472"/>
            </a:xfrm>
            <a:custGeom>
              <a:avLst/>
              <a:gdLst/>
              <a:ahLst/>
              <a:cxnLst/>
              <a:rect l="l" t="t" r="r" b="b"/>
              <a:pathLst>
                <a:path w="56708" h="401" extrusionOk="0">
                  <a:moveTo>
                    <a:pt x="28354" y="1"/>
                  </a:moveTo>
                  <a:lnTo>
                    <a:pt x="14177" y="34"/>
                  </a:lnTo>
                  <a:lnTo>
                    <a:pt x="7072" y="101"/>
                  </a:lnTo>
                  <a:lnTo>
                    <a:pt x="0" y="201"/>
                  </a:lnTo>
                  <a:lnTo>
                    <a:pt x="7072" y="301"/>
                  </a:lnTo>
                  <a:lnTo>
                    <a:pt x="14177" y="368"/>
                  </a:lnTo>
                  <a:lnTo>
                    <a:pt x="28354" y="401"/>
                  </a:lnTo>
                  <a:lnTo>
                    <a:pt x="42530" y="368"/>
                  </a:lnTo>
                  <a:cubicBezTo>
                    <a:pt x="47234" y="334"/>
                    <a:pt x="51970" y="301"/>
                    <a:pt x="56707" y="201"/>
                  </a:cubicBezTo>
                  <a:cubicBezTo>
                    <a:pt x="51970" y="134"/>
                    <a:pt x="47234" y="67"/>
                    <a:pt x="42530" y="34"/>
                  </a:cubicBezTo>
                  <a:lnTo>
                    <a:pt x="28354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4695855" y="3896979"/>
              <a:ext cx="147342" cy="345891"/>
            </a:xfrm>
            <a:custGeom>
              <a:avLst/>
              <a:gdLst/>
              <a:ahLst/>
              <a:cxnLst/>
              <a:rect l="l" t="t" r="r" b="b"/>
              <a:pathLst>
                <a:path w="6238" h="14644" extrusionOk="0">
                  <a:moveTo>
                    <a:pt x="0" y="0"/>
                  </a:moveTo>
                  <a:lnTo>
                    <a:pt x="334" y="4437"/>
                  </a:lnTo>
                  <a:lnTo>
                    <a:pt x="1201" y="14644"/>
                  </a:lnTo>
                  <a:lnTo>
                    <a:pt x="5037" y="14644"/>
                  </a:lnTo>
                  <a:lnTo>
                    <a:pt x="5871" y="4437"/>
                  </a:lnTo>
                  <a:lnTo>
                    <a:pt x="623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4695855" y="3896979"/>
              <a:ext cx="147342" cy="104802"/>
            </a:xfrm>
            <a:custGeom>
              <a:avLst/>
              <a:gdLst/>
              <a:ahLst/>
              <a:cxnLst/>
              <a:rect l="l" t="t" r="r" b="b"/>
              <a:pathLst>
                <a:path w="6238" h="4437" extrusionOk="0">
                  <a:moveTo>
                    <a:pt x="0" y="0"/>
                  </a:moveTo>
                  <a:lnTo>
                    <a:pt x="334" y="4437"/>
                  </a:lnTo>
                  <a:lnTo>
                    <a:pt x="5871" y="4437"/>
                  </a:lnTo>
                  <a:lnTo>
                    <a:pt x="623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5331738" y="3896979"/>
              <a:ext cx="147365" cy="345891"/>
            </a:xfrm>
            <a:custGeom>
              <a:avLst/>
              <a:gdLst/>
              <a:ahLst/>
              <a:cxnLst/>
              <a:rect l="l" t="t" r="r" b="b"/>
              <a:pathLst>
                <a:path w="6239" h="14644" extrusionOk="0">
                  <a:moveTo>
                    <a:pt x="0" y="0"/>
                  </a:moveTo>
                  <a:lnTo>
                    <a:pt x="334" y="4437"/>
                  </a:lnTo>
                  <a:lnTo>
                    <a:pt x="1201" y="14644"/>
                  </a:lnTo>
                  <a:lnTo>
                    <a:pt x="5037" y="14644"/>
                  </a:lnTo>
                  <a:lnTo>
                    <a:pt x="5871" y="4437"/>
                  </a:lnTo>
                  <a:lnTo>
                    <a:pt x="623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5331738" y="3896979"/>
              <a:ext cx="147365" cy="104802"/>
            </a:xfrm>
            <a:custGeom>
              <a:avLst/>
              <a:gdLst/>
              <a:ahLst/>
              <a:cxnLst/>
              <a:rect l="l" t="t" r="r" b="b"/>
              <a:pathLst>
                <a:path w="6239" h="4437" extrusionOk="0">
                  <a:moveTo>
                    <a:pt x="0" y="0"/>
                  </a:moveTo>
                  <a:lnTo>
                    <a:pt x="334" y="4437"/>
                  </a:lnTo>
                  <a:lnTo>
                    <a:pt x="5871" y="4437"/>
                  </a:lnTo>
                  <a:lnTo>
                    <a:pt x="623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6386039" y="3896979"/>
              <a:ext cx="147342" cy="345891"/>
            </a:xfrm>
            <a:custGeom>
              <a:avLst/>
              <a:gdLst/>
              <a:ahLst/>
              <a:cxnLst/>
              <a:rect l="l" t="t" r="r" b="b"/>
              <a:pathLst>
                <a:path w="6238" h="14644" extrusionOk="0">
                  <a:moveTo>
                    <a:pt x="0" y="0"/>
                  </a:moveTo>
                  <a:lnTo>
                    <a:pt x="367" y="4437"/>
                  </a:lnTo>
                  <a:lnTo>
                    <a:pt x="1201" y="14644"/>
                  </a:lnTo>
                  <a:lnTo>
                    <a:pt x="5037" y="14644"/>
                  </a:lnTo>
                  <a:lnTo>
                    <a:pt x="5904" y="4437"/>
                  </a:lnTo>
                  <a:lnTo>
                    <a:pt x="623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6386039" y="3896979"/>
              <a:ext cx="147342" cy="104802"/>
            </a:xfrm>
            <a:custGeom>
              <a:avLst/>
              <a:gdLst/>
              <a:ahLst/>
              <a:cxnLst/>
              <a:rect l="l" t="t" r="r" b="b"/>
              <a:pathLst>
                <a:path w="6238" h="4437" extrusionOk="0">
                  <a:moveTo>
                    <a:pt x="0" y="0"/>
                  </a:moveTo>
                  <a:lnTo>
                    <a:pt x="367" y="4437"/>
                  </a:lnTo>
                  <a:lnTo>
                    <a:pt x="5904" y="4437"/>
                  </a:lnTo>
                  <a:lnTo>
                    <a:pt x="623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7"/>
            <p:cNvSpPr/>
            <p:nvPr/>
          </p:nvSpPr>
          <p:spPr>
            <a:xfrm>
              <a:off x="7021922" y="3896979"/>
              <a:ext cx="148145" cy="345891"/>
            </a:xfrm>
            <a:custGeom>
              <a:avLst/>
              <a:gdLst/>
              <a:ahLst/>
              <a:cxnLst/>
              <a:rect l="l" t="t" r="r" b="b"/>
              <a:pathLst>
                <a:path w="6272" h="14644" extrusionOk="0">
                  <a:moveTo>
                    <a:pt x="0" y="0"/>
                  </a:moveTo>
                  <a:lnTo>
                    <a:pt x="367" y="4437"/>
                  </a:lnTo>
                  <a:lnTo>
                    <a:pt x="1201" y="14644"/>
                  </a:lnTo>
                  <a:lnTo>
                    <a:pt x="5071" y="14644"/>
                  </a:lnTo>
                  <a:lnTo>
                    <a:pt x="5905" y="4437"/>
                  </a:lnTo>
                  <a:lnTo>
                    <a:pt x="627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7"/>
            <p:cNvSpPr/>
            <p:nvPr/>
          </p:nvSpPr>
          <p:spPr>
            <a:xfrm>
              <a:off x="7021922" y="3896979"/>
              <a:ext cx="148145" cy="104802"/>
            </a:xfrm>
            <a:custGeom>
              <a:avLst/>
              <a:gdLst/>
              <a:ahLst/>
              <a:cxnLst/>
              <a:rect l="l" t="t" r="r" b="b"/>
              <a:pathLst>
                <a:path w="6272" h="4437" extrusionOk="0">
                  <a:moveTo>
                    <a:pt x="0" y="0"/>
                  </a:moveTo>
                  <a:lnTo>
                    <a:pt x="367" y="4437"/>
                  </a:lnTo>
                  <a:lnTo>
                    <a:pt x="5905" y="4437"/>
                  </a:lnTo>
                  <a:lnTo>
                    <a:pt x="6271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7"/>
            <p:cNvSpPr/>
            <p:nvPr/>
          </p:nvSpPr>
          <p:spPr>
            <a:xfrm>
              <a:off x="753176" y="4501600"/>
              <a:ext cx="7645533" cy="287896"/>
            </a:xfrm>
            <a:custGeom>
              <a:avLst/>
              <a:gdLst/>
              <a:ahLst/>
              <a:cxnLst/>
              <a:rect l="l" t="t" r="r" b="b"/>
              <a:pathLst>
                <a:path w="141068" h="21683" extrusionOk="0">
                  <a:moveTo>
                    <a:pt x="70517" y="0"/>
                  </a:moveTo>
                  <a:cubicBezTo>
                    <a:pt x="31556" y="0"/>
                    <a:pt x="0" y="4837"/>
                    <a:pt x="0" y="10841"/>
                  </a:cubicBezTo>
                  <a:cubicBezTo>
                    <a:pt x="0" y="16845"/>
                    <a:pt x="31556" y="21682"/>
                    <a:pt x="70550" y="21682"/>
                  </a:cubicBezTo>
                  <a:cubicBezTo>
                    <a:pt x="109512" y="21682"/>
                    <a:pt x="141067" y="16845"/>
                    <a:pt x="141067" y="10841"/>
                  </a:cubicBezTo>
                  <a:cubicBezTo>
                    <a:pt x="141067" y="4837"/>
                    <a:pt x="109512" y="0"/>
                    <a:pt x="7051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7"/>
            <p:cNvSpPr/>
            <p:nvPr/>
          </p:nvSpPr>
          <p:spPr>
            <a:xfrm rot="10800000" flipH="1">
              <a:off x="4159808" y="4424791"/>
              <a:ext cx="4472563" cy="37465"/>
            </a:xfrm>
            <a:custGeom>
              <a:avLst/>
              <a:gdLst/>
              <a:ahLst/>
              <a:cxnLst/>
              <a:rect l="l" t="t" r="r" b="b"/>
              <a:pathLst>
                <a:path w="170790" h="402" extrusionOk="0">
                  <a:moveTo>
                    <a:pt x="85395" y="1"/>
                  </a:moveTo>
                  <a:lnTo>
                    <a:pt x="42698" y="68"/>
                  </a:lnTo>
                  <a:lnTo>
                    <a:pt x="21349" y="101"/>
                  </a:lnTo>
                  <a:lnTo>
                    <a:pt x="1" y="201"/>
                  </a:lnTo>
                  <a:lnTo>
                    <a:pt x="21349" y="301"/>
                  </a:lnTo>
                  <a:lnTo>
                    <a:pt x="42698" y="334"/>
                  </a:lnTo>
                  <a:lnTo>
                    <a:pt x="85395" y="401"/>
                  </a:lnTo>
                  <a:lnTo>
                    <a:pt x="128092" y="334"/>
                  </a:lnTo>
                  <a:lnTo>
                    <a:pt x="149441" y="301"/>
                  </a:lnTo>
                  <a:lnTo>
                    <a:pt x="170789" y="201"/>
                  </a:lnTo>
                  <a:lnTo>
                    <a:pt x="149441" y="101"/>
                  </a:lnTo>
                  <a:lnTo>
                    <a:pt x="128092" y="68"/>
                  </a:lnTo>
                  <a:lnTo>
                    <a:pt x="8539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7"/>
            <p:cNvSpPr/>
            <p:nvPr/>
          </p:nvSpPr>
          <p:spPr>
            <a:xfrm>
              <a:off x="4940911" y="2785978"/>
              <a:ext cx="470936" cy="965538"/>
            </a:xfrm>
            <a:custGeom>
              <a:avLst/>
              <a:gdLst/>
              <a:ahLst/>
              <a:cxnLst/>
              <a:rect l="l" t="t" r="r" b="b"/>
              <a:pathLst>
                <a:path w="19938" h="40878" extrusionOk="0">
                  <a:moveTo>
                    <a:pt x="8460" y="0"/>
                  </a:moveTo>
                  <a:cubicBezTo>
                    <a:pt x="8277" y="0"/>
                    <a:pt x="8092" y="10"/>
                    <a:pt x="7906" y="32"/>
                  </a:cubicBezTo>
                  <a:cubicBezTo>
                    <a:pt x="6138" y="332"/>
                    <a:pt x="4570" y="1299"/>
                    <a:pt x="3536" y="2767"/>
                  </a:cubicBezTo>
                  <a:cubicBezTo>
                    <a:pt x="2335" y="4302"/>
                    <a:pt x="1735" y="6203"/>
                    <a:pt x="1268" y="8071"/>
                  </a:cubicBezTo>
                  <a:cubicBezTo>
                    <a:pt x="801" y="10106"/>
                    <a:pt x="500" y="12207"/>
                    <a:pt x="400" y="14309"/>
                  </a:cubicBezTo>
                  <a:cubicBezTo>
                    <a:pt x="100" y="18679"/>
                    <a:pt x="33" y="23115"/>
                    <a:pt x="0" y="27518"/>
                  </a:cubicBezTo>
                  <a:cubicBezTo>
                    <a:pt x="0" y="29686"/>
                    <a:pt x="33" y="31888"/>
                    <a:pt x="33" y="34090"/>
                  </a:cubicBezTo>
                  <a:cubicBezTo>
                    <a:pt x="33" y="35190"/>
                    <a:pt x="67" y="36325"/>
                    <a:pt x="67" y="37459"/>
                  </a:cubicBezTo>
                  <a:cubicBezTo>
                    <a:pt x="33" y="38526"/>
                    <a:pt x="100" y="39627"/>
                    <a:pt x="234" y="40728"/>
                  </a:cubicBezTo>
                  <a:cubicBezTo>
                    <a:pt x="250" y="40828"/>
                    <a:pt x="350" y="40878"/>
                    <a:pt x="455" y="40878"/>
                  </a:cubicBezTo>
                  <a:cubicBezTo>
                    <a:pt x="559" y="40878"/>
                    <a:pt x="667" y="40828"/>
                    <a:pt x="701" y="40728"/>
                  </a:cubicBezTo>
                  <a:cubicBezTo>
                    <a:pt x="834" y="39594"/>
                    <a:pt x="867" y="38426"/>
                    <a:pt x="834" y="37292"/>
                  </a:cubicBezTo>
                  <a:cubicBezTo>
                    <a:pt x="867" y="36124"/>
                    <a:pt x="867" y="34924"/>
                    <a:pt x="867" y="33723"/>
                  </a:cubicBezTo>
                  <a:cubicBezTo>
                    <a:pt x="867" y="31388"/>
                    <a:pt x="934" y="29053"/>
                    <a:pt x="967" y="26684"/>
                  </a:cubicBezTo>
                  <a:cubicBezTo>
                    <a:pt x="1068" y="22548"/>
                    <a:pt x="1168" y="18412"/>
                    <a:pt x="1501" y="14275"/>
                  </a:cubicBezTo>
                  <a:cubicBezTo>
                    <a:pt x="1635" y="12274"/>
                    <a:pt x="1935" y="10273"/>
                    <a:pt x="2368" y="8304"/>
                  </a:cubicBezTo>
                  <a:cubicBezTo>
                    <a:pt x="2802" y="6503"/>
                    <a:pt x="3403" y="4669"/>
                    <a:pt x="4537" y="3201"/>
                  </a:cubicBezTo>
                  <a:cubicBezTo>
                    <a:pt x="5537" y="1942"/>
                    <a:pt x="7037" y="996"/>
                    <a:pt x="8674" y="996"/>
                  </a:cubicBezTo>
                  <a:cubicBezTo>
                    <a:pt x="8729" y="996"/>
                    <a:pt x="8784" y="997"/>
                    <a:pt x="8840" y="999"/>
                  </a:cubicBezTo>
                  <a:cubicBezTo>
                    <a:pt x="10541" y="1066"/>
                    <a:pt x="12042" y="2133"/>
                    <a:pt x="13243" y="3301"/>
                  </a:cubicBezTo>
                  <a:cubicBezTo>
                    <a:pt x="14544" y="4602"/>
                    <a:pt x="15711" y="6036"/>
                    <a:pt x="16745" y="7571"/>
                  </a:cubicBezTo>
                  <a:cubicBezTo>
                    <a:pt x="17913" y="9138"/>
                    <a:pt x="18914" y="10806"/>
                    <a:pt x="19814" y="12574"/>
                  </a:cubicBezTo>
                  <a:cubicBezTo>
                    <a:pt x="19824" y="12594"/>
                    <a:pt x="19840" y="12602"/>
                    <a:pt x="19856" y="12602"/>
                  </a:cubicBezTo>
                  <a:cubicBezTo>
                    <a:pt x="19895" y="12602"/>
                    <a:pt x="19938" y="12555"/>
                    <a:pt x="19914" y="12507"/>
                  </a:cubicBezTo>
                  <a:cubicBezTo>
                    <a:pt x="18880" y="10439"/>
                    <a:pt x="17746" y="8438"/>
                    <a:pt x="16479" y="6503"/>
                  </a:cubicBezTo>
                  <a:cubicBezTo>
                    <a:pt x="15344" y="4802"/>
                    <a:pt x="14144" y="3001"/>
                    <a:pt x="12542" y="1666"/>
                  </a:cubicBezTo>
                  <a:cubicBezTo>
                    <a:pt x="11381" y="714"/>
                    <a:pt x="9981" y="0"/>
                    <a:pt x="84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7"/>
            <p:cNvSpPr/>
            <p:nvPr/>
          </p:nvSpPr>
          <p:spPr>
            <a:xfrm>
              <a:off x="5046076" y="2748962"/>
              <a:ext cx="573234" cy="590098"/>
            </a:xfrm>
            <a:custGeom>
              <a:avLst/>
              <a:gdLst/>
              <a:ahLst/>
              <a:cxnLst/>
              <a:rect l="l" t="t" r="r" b="b"/>
              <a:pathLst>
                <a:path w="24269" h="24983" extrusionOk="0">
                  <a:moveTo>
                    <a:pt x="6777" y="8478"/>
                  </a:moveTo>
                  <a:cubicBezTo>
                    <a:pt x="6853" y="8478"/>
                    <a:pt x="6925" y="8496"/>
                    <a:pt x="6990" y="8537"/>
                  </a:cubicBezTo>
                  <a:cubicBezTo>
                    <a:pt x="7513" y="8857"/>
                    <a:pt x="6896" y="10595"/>
                    <a:pt x="6111" y="10595"/>
                  </a:cubicBezTo>
                  <a:cubicBezTo>
                    <a:pt x="5995" y="10595"/>
                    <a:pt x="5875" y="10558"/>
                    <a:pt x="5755" y="10472"/>
                  </a:cubicBezTo>
                  <a:cubicBezTo>
                    <a:pt x="5066" y="9932"/>
                    <a:pt x="6100" y="8478"/>
                    <a:pt x="6777" y="8478"/>
                  </a:cubicBezTo>
                  <a:close/>
                  <a:moveTo>
                    <a:pt x="19232" y="12152"/>
                  </a:moveTo>
                  <a:cubicBezTo>
                    <a:pt x="20009" y="12152"/>
                    <a:pt x="21611" y="13576"/>
                    <a:pt x="21066" y="14408"/>
                  </a:cubicBezTo>
                  <a:cubicBezTo>
                    <a:pt x="20955" y="14570"/>
                    <a:pt x="20803" y="14639"/>
                    <a:pt x="20631" y="14639"/>
                  </a:cubicBezTo>
                  <a:cubicBezTo>
                    <a:pt x="19773" y="14639"/>
                    <a:pt x="18404" y="12912"/>
                    <a:pt x="18931" y="12273"/>
                  </a:cubicBezTo>
                  <a:cubicBezTo>
                    <a:pt x="19001" y="12189"/>
                    <a:pt x="19106" y="12152"/>
                    <a:pt x="19232" y="12152"/>
                  </a:cubicBezTo>
                  <a:close/>
                  <a:moveTo>
                    <a:pt x="12524" y="0"/>
                  </a:moveTo>
                  <a:cubicBezTo>
                    <a:pt x="11951" y="0"/>
                    <a:pt x="11441" y="67"/>
                    <a:pt x="11026" y="198"/>
                  </a:cubicBezTo>
                  <a:cubicBezTo>
                    <a:pt x="9317" y="756"/>
                    <a:pt x="9745" y="5038"/>
                    <a:pt x="9439" y="5038"/>
                  </a:cubicBezTo>
                  <a:cubicBezTo>
                    <a:pt x="9434" y="5038"/>
                    <a:pt x="9430" y="5037"/>
                    <a:pt x="9425" y="5035"/>
                  </a:cubicBezTo>
                  <a:cubicBezTo>
                    <a:pt x="7481" y="4254"/>
                    <a:pt x="5833" y="3843"/>
                    <a:pt x="4523" y="3843"/>
                  </a:cubicBezTo>
                  <a:cubicBezTo>
                    <a:pt x="1132" y="3843"/>
                    <a:pt x="0" y="6591"/>
                    <a:pt x="1853" y="12774"/>
                  </a:cubicBezTo>
                  <a:cubicBezTo>
                    <a:pt x="2053" y="11606"/>
                    <a:pt x="2453" y="10072"/>
                    <a:pt x="3120" y="9171"/>
                  </a:cubicBezTo>
                  <a:cubicBezTo>
                    <a:pt x="3589" y="8533"/>
                    <a:pt x="4073" y="8251"/>
                    <a:pt x="4417" y="8251"/>
                  </a:cubicBezTo>
                  <a:cubicBezTo>
                    <a:pt x="4955" y="8251"/>
                    <a:pt x="5153" y="8940"/>
                    <a:pt x="4421" y="10038"/>
                  </a:cubicBezTo>
                  <a:cubicBezTo>
                    <a:pt x="3520" y="11373"/>
                    <a:pt x="2953" y="12907"/>
                    <a:pt x="2753" y="14475"/>
                  </a:cubicBezTo>
                  <a:cubicBezTo>
                    <a:pt x="2753" y="14475"/>
                    <a:pt x="4755" y="17377"/>
                    <a:pt x="7190" y="18778"/>
                  </a:cubicBezTo>
                  <a:cubicBezTo>
                    <a:pt x="7090" y="17677"/>
                    <a:pt x="6756" y="15976"/>
                    <a:pt x="6990" y="14341"/>
                  </a:cubicBezTo>
                  <a:cubicBezTo>
                    <a:pt x="7229" y="12515"/>
                    <a:pt x="7905" y="11684"/>
                    <a:pt x="8436" y="11684"/>
                  </a:cubicBezTo>
                  <a:cubicBezTo>
                    <a:pt x="8943" y="11684"/>
                    <a:pt x="9318" y="12440"/>
                    <a:pt x="9058" y="13808"/>
                  </a:cubicBezTo>
                  <a:cubicBezTo>
                    <a:pt x="8657" y="16076"/>
                    <a:pt x="8457" y="18478"/>
                    <a:pt x="8591" y="19512"/>
                  </a:cubicBezTo>
                  <a:cubicBezTo>
                    <a:pt x="9391" y="20045"/>
                    <a:pt x="10259" y="20446"/>
                    <a:pt x="11159" y="20779"/>
                  </a:cubicBezTo>
                  <a:cubicBezTo>
                    <a:pt x="11026" y="20346"/>
                    <a:pt x="10892" y="19879"/>
                    <a:pt x="10726" y="19278"/>
                  </a:cubicBezTo>
                  <a:cubicBezTo>
                    <a:pt x="10146" y="17159"/>
                    <a:pt x="10893" y="16009"/>
                    <a:pt x="11482" y="16009"/>
                  </a:cubicBezTo>
                  <a:cubicBezTo>
                    <a:pt x="11774" y="16009"/>
                    <a:pt x="12027" y="16291"/>
                    <a:pt x="12060" y="16876"/>
                  </a:cubicBezTo>
                  <a:cubicBezTo>
                    <a:pt x="12193" y="18411"/>
                    <a:pt x="12460" y="19912"/>
                    <a:pt x="12894" y="21413"/>
                  </a:cubicBezTo>
                  <a:cubicBezTo>
                    <a:pt x="14061" y="21780"/>
                    <a:pt x="15029" y="22047"/>
                    <a:pt x="15596" y="22280"/>
                  </a:cubicBezTo>
                  <a:cubicBezTo>
                    <a:pt x="17130" y="22814"/>
                    <a:pt x="18498" y="23748"/>
                    <a:pt x="19565" y="24982"/>
                  </a:cubicBezTo>
                  <a:cubicBezTo>
                    <a:pt x="20699" y="23982"/>
                    <a:pt x="21600" y="22781"/>
                    <a:pt x="22301" y="21480"/>
                  </a:cubicBezTo>
                  <a:cubicBezTo>
                    <a:pt x="21533" y="20846"/>
                    <a:pt x="20366" y="19879"/>
                    <a:pt x="18765" y="18744"/>
                  </a:cubicBezTo>
                  <a:cubicBezTo>
                    <a:pt x="16372" y="17054"/>
                    <a:pt x="16494" y="15040"/>
                    <a:pt x="17801" y="15040"/>
                  </a:cubicBezTo>
                  <a:cubicBezTo>
                    <a:pt x="18171" y="15040"/>
                    <a:pt x="18636" y="15201"/>
                    <a:pt x="19165" y="15576"/>
                  </a:cubicBezTo>
                  <a:cubicBezTo>
                    <a:pt x="20900" y="16776"/>
                    <a:pt x="22267" y="19045"/>
                    <a:pt x="22868" y="20212"/>
                  </a:cubicBezTo>
                  <a:cubicBezTo>
                    <a:pt x="23702" y="18177"/>
                    <a:pt x="24169" y="16009"/>
                    <a:pt x="24269" y="13841"/>
                  </a:cubicBezTo>
                  <a:cubicBezTo>
                    <a:pt x="21867" y="11606"/>
                    <a:pt x="15929" y="8470"/>
                    <a:pt x="17731" y="8470"/>
                  </a:cubicBezTo>
                  <a:cubicBezTo>
                    <a:pt x="19332" y="8470"/>
                    <a:pt x="22934" y="10805"/>
                    <a:pt x="24235" y="11739"/>
                  </a:cubicBezTo>
                  <a:cubicBezTo>
                    <a:pt x="24202" y="11106"/>
                    <a:pt x="24135" y="10505"/>
                    <a:pt x="24035" y="9871"/>
                  </a:cubicBezTo>
                  <a:cubicBezTo>
                    <a:pt x="21800" y="8404"/>
                    <a:pt x="14462" y="6102"/>
                    <a:pt x="15629" y="5435"/>
                  </a:cubicBezTo>
                  <a:cubicBezTo>
                    <a:pt x="15796" y="5339"/>
                    <a:pt x="16029" y="5296"/>
                    <a:pt x="16312" y="5296"/>
                  </a:cubicBezTo>
                  <a:cubicBezTo>
                    <a:pt x="18184" y="5296"/>
                    <a:pt x="22235" y="7170"/>
                    <a:pt x="23568" y="7837"/>
                  </a:cubicBezTo>
                  <a:cubicBezTo>
                    <a:pt x="23268" y="6836"/>
                    <a:pt x="22834" y="5869"/>
                    <a:pt x="22200" y="5035"/>
                  </a:cubicBezTo>
                  <a:cubicBezTo>
                    <a:pt x="19628" y="1577"/>
                    <a:pt x="15312" y="0"/>
                    <a:pt x="12524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5191801" y="2873097"/>
              <a:ext cx="309824" cy="416987"/>
            </a:xfrm>
            <a:custGeom>
              <a:avLst/>
              <a:gdLst/>
              <a:ahLst/>
              <a:cxnLst/>
              <a:rect l="l" t="t" r="r" b="b"/>
              <a:pathLst>
                <a:path w="13117" h="17654" extrusionOk="0">
                  <a:moveTo>
                    <a:pt x="3625" y="0"/>
                  </a:moveTo>
                  <a:cubicBezTo>
                    <a:pt x="3594" y="0"/>
                    <a:pt x="3565" y="31"/>
                    <a:pt x="3589" y="80"/>
                  </a:cubicBezTo>
                  <a:lnTo>
                    <a:pt x="3889" y="447"/>
                  </a:lnTo>
                  <a:cubicBezTo>
                    <a:pt x="3456" y="981"/>
                    <a:pt x="3089" y="1514"/>
                    <a:pt x="2755" y="2115"/>
                  </a:cubicBezTo>
                  <a:cubicBezTo>
                    <a:pt x="2388" y="2715"/>
                    <a:pt x="2055" y="3316"/>
                    <a:pt x="1755" y="3949"/>
                  </a:cubicBezTo>
                  <a:cubicBezTo>
                    <a:pt x="1087" y="5184"/>
                    <a:pt x="554" y="6451"/>
                    <a:pt x="20" y="7685"/>
                  </a:cubicBezTo>
                  <a:cubicBezTo>
                    <a:pt x="1" y="7743"/>
                    <a:pt x="26" y="7779"/>
                    <a:pt x="58" y="7779"/>
                  </a:cubicBezTo>
                  <a:cubicBezTo>
                    <a:pt x="80" y="7779"/>
                    <a:pt x="106" y="7761"/>
                    <a:pt x="120" y="7719"/>
                  </a:cubicBezTo>
                  <a:cubicBezTo>
                    <a:pt x="620" y="6451"/>
                    <a:pt x="1221" y="5184"/>
                    <a:pt x="1921" y="3983"/>
                  </a:cubicBezTo>
                  <a:cubicBezTo>
                    <a:pt x="2222" y="3416"/>
                    <a:pt x="2555" y="2882"/>
                    <a:pt x="2922" y="2315"/>
                  </a:cubicBezTo>
                  <a:cubicBezTo>
                    <a:pt x="3289" y="1748"/>
                    <a:pt x="3689" y="1181"/>
                    <a:pt x="4023" y="614"/>
                  </a:cubicBezTo>
                  <a:cubicBezTo>
                    <a:pt x="4757" y="1514"/>
                    <a:pt x="5424" y="2482"/>
                    <a:pt x="6024" y="3482"/>
                  </a:cubicBezTo>
                  <a:cubicBezTo>
                    <a:pt x="4890" y="5717"/>
                    <a:pt x="4256" y="8086"/>
                    <a:pt x="3623" y="10487"/>
                  </a:cubicBezTo>
                  <a:cubicBezTo>
                    <a:pt x="3623" y="10529"/>
                    <a:pt x="3674" y="10557"/>
                    <a:pt x="3712" y="10557"/>
                  </a:cubicBezTo>
                  <a:cubicBezTo>
                    <a:pt x="3737" y="10557"/>
                    <a:pt x="3756" y="10546"/>
                    <a:pt x="3756" y="10521"/>
                  </a:cubicBezTo>
                  <a:cubicBezTo>
                    <a:pt x="4190" y="8119"/>
                    <a:pt x="5157" y="5884"/>
                    <a:pt x="6124" y="3649"/>
                  </a:cubicBezTo>
                  <a:cubicBezTo>
                    <a:pt x="6658" y="4583"/>
                    <a:pt x="7192" y="5550"/>
                    <a:pt x="7659" y="6518"/>
                  </a:cubicBezTo>
                  <a:lnTo>
                    <a:pt x="7659" y="6551"/>
                  </a:lnTo>
                  <a:cubicBezTo>
                    <a:pt x="7659" y="9086"/>
                    <a:pt x="8092" y="11588"/>
                    <a:pt x="8259" y="14123"/>
                  </a:cubicBezTo>
                  <a:cubicBezTo>
                    <a:pt x="8259" y="14173"/>
                    <a:pt x="8293" y="14198"/>
                    <a:pt x="8326" y="14198"/>
                  </a:cubicBezTo>
                  <a:cubicBezTo>
                    <a:pt x="8359" y="14198"/>
                    <a:pt x="8393" y="14173"/>
                    <a:pt x="8393" y="14123"/>
                  </a:cubicBezTo>
                  <a:cubicBezTo>
                    <a:pt x="7992" y="11788"/>
                    <a:pt x="8026" y="9387"/>
                    <a:pt x="7926" y="6985"/>
                  </a:cubicBezTo>
                  <a:lnTo>
                    <a:pt x="7926" y="6985"/>
                  </a:lnTo>
                  <a:cubicBezTo>
                    <a:pt x="8126" y="7418"/>
                    <a:pt x="8326" y="7852"/>
                    <a:pt x="8526" y="8286"/>
                  </a:cubicBezTo>
                  <a:cubicBezTo>
                    <a:pt x="9227" y="9753"/>
                    <a:pt x="9860" y="11221"/>
                    <a:pt x="10561" y="12689"/>
                  </a:cubicBezTo>
                  <a:cubicBezTo>
                    <a:pt x="11328" y="14357"/>
                    <a:pt x="12129" y="15958"/>
                    <a:pt x="12829" y="17626"/>
                  </a:cubicBezTo>
                  <a:cubicBezTo>
                    <a:pt x="12829" y="17645"/>
                    <a:pt x="12841" y="17653"/>
                    <a:pt x="12856" y="17653"/>
                  </a:cubicBezTo>
                  <a:cubicBezTo>
                    <a:pt x="12893" y="17653"/>
                    <a:pt x="12953" y="17606"/>
                    <a:pt x="12929" y="17559"/>
                  </a:cubicBezTo>
                  <a:cubicBezTo>
                    <a:pt x="10628" y="12822"/>
                    <a:pt x="8926" y="7685"/>
                    <a:pt x="6091" y="3249"/>
                  </a:cubicBezTo>
                  <a:lnTo>
                    <a:pt x="6091" y="3249"/>
                  </a:lnTo>
                  <a:cubicBezTo>
                    <a:pt x="7225" y="3749"/>
                    <a:pt x="8359" y="4183"/>
                    <a:pt x="9493" y="4717"/>
                  </a:cubicBezTo>
                  <a:cubicBezTo>
                    <a:pt x="10694" y="5284"/>
                    <a:pt x="11862" y="5851"/>
                    <a:pt x="12996" y="6518"/>
                  </a:cubicBezTo>
                  <a:cubicBezTo>
                    <a:pt x="13009" y="6531"/>
                    <a:pt x="13022" y="6536"/>
                    <a:pt x="13034" y="6536"/>
                  </a:cubicBezTo>
                  <a:cubicBezTo>
                    <a:pt x="13084" y="6536"/>
                    <a:pt x="13116" y="6445"/>
                    <a:pt x="13063" y="6418"/>
                  </a:cubicBezTo>
                  <a:cubicBezTo>
                    <a:pt x="11929" y="5784"/>
                    <a:pt x="10761" y="5083"/>
                    <a:pt x="9527" y="4516"/>
                  </a:cubicBezTo>
                  <a:cubicBezTo>
                    <a:pt x="8393" y="3949"/>
                    <a:pt x="7192" y="3449"/>
                    <a:pt x="5958" y="3049"/>
                  </a:cubicBezTo>
                  <a:cubicBezTo>
                    <a:pt x="5757" y="2748"/>
                    <a:pt x="5557" y="2448"/>
                    <a:pt x="5324" y="2148"/>
                  </a:cubicBezTo>
                  <a:lnTo>
                    <a:pt x="5324" y="2148"/>
                  </a:lnTo>
                  <a:cubicBezTo>
                    <a:pt x="5991" y="2315"/>
                    <a:pt x="6625" y="2482"/>
                    <a:pt x="7292" y="2715"/>
                  </a:cubicBezTo>
                  <a:cubicBezTo>
                    <a:pt x="7959" y="2949"/>
                    <a:pt x="8660" y="3215"/>
                    <a:pt x="9293" y="3516"/>
                  </a:cubicBezTo>
                  <a:cubicBezTo>
                    <a:pt x="9303" y="3520"/>
                    <a:pt x="9311" y="3522"/>
                    <a:pt x="9319" y="3522"/>
                  </a:cubicBezTo>
                  <a:cubicBezTo>
                    <a:pt x="9367" y="3522"/>
                    <a:pt x="9384" y="3444"/>
                    <a:pt x="9327" y="3416"/>
                  </a:cubicBezTo>
                  <a:cubicBezTo>
                    <a:pt x="8660" y="3115"/>
                    <a:pt x="7992" y="2882"/>
                    <a:pt x="7325" y="2648"/>
                  </a:cubicBezTo>
                  <a:cubicBezTo>
                    <a:pt x="6658" y="2415"/>
                    <a:pt x="5958" y="2248"/>
                    <a:pt x="5290" y="2081"/>
                  </a:cubicBezTo>
                  <a:cubicBezTo>
                    <a:pt x="4890" y="1514"/>
                    <a:pt x="4490" y="1014"/>
                    <a:pt x="4056" y="480"/>
                  </a:cubicBezTo>
                  <a:cubicBezTo>
                    <a:pt x="4056" y="447"/>
                    <a:pt x="4023" y="447"/>
                    <a:pt x="4023" y="413"/>
                  </a:cubicBezTo>
                  <a:cubicBezTo>
                    <a:pt x="3889" y="280"/>
                    <a:pt x="3789" y="147"/>
                    <a:pt x="3656" y="13"/>
                  </a:cubicBezTo>
                  <a:cubicBezTo>
                    <a:pt x="3647" y="4"/>
                    <a:pt x="3636" y="0"/>
                    <a:pt x="36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4701501" y="2993948"/>
              <a:ext cx="365472" cy="762524"/>
            </a:xfrm>
            <a:custGeom>
              <a:avLst/>
              <a:gdLst/>
              <a:ahLst/>
              <a:cxnLst/>
              <a:rect l="l" t="t" r="r" b="b"/>
              <a:pathLst>
                <a:path w="15473" h="32283" extrusionOk="0">
                  <a:moveTo>
                    <a:pt x="6799" y="1"/>
                  </a:moveTo>
                  <a:cubicBezTo>
                    <a:pt x="3997" y="1"/>
                    <a:pt x="1863" y="2403"/>
                    <a:pt x="28" y="4237"/>
                  </a:cubicBezTo>
                  <a:cubicBezTo>
                    <a:pt x="1" y="4292"/>
                    <a:pt x="40" y="4346"/>
                    <a:pt x="92" y="4346"/>
                  </a:cubicBezTo>
                  <a:cubicBezTo>
                    <a:pt x="103" y="4346"/>
                    <a:pt x="116" y="4343"/>
                    <a:pt x="128" y="4337"/>
                  </a:cubicBezTo>
                  <a:cubicBezTo>
                    <a:pt x="1758" y="2707"/>
                    <a:pt x="4009" y="820"/>
                    <a:pt x="6401" y="820"/>
                  </a:cubicBezTo>
                  <a:cubicBezTo>
                    <a:pt x="6994" y="820"/>
                    <a:pt x="7597" y="936"/>
                    <a:pt x="8200" y="1202"/>
                  </a:cubicBezTo>
                  <a:cubicBezTo>
                    <a:pt x="10469" y="2169"/>
                    <a:pt x="11736" y="4704"/>
                    <a:pt x="12437" y="6906"/>
                  </a:cubicBezTo>
                  <a:cubicBezTo>
                    <a:pt x="13204" y="9374"/>
                    <a:pt x="13437" y="12009"/>
                    <a:pt x="13738" y="14545"/>
                  </a:cubicBezTo>
                  <a:cubicBezTo>
                    <a:pt x="14071" y="17447"/>
                    <a:pt x="14305" y="20382"/>
                    <a:pt x="14405" y="23284"/>
                  </a:cubicBezTo>
                  <a:cubicBezTo>
                    <a:pt x="14472" y="24752"/>
                    <a:pt x="14505" y="26186"/>
                    <a:pt x="14472" y="27654"/>
                  </a:cubicBezTo>
                  <a:cubicBezTo>
                    <a:pt x="14438" y="29122"/>
                    <a:pt x="14405" y="30589"/>
                    <a:pt x="14472" y="32057"/>
                  </a:cubicBezTo>
                  <a:cubicBezTo>
                    <a:pt x="14488" y="32207"/>
                    <a:pt x="14605" y="32282"/>
                    <a:pt x="14726" y="32282"/>
                  </a:cubicBezTo>
                  <a:cubicBezTo>
                    <a:pt x="14847" y="32282"/>
                    <a:pt x="14972" y="32207"/>
                    <a:pt x="15005" y="32057"/>
                  </a:cubicBezTo>
                  <a:cubicBezTo>
                    <a:pt x="15272" y="30323"/>
                    <a:pt x="15406" y="28555"/>
                    <a:pt x="15406" y="26787"/>
                  </a:cubicBezTo>
                  <a:cubicBezTo>
                    <a:pt x="15439" y="25019"/>
                    <a:pt x="15472" y="23284"/>
                    <a:pt x="15406" y="21550"/>
                  </a:cubicBezTo>
                  <a:cubicBezTo>
                    <a:pt x="15305" y="18381"/>
                    <a:pt x="15072" y="15245"/>
                    <a:pt x="14672" y="12109"/>
                  </a:cubicBezTo>
                  <a:cubicBezTo>
                    <a:pt x="14338" y="9508"/>
                    <a:pt x="13904" y="6839"/>
                    <a:pt x="12704" y="4471"/>
                  </a:cubicBezTo>
                  <a:cubicBezTo>
                    <a:pt x="11536" y="2202"/>
                    <a:pt x="9535" y="1"/>
                    <a:pt x="67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4479950" y="2894475"/>
              <a:ext cx="478258" cy="498169"/>
            </a:xfrm>
            <a:custGeom>
              <a:avLst/>
              <a:gdLst/>
              <a:ahLst/>
              <a:cxnLst/>
              <a:rect l="l" t="t" r="r" b="b"/>
              <a:pathLst>
                <a:path w="20248" h="21091" extrusionOk="0">
                  <a:moveTo>
                    <a:pt x="3758" y="8286"/>
                  </a:moveTo>
                  <a:cubicBezTo>
                    <a:pt x="4086" y="8286"/>
                    <a:pt x="4397" y="8390"/>
                    <a:pt x="4503" y="8615"/>
                  </a:cubicBezTo>
                  <a:cubicBezTo>
                    <a:pt x="4656" y="8943"/>
                    <a:pt x="3949" y="9300"/>
                    <a:pt x="3397" y="9300"/>
                  </a:cubicBezTo>
                  <a:cubicBezTo>
                    <a:pt x="3107" y="9300"/>
                    <a:pt x="2860" y="9201"/>
                    <a:pt x="2802" y="8949"/>
                  </a:cubicBezTo>
                  <a:cubicBezTo>
                    <a:pt x="2722" y="8526"/>
                    <a:pt x="3260" y="8286"/>
                    <a:pt x="3758" y="8286"/>
                  </a:cubicBezTo>
                  <a:close/>
                  <a:moveTo>
                    <a:pt x="16602" y="12815"/>
                  </a:moveTo>
                  <a:cubicBezTo>
                    <a:pt x="16955" y="12815"/>
                    <a:pt x="17520" y="13148"/>
                    <a:pt x="17446" y="13518"/>
                  </a:cubicBezTo>
                  <a:cubicBezTo>
                    <a:pt x="17410" y="13687"/>
                    <a:pt x="17306" y="13754"/>
                    <a:pt x="17175" y="13754"/>
                  </a:cubicBezTo>
                  <a:cubicBezTo>
                    <a:pt x="16814" y="13754"/>
                    <a:pt x="16247" y="13245"/>
                    <a:pt x="16345" y="12951"/>
                  </a:cubicBezTo>
                  <a:cubicBezTo>
                    <a:pt x="16380" y="12856"/>
                    <a:pt x="16478" y="12815"/>
                    <a:pt x="16602" y="12815"/>
                  </a:cubicBezTo>
                  <a:close/>
                  <a:moveTo>
                    <a:pt x="9043" y="15455"/>
                  </a:moveTo>
                  <a:cubicBezTo>
                    <a:pt x="9802" y="15455"/>
                    <a:pt x="10782" y="17152"/>
                    <a:pt x="10007" y="17555"/>
                  </a:cubicBezTo>
                  <a:cubicBezTo>
                    <a:pt x="9934" y="17593"/>
                    <a:pt x="9860" y="17610"/>
                    <a:pt x="9786" y="17610"/>
                  </a:cubicBezTo>
                  <a:cubicBezTo>
                    <a:pt x="9021" y="17610"/>
                    <a:pt x="8295" y="15730"/>
                    <a:pt x="8873" y="15487"/>
                  </a:cubicBezTo>
                  <a:cubicBezTo>
                    <a:pt x="8928" y="15465"/>
                    <a:pt x="8985" y="15455"/>
                    <a:pt x="9043" y="15455"/>
                  </a:cubicBezTo>
                  <a:close/>
                  <a:moveTo>
                    <a:pt x="8767" y="1"/>
                  </a:moveTo>
                  <a:cubicBezTo>
                    <a:pt x="7751" y="1"/>
                    <a:pt x="6538" y="289"/>
                    <a:pt x="5337" y="1010"/>
                  </a:cubicBezTo>
                  <a:cubicBezTo>
                    <a:pt x="6471" y="1110"/>
                    <a:pt x="7839" y="1477"/>
                    <a:pt x="8373" y="2277"/>
                  </a:cubicBezTo>
                  <a:cubicBezTo>
                    <a:pt x="8902" y="3008"/>
                    <a:pt x="8403" y="3511"/>
                    <a:pt x="7824" y="3511"/>
                  </a:cubicBezTo>
                  <a:cubicBezTo>
                    <a:pt x="7638" y="3511"/>
                    <a:pt x="7443" y="3459"/>
                    <a:pt x="7272" y="3345"/>
                  </a:cubicBezTo>
                  <a:cubicBezTo>
                    <a:pt x="6772" y="3011"/>
                    <a:pt x="5838" y="1977"/>
                    <a:pt x="4170" y="1843"/>
                  </a:cubicBezTo>
                  <a:cubicBezTo>
                    <a:pt x="3469" y="2444"/>
                    <a:pt x="2836" y="3144"/>
                    <a:pt x="2302" y="3945"/>
                  </a:cubicBezTo>
                  <a:cubicBezTo>
                    <a:pt x="2102" y="4212"/>
                    <a:pt x="1935" y="4479"/>
                    <a:pt x="1768" y="4779"/>
                  </a:cubicBezTo>
                  <a:cubicBezTo>
                    <a:pt x="2692" y="4349"/>
                    <a:pt x="3676" y="4140"/>
                    <a:pt x="4659" y="4140"/>
                  </a:cubicBezTo>
                  <a:cubicBezTo>
                    <a:pt x="5736" y="4140"/>
                    <a:pt x="6812" y="4391"/>
                    <a:pt x="7806" y="4879"/>
                  </a:cubicBezTo>
                  <a:cubicBezTo>
                    <a:pt x="9720" y="5808"/>
                    <a:pt x="9116" y="7616"/>
                    <a:pt x="7717" y="7616"/>
                  </a:cubicBezTo>
                  <a:cubicBezTo>
                    <a:pt x="7459" y="7616"/>
                    <a:pt x="7174" y="7555"/>
                    <a:pt x="6872" y="7414"/>
                  </a:cubicBezTo>
                  <a:cubicBezTo>
                    <a:pt x="5321" y="6692"/>
                    <a:pt x="3834" y="5970"/>
                    <a:pt x="2256" y="5970"/>
                  </a:cubicBezTo>
                  <a:cubicBezTo>
                    <a:pt x="1866" y="5970"/>
                    <a:pt x="1471" y="6014"/>
                    <a:pt x="1068" y="6113"/>
                  </a:cubicBezTo>
                  <a:cubicBezTo>
                    <a:pt x="334" y="7948"/>
                    <a:pt x="0" y="9916"/>
                    <a:pt x="67" y="11917"/>
                  </a:cubicBezTo>
                  <a:cubicBezTo>
                    <a:pt x="1068" y="11183"/>
                    <a:pt x="2202" y="10650"/>
                    <a:pt x="3403" y="10316"/>
                  </a:cubicBezTo>
                  <a:cubicBezTo>
                    <a:pt x="3795" y="10217"/>
                    <a:pt x="4141" y="10175"/>
                    <a:pt x="4430" y="10175"/>
                  </a:cubicBezTo>
                  <a:cubicBezTo>
                    <a:pt x="5786" y="10175"/>
                    <a:pt x="5904" y="11097"/>
                    <a:pt x="3870" y="11317"/>
                  </a:cubicBezTo>
                  <a:cubicBezTo>
                    <a:pt x="2535" y="11450"/>
                    <a:pt x="1268" y="11884"/>
                    <a:pt x="100" y="12551"/>
                  </a:cubicBezTo>
                  <a:cubicBezTo>
                    <a:pt x="100" y="12918"/>
                    <a:pt x="134" y="13285"/>
                    <a:pt x="167" y="13652"/>
                  </a:cubicBezTo>
                  <a:cubicBezTo>
                    <a:pt x="1034" y="12985"/>
                    <a:pt x="2068" y="12551"/>
                    <a:pt x="3136" y="12384"/>
                  </a:cubicBezTo>
                  <a:cubicBezTo>
                    <a:pt x="3301" y="12367"/>
                    <a:pt x="3454" y="12359"/>
                    <a:pt x="3597" y="12359"/>
                  </a:cubicBezTo>
                  <a:cubicBezTo>
                    <a:pt x="5710" y="12359"/>
                    <a:pt x="5461" y="14092"/>
                    <a:pt x="3836" y="14186"/>
                  </a:cubicBezTo>
                  <a:cubicBezTo>
                    <a:pt x="2635" y="14186"/>
                    <a:pt x="1401" y="14419"/>
                    <a:pt x="300" y="14886"/>
                  </a:cubicBezTo>
                  <a:cubicBezTo>
                    <a:pt x="701" y="18322"/>
                    <a:pt x="1668" y="21057"/>
                    <a:pt x="1801" y="21091"/>
                  </a:cubicBezTo>
                  <a:cubicBezTo>
                    <a:pt x="4103" y="20957"/>
                    <a:pt x="6371" y="20690"/>
                    <a:pt x="8640" y="20223"/>
                  </a:cubicBezTo>
                  <a:cubicBezTo>
                    <a:pt x="8006" y="18856"/>
                    <a:pt x="6538" y="17021"/>
                    <a:pt x="7272" y="16888"/>
                  </a:cubicBezTo>
                  <a:cubicBezTo>
                    <a:pt x="7301" y="16882"/>
                    <a:pt x="7331" y="16880"/>
                    <a:pt x="7361" y="16880"/>
                  </a:cubicBezTo>
                  <a:cubicBezTo>
                    <a:pt x="8100" y="16880"/>
                    <a:pt x="8856" y="18455"/>
                    <a:pt x="9273" y="20123"/>
                  </a:cubicBezTo>
                  <a:cubicBezTo>
                    <a:pt x="10941" y="19790"/>
                    <a:pt x="12609" y="19356"/>
                    <a:pt x="14244" y="18756"/>
                  </a:cubicBezTo>
                  <a:cubicBezTo>
                    <a:pt x="13110" y="17755"/>
                    <a:pt x="11308" y="16521"/>
                    <a:pt x="12009" y="16020"/>
                  </a:cubicBezTo>
                  <a:cubicBezTo>
                    <a:pt x="12098" y="15952"/>
                    <a:pt x="12199" y="15921"/>
                    <a:pt x="12308" y="15921"/>
                  </a:cubicBezTo>
                  <a:cubicBezTo>
                    <a:pt x="13057" y="15921"/>
                    <a:pt x="14217" y="17383"/>
                    <a:pt x="14944" y="18489"/>
                  </a:cubicBezTo>
                  <a:cubicBezTo>
                    <a:pt x="15678" y="18155"/>
                    <a:pt x="16412" y="17755"/>
                    <a:pt x="17079" y="17288"/>
                  </a:cubicBezTo>
                  <a:cubicBezTo>
                    <a:pt x="15545" y="15020"/>
                    <a:pt x="11809" y="14553"/>
                    <a:pt x="12276" y="12918"/>
                  </a:cubicBezTo>
                  <a:cubicBezTo>
                    <a:pt x="12383" y="12541"/>
                    <a:pt x="12655" y="12371"/>
                    <a:pt x="13027" y="12371"/>
                  </a:cubicBezTo>
                  <a:cubicBezTo>
                    <a:pt x="14270" y="12371"/>
                    <a:pt x="16640" y="14252"/>
                    <a:pt x="17846" y="16587"/>
                  </a:cubicBezTo>
                  <a:cubicBezTo>
                    <a:pt x="19681" y="14653"/>
                    <a:pt x="20248" y="11951"/>
                    <a:pt x="20048" y="9649"/>
                  </a:cubicBezTo>
                  <a:cubicBezTo>
                    <a:pt x="18413" y="9449"/>
                    <a:pt x="15311" y="9782"/>
                    <a:pt x="15545" y="8648"/>
                  </a:cubicBezTo>
                  <a:cubicBezTo>
                    <a:pt x="15663" y="8054"/>
                    <a:pt x="16301" y="7814"/>
                    <a:pt x="17140" y="7814"/>
                  </a:cubicBezTo>
                  <a:cubicBezTo>
                    <a:pt x="17949" y="7814"/>
                    <a:pt x="18947" y="8037"/>
                    <a:pt x="19848" y="8381"/>
                  </a:cubicBezTo>
                  <a:cubicBezTo>
                    <a:pt x="19681" y="7447"/>
                    <a:pt x="19314" y="6580"/>
                    <a:pt x="18780" y="5813"/>
                  </a:cubicBezTo>
                  <a:cubicBezTo>
                    <a:pt x="18306" y="5208"/>
                    <a:pt x="17561" y="4990"/>
                    <a:pt x="16734" y="4990"/>
                  </a:cubicBezTo>
                  <a:cubicBezTo>
                    <a:pt x="14597" y="4990"/>
                    <a:pt x="11909" y="6447"/>
                    <a:pt x="11909" y="6447"/>
                  </a:cubicBezTo>
                  <a:cubicBezTo>
                    <a:pt x="11909" y="6447"/>
                    <a:pt x="12476" y="1243"/>
                    <a:pt x="10474" y="342"/>
                  </a:cubicBezTo>
                  <a:cubicBezTo>
                    <a:pt x="10034" y="129"/>
                    <a:pt x="9444" y="1"/>
                    <a:pt x="8767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4529107" y="3050358"/>
              <a:ext cx="308572" cy="335286"/>
            </a:xfrm>
            <a:custGeom>
              <a:avLst/>
              <a:gdLst/>
              <a:ahLst/>
              <a:cxnLst/>
              <a:rect l="l" t="t" r="r" b="b"/>
              <a:pathLst>
                <a:path w="13064" h="14195" extrusionOk="0">
                  <a:moveTo>
                    <a:pt x="3800" y="11800"/>
                  </a:moveTo>
                  <a:cubicBezTo>
                    <a:pt x="3805" y="11882"/>
                    <a:pt x="3811" y="11964"/>
                    <a:pt x="3818" y="12046"/>
                  </a:cubicBezTo>
                  <a:lnTo>
                    <a:pt x="3818" y="12046"/>
                  </a:lnTo>
                  <a:cubicBezTo>
                    <a:pt x="3815" y="11963"/>
                    <a:pt x="3809" y="11881"/>
                    <a:pt x="3800" y="11800"/>
                  </a:cubicBezTo>
                  <a:close/>
                  <a:moveTo>
                    <a:pt x="3818" y="12046"/>
                  </a:moveTo>
                  <a:cubicBezTo>
                    <a:pt x="3823" y="12170"/>
                    <a:pt x="3823" y="12297"/>
                    <a:pt x="3823" y="12423"/>
                  </a:cubicBezTo>
                  <a:cubicBezTo>
                    <a:pt x="3823" y="12440"/>
                    <a:pt x="3832" y="12448"/>
                    <a:pt x="3840" y="12448"/>
                  </a:cubicBezTo>
                  <a:cubicBezTo>
                    <a:pt x="3848" y="12448"/>
                    <a:pt x="3857" y="12440"/>
                    <a:pt x="3857" y="12423"/>
                  </a:cubicBezTo>
                  <a:cubicBezTo>
                    <a:pt x="3843" y="12302"/>
                    <a:pt x="3830" y="12174"/>
                    <a:pt x="3818" y="12046"/>
                  </a:cubicBezTo>
                  <a:close/>
                  <a:moveTo>
                    <a:pt x="9889" y="1"/>
                  </a:moveTo>
                  <a:cubicBezTo>
                    <a:pt x="9881" y="1"/>
                    <a:pt x="9871" y="5"/>
                    <a:pt x="9861" y="15"/>
                  </a:cubicBezTo>
                  <a:cubicBezTo>
                    <a:pt x="9461" y="548"/>
                    <a:pt x="9027" y="1049"/>
                    <a:pt x="8593" y="1549"/>
                  </a:cubicBezTo>
                  <a:lnTo>
                    <a:pt x="7493" y="2917"/>
                  </a:lnTo>
                  <a:cubicBezTo>
                    <a:pt x="5458" y="1916"/>
                    <a:pt x="3256" y="1282"/>
                    <a:pt x="1021" y="949"/>
                  </a:cubicBezTo>
                  <a:cubicBezTo>
                    <a:pt x="988" y="949"/>
                    <a:pt x="988" y="1015"/>
                    <a:pt x="1021" y="1015"/>
                  </a:cubicBezTo>
                  <a:cubicBezTo>
                    <a:pt x="3223" y="1382"/>
                    <a:pt x="5358" y="2083"/>
                    <a:pt x="7359" y="3050"/>
                  </a:cubicBezTo>
                  <a:cubicBezTo>
                    <a:pt x="6692" y="3884"/>
                    <a:pt x="6025" y="4718"/>
                    <a:pt x="5425" y="5585"/>
                  </a:cubicBezTo>
                  <a:cubicBezTo>
                    <a:pt x="5291" y="5552"/>
                    <a:pt x="5191" y="5552"/>
                    <a:pt x="5091" y="5518"/>
                  </a:cubicBezTo>
                  <a:cubicBezTo>
                    <a:pt x="4891" y="5485"/>
                    <a:pt x="4724" y="5452"/>
                    <a:pt x="4557" y="5418"/>
                  </a:cubicBezTo>
                  <a:cubicBezTo>
                    <a:pt x="4224" y="5385"/>
                    <a:pt x="3923" y="5352"/>
                    <a:pt x="3557" y="5318"/>
                  </a:cubicBezTo>
                  <a:cubicBezTo>
                    <a:pt x="3312" y="5318"/>
                    <a:pt x="3082" y="5304"/>
                    <a:pt x="2847" y="5304"/>
                  </a:cubicBezTo>
                  <a:cubicBezTo>
                    <a:pt x="2730" y="5304"/>
                    <a:pt x="2611" y="5307"/>
                    <a:pt x="2489" y="5318"/>
                  </a:cubicBezTo>
                  <a:cubicBezTo>
                    <a:pt x="2122" y="5318"/>
                    <a:pt x="1755" y="5352"/>
                    <a:pt x="1388" y="5352"/>
                  </a:cubicBezTo>
                  <a:cubicBezTo>
                    <a:pt x="1355" y="5352"/>
                    <a:pt x="1355" y="5385"/>
                    <a:pt x="1388" y="5385"/>
                  </a:cubicBezTo>
                  <a:cubicBezTo>
                    <a:pt x="1648" y="5361"/>
                    <a:pt x="1907" y="5338"/>
                    <a:pt x="2167" y="5338"/>
                  </a:cubicBezTo>
                  <a:cubicBezTo>
                    <a:pt x="2274" y="5338"/>
                    <a:pt x="2382" y="5342"/>
                    <a:pt x="2489" y="5352"/>
                  </a:cubicBezTo>
                  <a:cubicBezTo>
                    <a:pt x="2823" y="5352"/>
                    <a:pt x="3156" y="5352"/>
                    <a:pt x="3523" y="5385"/>
                  </a:cubicBezTo>
                  <a:cubicBezTo>
                    <a:pt x="3857" y="5452"/>
                    <a:pt x="4224" y="5485"/>
                    <a:pt x="4591" y="5552"/>
                  </a:cubicBezTo>
                  <a:cubicBezTo>
                    <a:pt x="4757" y="5585"/>
                    <a:pt x="4891" y="5585"/>
                    <a:pt x="5058" y="5619"/>
                  </a:cubicBezTo>
                  <a:lnTo>
                    <a:pt x="5324" y="5719"/>
                  </a:lnTo>
                  <a:cubicBezTo>
                    <a:pt x="4724" y="6553"/>
                    <a:pt x="4124" y="7420"/>
                    <a:pt x="3557" y="8320"/>
                  </a:cubicBezTo>
                  <a:cubicBezTo>
                    <a:pt x="2322" y="10222"/>
                    <a:pt x="1188" y="12190"/>
                    <a:pt x="21" y="14125"/>
                  </a:cubicBezTo>
                  <a:cubicBezTo>
                    <a:pt x="0" y="14166"/>
                    <a:pt x="18" y="14194"/>
                    <a:pt x="50" y="14194"/>
                  </a:cubicBezTo>
                  <a:cubicBezTo>
                    <a:pt x="70" y="14194"/>
                    <a:pt x="95" y="14183"/>
                    <a:pt x="121" y="14158"/>
                  </a:cubicBezTo>
                  <a:cubicBezTo>
                    <a:pt x="788" y="13057"/>
                    <a:pt x="1455" y="11956"/>
                    <a:pt x="2122" y="10889"/>
                  </a:cubicBezTo>
                  <a:cubicBezTo>
                    <a:pt x="2456" y="10355"/>
                    <a:pt x="2823" y="9822"/>
                    <a:pt x="3156" y="9254"/>
                  </a:cubicBezTo>
                  <a:cubicBezTo>
                    <a:pt x="3190" y="9321"/>
                    <a:pt x="3223" y="9388"/>
                    <a:pt x="3223" y="9455"/>
                  </a:cubicBezTo>
                  <a:cubicBezTo>
                    <a:pt x="3290" y="9588"/>
                    <a:pt x="3323" y="9721"/>
                    <a:pt x="3356" y="9855"/>
                  </a:cubicBezTo>
                  <a:cubicBezTo>
                    <a:pt x="3456" y="10122"/>
                    <a:pt x="3523" y="10355"/>
                    <a:pt x="3590" y="10655"/>
                  </a:cubicBezTo>
                  <a:cubicBezTo>
                    <a:pt x="3657" y="10956"/>
                    <a:pt x="3690" y="11256"/>
                    <a:pt x="3757" y="11556"/>
                  </a:cubicBezTo>
                  <a:cubicBezTo>
                    <a:pt x="3776" y="11635"/>
                    <a:pt x="3790" y="11717"/>
                    <a:pt x="3800" y="11800"/>
                  </a:cubicBezTo>
                  <a:lnTo>
                    <a:pt x="3800" y="11800"/>
                  </a:lnTo>
                  <a:cubicBezTo>
                    <a:pt x="3794" y="11695"/>
                    <a:pt x="3790" y="11590"/>
                    <a:pt x="3790" y="11489"/>
                  </a:cubicBezTo>
                  <a:cubicBezTo>
                    <a:pt x="3757" y="11189"/>
                    <a:pt x="3723" y="10922"/>
                    <a:pt x="3690" y="10655"/>
                  </a:cubicBezTo>
                  <a:cubicBezTo>
                    <a:pt x="3623" y="10355"/>
                    <a:pt x="3557" y="10055"/>
                    <a:pt x="3490" y="9788"/>
                  </a:cubicBezTo>
                  <a:cubicBezTo>
                    <a:pt x="3456" y="9655"/>
                    <a:pt x="3390" y="9488"/>
                    <a:pt x="3356" y="9355"/>
                  </a:cubicBezTo>
                  <a:cubicBezTo>
                    <a:pt x="3323" y="9288"/>
                    <a:pt x="3290" y="9188"/>
                    <a:pt x="3256" y="9121"/>
                  </a:cubicBezTo>
                  <a:cubicBezTo>
                    <a:pt x="3990" y="7954"/>
                    <a:pt x="4757" y="6819"/>
                    <a:pt x="5558" y="5685"/>
                  </a:cubicBezTo>
                  <a:cubicBezTo>
                    <a:pt x="5558" y="5685"/>
                    <a:pt x="5591" y="5652"/>
                    <a:pt x="5558" y="5652"/>
                  </a:cubicBezTo>
                  <a:cubicBezTo>
                    <a:pt x="5658" y="5552"/>
                    <a:pt x="5725" y="5418"/>
                    <a:pt x="5791" y="5318"/>
                  </a:cubicBezTo>
                  <a:cubicBezTo>
                    <a:pt x="6058" y="4985"/>
                    <a:pt x="6292" y="4618"/>
                    <a:pt x="6559" y="4284"/>
                  </a:cubicBezTo>
                  <a:cubicBezTo>
                    <a:pt x="6792" y="4818"/>
                    <a:pt x="7059" y="5285"/>
                    <a:pt x="7326" y="5852"/>
                  </a:cubicBezTo>
                  <a:cubicBezTo>
                    <a:pt x="7593" y="6419"/>
                    <a:pt x="7860" y="7020"/>
                    <a:pt x="8060" y="7587"/>
                  </a:cubicBezTo>
                  <a:cubicBezTo>
                    <a:pt x="8527" y="8754"/>
                    <a:pt x="8894" y="9955"/>
                    <a:pt x="9127" y="11189"/>
                  </a:cubicBezTo>
                  <a:cubicBezTo>
                    <a:pt x="9127" y="11206"/>
                    <a:pt x="9144" y="11214"/>
                    <a:pt x="9161" y="11214"/>
                  </a:cubicBezTo>
                  <a:cubicBezTo>
                    <a:pt x="9177" y="11214"/>
                    <a:pt x="9194" y="11206"/>
                    <a:pt x="9194" y="11189"/>
                  </a:cubicBezTo>
                  <a:cubicBezTo>
                    <a:pt x="8960" y="9955"/>
                    <a:pt x="8627" y="8721"/>
                    <a:pt x="8227" y="7520"/>
                  </a:cubicBezTo>
                  <a:cubicBezTo>
                    <a:pt x="7993" y="6986"/>
                    <a:pt x="7793" y="6419"/>
                    <a:pt x="7526" y="5852"/>
                  </a:cubicBezTo>
                  <a:cubicBezTo>
                    <a:pt x="7259" y="5285"/>
                    <a:pt x="6959" y="4751"/>
                    <a:pt x="6625" y="4251"/>
                  </a:cubicBezTo>
                  <a:cubicBezTo>
                    <a:pt x="6926" y="3851"/>
                    <a:pt x="7226" y="3450"/>
                    <a:pt x="7526" y="3050"/>
                  </a:cubicBezTo>
                  <a:lnTo>
                    <a:pt x="7526" y="3017"/>
                  </a:lnTo>
                  <a:lnTo>
                    <a:pt x="7793" y="2683"/>
                  </a:lnTo>
                  <a:lnTo>
                    <a:pt x="8327" y="1949"/>
                  </a:lnTo>
                  <a:cubicBezTo>
                    <a:pt x="9127" y="2616"/>
                    <a:pt x="9961" y="3217"/>
                    <a:pt x="10728" y="3851"/>
                  </a:cubicBezTo>
                  <a:cubicBezTo>
                    <a:pt x="11529" y="4518"/>
                    <a:pt x="12296" y="5185"/>
                    <a:pt x="12997" y="5919"/>
                  </a:cubicBezTo>
                  <a:cubicBezTo>
                    <a:pt x="13016" y="5929"/>
                    <a:pt x="13030" y="5933"/>
                    <a:pt x="13040" y="5933"/>
                  </a:cubicBezTo>
                  <a:cubicBezTo>
                    <a:pt x="13063" y="5933"/>
                    <a:pt x="13063" y="5909"/>
                    <a:pt x="13063" y="5885"/>
                  </a:cubicBezTo>
                  <a:cubicBezTo>
                    <a:pt x="12329" y="5152"/>
                    <a:pt x="11562" y="4451"/>
                    <a:pt x="10795" y="3751"/>
                  </a:cubicBezTo>
                  <a:cubicBezTo>
                    <a:pt x="10028" y="3083"/>
                    <a:pt x="9261" y="2450"/>
                    <a:pt x="8427" y="1849"/>
                  </a:cubicBezTo>
                  <a:cubicBezTo>
                    <a:pt x="8894" y="1215"/>
                    <a:pt x="9361" y="615"/>
                    <a:pt x="9894" y="48"/>
                  </a:cubicBezTo>
                  <a:cubicBezTo>
                    <a:pt x="9918" y="24"/>
                    <a:pt x="9908" y="1"/>
                    <a:pt x="98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4952722" y="3288588"/>
              <a:ext cx="316768" cy="452370"/>
            </a:xfrm>
            <a:custGeom>
              <a:avLst/>
              <a:gdLst/>
              <a:ahLst/>
              <a:cxnLst/>
              <a:rect l="l" t="t" r="r" b="b"/>
              <a:pathLst>
                <a:path w="13411" h="19152" extrusionOk="0">
                  <a:moveTo>
                    <a:pt x="6817" y="1"/>
                  </a:moveTo>
                  <a:cubicBezTo>
                    <a:pt x="6769" y="1"/>
                    <a:pt x="6720" y="2"/>
                    <a:pt x="6672" y="3"/>
                  </a:cubicBezTo>
                  <a:cubicBezTo>
                    <a:pt x="5705" y="103"/>
                    <a:pt x="4804" y="537"/>
                    <a:pt x="4137" y="1238"/>
                  </a:cubicBezTo>
                  <a:cubicBezTo>
                    <a:pt x="2802" y="2505"/>
                    <a:pt x="1902" y="4173"/>
                    <a:pt x="1535" y="5974"/>
                  </a:cubicBezTo>
                  <a:cubicBezTo>
                    <a:pt x="1068" y="8076"/>
                    <a:pt x="934" y="10244"/>
                    <a:pt x="701" y="12346"/>
                  </a:cubicBezTo>
                  <a:cubicBezTo>
                    <a:pt x="568" y="13446"/>
                    <a:pt x="467" y="14581"/>
                    <a:pt x="334" y="15648"/>
                  </a:cubicBezTo>
                  <a:cubicBezTo>
                    <a:pt x="234" y="16749"/>
                    <a:pt x="34" y="17883"/>
                    <a:pt x="0" y="18984"/>
                  </a:cubicBezTo>
                  <a:cubicBezTo>
                    <a:pt x="0" y="19092"/>
                    <a:pt x="98" y="19151"/>
                    <a:pt x="198" y="19151"/>
                  </a:cubicBezTo>
                  <a:cubicBezTo>
                    <a:pt x="283" y="19151"/>
                    <a:pt x="370" y="19109"/>
                    <a:pt x="401" y="19017"/>
                  </a:cubicBezTo>
                  <a:cubicBezTo>
                    <a:pt x="634" y="17883"/>
                    <a:pt x="734" y="16682"/>
                    <a:pt x="868" y="15515"/>
                  </a:cubicBezTo>
                  <a:cubicBezTo>
                    <a:pt x="1035" y="14347"/>
                    <a:pt x="1201" y="13213"/>
                    <a:pt x="1335" y="12045"/>
                  </a:cubicBezTo>
                  <a:cubicBezTo>
                    <a:pt x="1602" y="10077"/>
                    <a:pt x="1768" y="8043"/>
                    <a:pt x="2302" y="6141"/>
                  </a:cubicBezTo>
                  <a:cubicBezTo>
                    <a:pt x="2736" y="4540"/>
                    <a:pt x="3470" y="2905"/>
                    <a:pt x="4771" y="1771"/>
                  </a:cubicBezTo>
                  <a:cubicBezTo>
                    <a:pt x="5378" y="1196"/>
                    <a:pt x="6168" y="835"/>
                    <a:pt x="6996" y="835"/>
                  </a:cubicBezTo>
                  <a:cubicBezTo>
                    <a:pt x="7033" y="835"/>
                    <a:pt x="7069" y="836"/>
                    <a:pt x="7106" y="837"/>
                  </a:cubicBezTo>
                  <a:cubicBezTo>
                    <a:pt x="8006" y="937"/>
                    <a:pt x="8840" y="1271"/>
                    <a:pt x="9541" y="1838"/>
                  </a:cubicBezTo>
                  <a:cubicBezTo>
                    <a:pt x="11075" y="3006"/>
                    <a:pt x="12376" y="4473"/>
                    <a:pt x="13343" y="6141"/>
                  </a:cubicBezTo>
                  <a:cubicBezTo>
                    <a:pt x="13353" y="6151"/>
                    <a:pt x="13363" y="6155"/>
                    <a:pt x="13372" y="6155"/>
                  </a:cubicBezTo>
                  <a:cubicBezTo>
                    <a:pt x="13393" y="6155"/>
                    <a:pt x="13410" y="6131"/>
                    <a:pt x="13410" y="6108"/>
                  </a:cubicBezTo>
                  <a:cubicBezTo>
                    <a:pt x="12876" y="5107"/>
                    <a:pt x="12309" y="4140"/>
                    <a:pt x="11642" y="3239"/>
                  </a:cubicBezTo>
                  <a:cubicBezTo>
                    <a:pt x="11008" y="2305"/>
                    <a:pt x="10241" y="1504"/>
                    <a:pt x="9374" y="837"/>
                  </a:cubicBezTo>
                  <a:cubicBezTo>
                    <a:pt x="8613" y="299"/>
                    <a:pt x="7733" y="1"/>
                    <a:pt x="68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5017328" y="3275950"/>
              <a:ext cx="422349" cy="375960"/>
            </a:xfrm>
            <a:custGeom>
              <a:avLst/>
              <a:gdLst/>
              <a:ahLst/>
              <a:cxnLst/>
              <a:rect l="l" t="t" r="r" b="b"/>
              <a:pathLst>
                <a:path w="17881" h="15917" extrusionOk="0">
                  <a:moveTo>
                    <a:pt x="14155" y="3364"/>
                  </a:moveTo>
                  <a:cubicBezTo>
                    <a:pt x="14575" y="3364"/>
                    <a:pt x="14997" y="3509"/>
                    <a:pt x="15045" y="3841"/>
                  </a:cubicBezTo>
                  <a:cubicBezTo>
                    <a:pt x="15090" y="4202"/>
                    <a:pt x="14748" y="4346"/>
                    <a:pt x="14352" y="4346"/>
                  </a:cubicBezTo>
                  <a:cubicBezTo>
                    <a:pt x="13872" y="4346"/>
                    <a:pt x="13313" y="4134"/>
                    <a:pt x="13277" y="3841"/>
                  </a:cubicBezTo>
                  <a:cubicBezTo>
                    <a:pt x="13224" y="3542"/>
                    <a:pt x="13689" y="3364"/>
                    <a:pt x="14155" y="3364"/>
                  </a:cubicBezTo>
                  <a:close/>
                  <a:moveTo>
                    <a:pt x="16500" y="9315"/>
                  </a:moveTo>
                  <a:cubicBezTo>
                    <a:pt x="16705" y="9315"/>
                    <a:pt x="16931" y="9416"/>
                    <a:pt x="17013" y="9645"/>
                  </a:cubicBezTo>
                  <a:cubicBezTo>
                    <a:pt x="17063" y="9795"/>
                    <a:pt x="16846" y="9878"/>
                    <a:pt x="16613" y="9878"/>
                  </a:cubicBezTo>
                  <a:cubicBezTo>
                    <a:pt x="16379" y="9878"/>
                    <a:pt x="16129" y="9795"/>
                    <a:pt x="16112" y="9612"/>
                  </a:cubicBezTo>
                  <a:cubicBezTo>
                    <a:pt x="16095" y="9424"/>
                    <a:pt x="16286" y="9315"/>
                    <a:pt x="16500" y="9315"/>
                  </a:cubicBezTo>
                  <a:close/>
                  <a:moveTo>
                    <a:pt x="6615" y="9944"/>
                  </a:moveTo>
                  <a:cubicBezTo>
                    <a:pt x="6623" y="9944"/>
                    <a:pt x="6631" y="9944"/>
                    <a:pt x="6639" y="9945"/>
                  </a:cubicBezTo>
                  <a:lnTo>
                    <a:pt x="6605" y="9945"/>
                  </a:lnTo>
                  <a:cubicBezTo>
                    <a:pt x="7201" y="10011"/>
                    <a:pt x="7534" y="12114"/>
                    <a:pt x="6529" y="12114"/>
                  </a:cubicBezTo>
                  <a:cubicBezTo>
                    <a:pt x="6521" y="12114"/>
                    <a:pt x="6513" y="12114"/>
                    <a:pt x="6505" y="12113"/>
                  </a:cubicBezTo>
                  <a:cubicBezTo>
                    <a:pt x="5750" y="12081"/>
                    <a:pt x="6094" y="9944"/>
                    <a:pt x="6615" y="9944"/>
                  </a:cubicBezTo>
                  <a:close/>
                  <a:moveTo>
                    <a:pt x="11651" y="1"/>
                  </a:moveTo>
                  <a:cubicBezTo>
                    <a:pt x="7953" y="1"/>
                    <a:pt x="9307" y="4775"/>
                    <a:pt x="9307" y="4775"/>
                  </a:cubicBezTo>
                  <a:cubicBezTo>
                    <a:pt x="9307" y="4775"/>
                    <a:pt x="6730" y="2938"/>
                    <a:pt x="4235" y="2938"/>
                  </a:cubicBezTo>
                  <a:cubicBezTo>
                    <a:pt x="4191" y="2938"/>
                    <a:pt x="4147" y="2939"/>
                    <a:pt x="4104" y="2940"/>
                  </a:cubicBezTo>
                  <a:cubicBezTo>
                    <a:pt x="1569" y="2973"/>
                    <a:pt x="1" y="7176"/>
                    <a:pt x="2703" y="10946"/>
                  </a:cubicBezTo>
                  <a:cubicBezTo>
                    <a:pt x="3036" y="11413"/>
                    <a:pt x="3437" y="11813"/>
                    <a:pt x="3904" y="12180"/>
                  </a:cubicBezTo>
                  <a:cubicBezTo>
                    <a:pt x="3703" y="11113"/>
                    <a:pt x="3470" y="9178"/>
                    <a:pt x="4037" y="8177"/>
                  </a:cubicBezTo>
                  <a:cubicBezTo>
                    <a:pt x="4364" y="7550"/>
                    <a:pt x="4716" y="7291"/>
                    <a:pt x="4994" y="7291"/>
                  </a:cubicBezTo>
                  <a:cubicBezTo>
                    <a:pt x="5425" y="7291"/>
                    <a:pt x="5675" y="7913"/>
                    <a:pt x="5371" y="8744"/>
                  </a:cubicBezTo>
                  <a:cubicBezTo>
                    <a:pt x="4871" y="9979"/>
                    <a:pt x="4571" y="11313"/>
                    <a:pt x="4537" y="12647"/>
                  </a:cubicBezTo>
                  <a:cubicBezTo>
                    <a:pt x="5705" y="13348"/>
                    <a:pt x="6906" y="13948"/>
                    <a:pt x="8207" y="14382"/>
                  </a:cubicBezTo>
                  <a:cubicBezTo>
                    <a:pt x="8073" y="13748"/>
                    <a:pt x="8040" y="13114"/>
                    <a:pt x="8073" y="12480"/>
                  </a:cubicBezTo>
                  <a:cubicBezTo>
                    <a:pt x="8155" y="11646"/>
                    <a:pt x="8509" y="11229"/>
                    <a:pt x="8810" y="11229"/>
                  </a:cubicBezTo>
                  <a:cubicBezTo>
                    <a:pt x="9123" y="11229"/>
                    <a:pt x="9377" y="11679"/>
                    <a:pt x="9207" y="12580"/>
                  </a:cubicBezTo>
                  <a:cubicBezTo>
                    <a:pt x="9074" y="13281"/>
                    <a:pt x="9007" y="13948"/>
                    <a:pt x="9041" y="14649"/>
                  </a:cubicBezTo>
                  <a:cubicBezTo>
                    <a:pt x="10909" y="15216"/>
                    <a:pt x="12810" y="15649"/>
                    <a:pt x="14745" y="15916"/>
                  </a:cubicBezTo>
                  <a:cubicBezTo>
                    <a:pt x="15712" y="14649"/>
                    <a:pt x="16513" y="13248"/>
                    <a:pt x="17080" y="11713"/>
                  </a:cubicBezTo>
                  <a:cubicBezTo>
                    <a:pt x="15712" y="11380"/>
                    <a:pt x="12910" y="11313"/>
                    <a:pt x="13010" y="10312"/>
                  </a:cubicBezTo>
                  <a:cubicBezTo>
                    <a:pt x="13033" y="9867"/>
                    <a:pt x="13364" y="9692"/>
                    <a:pt x="13852" y="9692"/>
                  </a:cubicBezTo>
                  <a:cubicBezTo>
                    <a:pt x="14792" y="9692"/>
                    <a:pt x="16315" y="10343"/>
                    <a:pt x="17346" y="10979"/>
                  </a:cubicBezTo>
                  <a:cubicBezTo>
                    <a:pt x="17713" y="9845"/>
                    <a:pt x="17880" y="8644"/>
                    <a:pt x="17813" y="7410"/>
                  </a:cubicBezTo>
                  <a:cubicBezTo>
                    <a:pt x="16579" y="7076"/>
                    <a:pt x="15312" y="6876"/>
                    <a:pt x="14044" y="6810"/>
                  </a:cubicBezTo>
                  <a:cubicBezTo>
                    <a:pt x="11238" y="6545"/>
                    <a:pt x="11340" y="4974"/>
                    <a:pt x="13315" y="4974"/>
                  </a:cubicBezTo>
                  <a:cubicBezTo>
                    <a:pt x="13335" y="4974"/>
                    <a:pt x="13356" y="4975"/>
                    <a:pt x="13377" y="4975"/>
                  </a:cubicBezTo>
                  <a:cubicBezTo>
                    <a:pt x="14911" y="5008"/>
                    <a:pt x="16813" y="5942"/>
                    <a:pt x="17713" y="6409"/>
                  </a:cubicBezTo>
                  <a:cubicBezTo>
                    <a:pt x="17146" y="2573"/>
                    <a:pt x="14211" y="105"/>
                    <a:pt x="11843" y="5"/>
                  </a:cubicBezTo>
                  <a:cubicBezTo>
                    <a:pt x="11777" y="2"/>
                    <a:pt x="11713" y="1"/>
                    <a:pt x="11651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5192486" y="3547889"/>
              <a:ext cx="6897" cy="20053"/>
            </a:xfrm>
            <a:custGeom>
              <a:avLst/>
              <a:gdLst/>
              <a:ahLst/>
              <a:cxnLst/>
              <a:rect l="l" t="t" r="r" b="b"/>
              <a:pathLst>
                <a:path w="292" h="849" extrusionOk="0">
                  <a:moveTo>
                    <a:pt x="291" y="1"/>
                  </a:moveTo>
                  <a:lnTo>
                    <a:pt x="291" y="1"/>
                  </a:lnTo>
                  <a:cubicBezTo>
                    <a:pt x="191" y="268"/>
                    <a:pt x="124" y="535"/>
                    <a:pt x="24" y="802"/>
                  </a:cubicBezTo>
                  <a:cubicBezTo>
                    <a:pt x="1" y="825"/>
                    <a:pt x="27" y="849"/>
                    <a:pt x="57" y="849"/>
                  </a:cubicBezTo>
                  <a:cubicBezTo>
                    <a:pt x="69" y="849"/>
                    <a:pt x="81" y="845"/>
                    <a:pt x="91" y="835"/>
                  </a:cubicBezTo>
                  <a:cubicBezTo>
                    <a:pt x="158" y="535"/>
                    <a:pt x="225" y="268"/>
                    <a:pt x="2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5200919" y="3393447"/>
              <a:ext cx="196117" cy="254057"/>
            </a:xfrm>
            <a:custGeom>
              <a:avLst/>
              <a:gdLst/>
              <a:ahLst/>
              <a:cxnLst/>
              <a:rect l="l" t="t" r="r" b="b"/>
              <a:pathLst>
                <a:path w="8303" h="10756" extrusionOk="0">
                  <a:moveTo>
                    <a:pt x="1736" y="1"/>
                  </a:moveTo>
                  <a:cubicBezTo>
                    <a:pt x="1702" y="1"/>
                    <a:pt x="1702" y="1"/>
                    <a:pt x="1702" y="34"/>
                  </a:cubicBezTo>
                  <a:cubicBezTo>
                    <a:pt x="1802" y="268"/>
                    <a:pt x="1902" y="501"/>
                    <a:pt x="2002" y="735"/>
                  </a:cubicBezTo>
                  <a:cubicBezTo>
                    <a:pt x="1869" y="935"/>
                    <a:pt x="1769" y="1168"/>
                    <a:pt x="1669" y="1435"/>
                  </a:cubicBezTo>
                  <a:cubicBezTo>
                    <a:pt x="1535" y="1702"/>
                    <a:pt x="1435" y="2002"/>
                    <a:pt x="1302" y="2303"/>
                  </a:cubicBezTo>
                  <a:cubicBezTo>
                    <a:pt x="1135" y="2836"/>
                    <a:pt x="902" y="3370"/>
                    <a:pt x="701" y="3904"/>
                  </a:cubicBezTo>
                  <a:cubicBezTo>
                    <a:pt x="435" y="4704"/>
                    <a:pt x="234" y="5538"/>
                    <a:pt x="1" y="6339"/>
                  </a:cubicBezTo>
                  <a:cubicBezTo>
                    <a:pt x="268" y="5505"/>
                    <a:pt x="601" y="4704"/>
                    <a:pt x="902" y="3904"/>
                  </a:cubicBezTo>
                  <a:cubicBezTo>
                    <a:pt x="1135" y="3370"/>
                    <a:pt x="1302" y="2803"/>
                    <a:pt x="1535" y="2236"/>
                  </a:cubicBezTo>
                  <a:lnTo>
                    <a:pt x="1836" y="1502"/>
                  </a:lnTo>
                  <a:cubicBezTo>
                    <a:pt x="1969" y="1268"/>
                    <a:pt x="2036" y="1068"/>
                    <a:pt x="2102" y="835"/>
                  </a:cubicBezTo>
                  <a:cubicBezTo>
                    <a:pt x="2203" y="1035"/>
                    <a:pt x="2303" y="1202"/>
                    <a:pt x="2403" y="1402"/>
                  </a:cubicBezTo>
                  <a:cubicBezTo>
                    <a:pt x="2636" y="1836"/>
                    <a:pt x="2836" y="2236"/>
                    <a:pt x="3070" y="2703"/>
                  </a:cubicBezTo>
                  <a:cubicBezTo>
                    <a:pt x="3303" y="3137"/>
                    <a:pt x="3537" y="3604"/>
                    <a:pt x="3770" y="4071"/>
                  </a:cubicBezTo>
                  <a:cubicBezTo>
                    <a:pt x="3704" y="4237"/>
                    <a:pt x="3670" y="4404"/>
                    <a:pt x="3637" y="4571"/>
                  </a:cubicBezTo>
                  <a:cubicBezTo>
                    <a:pt x="3604" y="4771"/>
                    <a:pt x="3570" y="5005"/>
                    <a:pt x="3537" y="5238"/>
                  </a:cubicBezTo>
                  <a:cubicBezTo>
                    <a:pt x="3470" y="5672"/>
                    <a:pt x="3403" y="6105"/>
                    <a:pt x="3370" y="6539"/>
                  </a:cubicBezTo>
                  <a:cubicBezTo>
                    <a:pt x="3303" y="7006"/>
                    <a:pt x="3270" y="7506"/>
                    <a:pt x="3237" y="7940"/>
                  </a:cubicBezTo>
                  <a:cubicBezTo>
                    <a:pt x="3203" y="8374"/>
                    <a:pt x="3203" y="8841"/>
                    <a:pt x="3137" y="9274"/>
                  </a:cubicBezTo>
                  <a:cubicBezTo>
                    <a:pt x="3137" y="9308"/>
                    <a:pt x="3153" y="9324"/>
                    <a:pt x="3170" y="9324"/>
                  </a:cubicBezTo>
                  <a:cubicBezTo>
                    <a:pt x="3187" y="9324"/>
                    <a:pt x="3203" y="9308"/>
                    <a:pt x="3203" y="9274"/>
                  </a:cubicBezTo>
                  <a:cubicBezTo>
                    <a:pt x="3237" y="8340"/>
                    <a:pt x="3337" y="7440"/>
                    <a:pt x="3537" y="6539"/>
                  </a:cubicBezTo>
                  <a:cubicBezTo>
                    <a:pt x="3604" y="6072"/>
                    <a:pt x="3670" y="5638"/>
                    <a:pt x="3737" y="5205"/>
                  </a:cubicBezTo>
                  <a:cubicBezTo>
                    <a:pt x="3770" y="4971"/>
                    <a:pt x="3837" y="4771"/>
                    <a:pt x="3870" y="4538"/>
                  </a:cubicBezTo>
                  <a:cubicBezTo>
                    <a:pt x="3870" y="4471"/>
                    <a:pt x="3904" y="4404"/>
                    <a:pt x="3904" y="4337"/>
                  </a:cubicBezTo>
                  <a:cubicBezTo>
                    <a:pt x="4071" y="4671"/>
                    <a:pt x="4237" y="4971"/>
                    <a:pt x="4404" y="5305"/>
                  </a:cubicBezTo>
                  <a:cubicBezTo>
                    <a:pt x="5271" y="7073"/>
                    <a:pt x="6072" y="8874"/>
                    <a:pt x="6739" y="10742"/>
                  </a:cubicBezTo>
                  <a:cubicBezTo>
                    <a:pt x="6749" y="10752"/>
                    <a:pt x="6759" y="10756"/>
                    <a:pt x="6768" y="10756"/>
                  </a:cubicBezTo>
                  <a:cubicBezTo>
                    <a:pt x="6789" y="10756"/>
                    <a:pt x="6806" y="10732"/>
                    <a:pt x="6806" y="10709"/>
                  </a:cubicBezTo>
                  <a:cubicBezTo>
                    <a:pt x="6105" y="8841"/>
                    <a:pt x="5438" y="6973"/>
                    <a:pt x="4604" y="5138"/>
                  </a:cubicBezTo>
                  <a:cubicBezTo>
                    <a:pt x="4204" y="4304"/>
                    <a:pt x="3804" y="3503"/>
                    <a:pt x="3370" y="2703"/>
                  </a:cubicBezTo>
                  <a:lnTo>
                    <a:pt x="3370" y="2703"/>
                  </a:lnTo>
                  <a:cubicBezTo>
                    <a:pt x="3537" y="2736"/>
                    <a:pt x="3704" y="2770"/>
                    <a:pt x="3837" y="2803"/>
                  </a:cubicBezTo>
                  <a:lnTo>
                    <a:pt x="4471" y="2936"/>
                  </a:lnTo>
                  <a:cubicBezTo>
                    <a:pt x="4871" y="3003"/>
                    <a:pt x="5271" y="3103"/>
                    <a:pt x="5672" y="3203"/>
                  </a:cubicBezTo>
                  <a:cubicBezTo>
                    <a:pt x="6539" y="3403"/>
                    <a:pt x="7406" y="3637"/>
                    <a:pt x="8240" y="3904"/>
                  </a:cubicBezTo>
                  <a:cubicBezTo>
                    <a:pt x="8245" y="3908"/>
                    <a:pt x="8250" y="3911"/>
                    <a:pt x="8254" y="3911"/>
                  </a:cubicBezTo>
                  <a:cubicBezTo>
                    <a:pt x="8282" y="3911"/>
                    <a:pt x="8302" y="3837"/>
                    <a:pt x="8274" y="3837"/>
                  </a:cubicBezTo>
                  <a:cubicBezTo>
                    <a:pt x="7406" y="3570"/>
                    <a:pt x="6539" y="3303"/>
                    <a:pt x="5705" y="3036"/>
                  </a:cubicBezTo>
                  <a:cubicBezTo>
                    <a:pt x="5305" y="2936"/>
                    <a:pt x="4871" y="2836"/>
                    <a:pt x="4471" y="2736"/>
                  </a:cubicBezTo>
                  <a:cubicBezTo>
                    <a:pt x="4271" y="2703"/>
                    <a:pt x="4071" y="2670"/>
                    <a:pt x="3870" y="2636"/>
                  </a:cubicBezTo>
                  <a:cubicBezTo>
                    <a:pt x="3670" y="2569"/>
                    <a:pt x="3470" y="2569"/>
                    <a:pt x="3303" y="2569"/>
                  </a:cubicBezTo>
                  <a:cubicBezTo>
                    <a:pt x="3270" y="2536"/>
                    <a:pt x="3270" y="2503"/>
                    <a:pt x="3237" y="2469"/>
                  </a:cubicBezTo>
                  <a:cubicBezTo>
                    <a:pt x="3170" y="2303"/>
                    <a:pt x="3070" y="2136"/>
                    <a:pt x="2970" y="1969"/>
                  </a:cubicBezTo>
                  <a:lnTo>
                    <a:pt x="2970" y="1969"/>
                  </a:lnTo>
                  <a:lnTo>
                    <a:pt x="3503" y="2036"/>
                  </a:lnTo>
                  <a:lnTo>
                    <a:pt x="4171" y="2102"/>
                  </a:lnTo>
                  <a:cubicBezTo>
                    <a:pt x="4404" y="2136"/>
                    <a:pt x="4638" y="2169"/>
                    <a:pt x="4871" y="2236"/>
                  </a:cubicBezTo>
                  <a:cubicBezTo>
                    <a:pt x="5105" y="2269"/>
                    <a:pt x="5371" y="2336"/>
                    <a:pt x="5605" y="2436"/>
                  </a:cubicBezTo>
                  <a:cubicBezTo>
                    <a:pt x="5638" y="2436"/>
                    <a:pt x="5672" y="2336"/>
                    <a:pt x="5605" y="2336"/>
                  </a:cubicBezTo>
                  <a:cubicBezTo>
                    <a:pt x="5371" y="2303"/>
                    <a:pt x="5138" y="2236"/>
                    <a:pt x="4904" y="2169"/>
                  </a:cubicBezTo>
                  <a:lnTo>
                    <a:pt x="4204" y="2002"/>
                  </a:lnTo>
                  <a:cubicBezTo>
                    <a:pt x="3970" y="1969"/>
                    <a:pt x="3737" y="1902"/>
                    <a:pt x="3503" y="1869"/>
                  </a:cubicBezTo>
                  <a:cubicBezTo>
                    <a:pt x="3270" y="1836"/>
                    <a:pt x="3036" y="1769"/>
                    <a:pt x="2836" y="1769"/>
                  </a:cubicBezTo>
                  <a:lnTo>
                    <a:pt x="2503" y="1202"/>
                  </a:lnTo>
                  <a:cubicBezTo>
                    <a:pt x="2269" y="768"/>
                    <a:pt x="2036" y="368"/>
                    <a:pt x="1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5199360" y="3543165"/>
              <a:ext cx="1583" cy="4748"/>
            </a:xfrm>
            <a:custGeom>
              <a:avLst/>
              <a:gdLst/>
              <a:ahLst/>
              <a:cxnLst/>
              <a:rect l="l" t="t" r="r" b="b"/>
              <a:pathLst>
                <a:path w="67" h="201" extrusionOk="0">
                  <a:moveTo>
                    <a:pt x="0" y="201"/>
                  </a:moveTo>
                  <a:cubicBezTo>
                    <a:pt x="0" y="134"/>
                    <a:pt x="34" y="68"/>
                    <a:pt x="67" y="1"/>
                  </a:cubicBezTo>
                  <a:cubicBezTo>
                    <a:pt x="34" y="68"/>
                    <a:pt x="0" y="134"/>
                    <a:pt x="0" y="2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7"/>
            <p:cNvSpPr/>
            <p:nvPr/>
          </p:nvSpPr>
          <p:spPr>
            <a:xfrm>
              <a:off x="4840045" y="3684213"/>
              <a:ext cx="331719" cy="497201"/>
            </a:xfrm>
            <a:custGeom>
              <a:avLst/>
              <a:gdLst/>
              <a:ahLst/>
              <a:cxnLst/>
              <a:rect l="l" t="t" r="r" b="b"/>
              <a:pathLst>
                <a:path w="14044" h="21050" extrusionOk="0">
                  <a:moveTo>
                    <a:pt x="0" y="1"/>
                  </a:moveTo>
                  <a:lnTo>
                    <a:pt x="234" y="5872"/>
                  </a:lnTo>
                  <a:lnTo>
                    <a:pt x="801" y="21049"/>
                  </a:lnTo>
                  <a:lnTo>
                    <a:pt x="13243" y="21049"/>
                  </a:lnTo>
                  <a:lnTo>
                    <a:pt x="13844" y="5872"/>
                  </a:lnTo>
                  <a:lnTo>
                    <a:pt x="14044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4840045" y="3684213"/>
              <a:ext cx="331719" cy="138697"/>
            </a:xfrm>
            <a:custGeom>
              <a:avLst/>
              <a:gdLst/>
              <a:ahLst/>
              <a:cxnLst/>
              <a:rect l="l" t="t" r="r" b="b"/>
              <a:pathLst>
                <a:path w="14044" h="5872" extrusionOk="0">
                  <a:moveTo>
                    <a:pt x="0" y="1"/>
                  </a:moveTo>
                  <a:lnTo>
                    <a:pt x="234" y="5872"/>
                  </a:lnTo>
                  <a:lnTo>
                    <a:pt x="13844" y="5872"/>
                  </a:lnTo>
                  <a:lnTo>
                    <a:pt x="1404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4818761" y="3627496"/>
              <a:ext cx="374283" cy="112691"/>
            </a:xfrm>
            <a:custGeom>
              <a:avLst/>
              <a:gdLst/>
              <a:ahLst/>
              <a:cxnLst/>
              <a:rect l="l" t="t" r="r" b="b"/>
              <a:pathLst>
                <a:path w="15846" h="4771" extrusionOk="0">
                  <a:moveTo>
                    <a:pt x="1" y="0"/>
                  </a:moveTo>
                  <a:lnTo>
                    <a:pt x="1" y="4770"/>
                  </a:lnTo>
                  <a:lnTo>
                    <a:pt x="15845" y="4770"/>
                  </a:lnTo>
                  <a:lnTo>
                    <a:pt x="15845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7"/>
            <p:cNvSpPr/>
            <p:nvPr/>
          </p:nvSpPr>
          <p:spPr>
            <a:xfrm>
              <a:off x="5077210" y="4181438"/>
              <a:ext cx="52035" cy="59097"/>
            </a:xfrm>
            <a:custGeom>
              <a:avLst/>
              <a:gdLst/>
              <a:ahLst/>
              <a:cxnLst/>
              <a:rect l="l" t="t" r="r" b="b"/>
              <a:pathLst>
                <a:path w="2203" h="2502" extrusionOk="0">
                  <a:moveTo>
                    <a:pt x="1" y="0"/>
                  </a:moveTo>
                  <a:lnTo>
                    <a:pt x="1" y="2502"/>
                  </a:lnTo>
                  <a:lnTo>
                    <a:pt x="2202" y="2502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5077210" y="4181438"/>
              <a:ext cx="52035" cy="29950"/>
            </a:xfrm>
            <a:custGeom>
              <a:avLst/>
              <a:gdLst/>
              <a:ahLst/>
              <a:cxnLst/>
              <a:rect l="l" t="t" r="r" b="b"/>
              <a:pathLst>
                <a:path w="2203" h="1268" extrusionOk="0">
                  <a:moveTo>
                    <a:pt x="1" y="0"/>
                  </a:moveTo>
                  <a:lnTo>
                    <a:pt x="1" y="1268"/>
                  </a:lnTo>
                  <a:lnTo>
                    <a:pt x="2202" y="1268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4882588" y="4181438"/>
              <a:ext cx="52035" cy="59097"/>
            </a:xfrm>
            <a:custGeom>
              <a:avLst/>
              <a:gdLst/>
              <a:ahLst/>
              <a:cxnLst/>
              <a:rect l="l" t="t" r="r" b="b"/>
              <a:pathLst>
                <a:path w="2203" h="2502" extrusionOk="0">
                  <a:moveTo>
                    <a:pt x="1" y="0"/>
                  </a:moveTo>
                  <a:lnTo>
                    <a:pt x="1" y="2502"/>
                  </a:lnTo>
                  <a:lnTo>
                    <a:pt x="2202" y="2502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4882588" y="4181438"/>
              <a:ext cx="52035" cy="29950"/>
            </a:xfrm>
            <a:custGeom>
              <a:avLst/>
              <a:gdLst/>
              <a:ahLst/>
              <a:cxnLst/>
              <a:rect l="l" t="t" r="r" b="b"/>
              <a:pathLst>
                <a:path w="2203" h="1268" extrusionOk="0">
                  <a:moveTo>
                    <a:pt x="1" y="0"/>
                  </a:moveTo>
                  <a:lnTo>
                    <a:pt x="1" y="1268"/>
                  </a:lnTo>
                  <a:lnTo>
                    <a:pt x="2202" y="1268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6685462" y="1429473"/>
              <a:ext cx="229303" cy="207454"/>
            </a:xfrm>
            <a:custGeom>
              <a:avLst/>
              <a:gdLst/>
              <a:ahLst/>
              <a:cxnLst/>
              <a:rect l="l" t="t" r="r" b="b"/>
              <a:pathLst>
                <a:path w="9708" h="8783" extrusionOk="0">
                  <a:moveTo>
                    <a:pt x="2463" y="0"/>
                  </a:moveTo>
                  <a:cubicBezTo>
                    <a:pt x="2403" y="0"/>
                    <a:pt x="2336" y="55"/>
                    <a:pt x="2336" y="109"/>
                  </a:cubicBezTo>
                  <a:cubicBezTo>
                    <a:pt x="1569" y="1644"/>
                    <a:pt x="1002" y="3245"/>
                    <a:pt x="601" y="4913"/>
                  </a:cubicBezTo>
                  <a:cubicBezTo>
                    <a:pt x="334" y="5914"/>
                    <a:pt x="168" y="6914"/>
                    <a:pt x="68" y="7948"/>
                  </a:cubicBezTo>
                  <a:lnTo>
                    <a:pt x="1" y="8549"/>
                  </a:lnTo>
                  <a:lnTo>
                    <a:pt x="1" y="8782"/>
                  </a:lnTo>
                  <a:lnTo>
                    <a:pt x="7806" y="8782"/>
                  </a:lnTo>
                  <a:cubicBezTo>
                    <a:pt x="7973" y="5747"/>
                    <a:pt x="8607" y="2811"/>
                    <a:pt x="9708" y="9"/>
                  </a:cubicBezTo>
                  <a:lnTo>
                    <a:pt x="2503" y="9"/>
                  </a:lnTo>
                  <a:cubicBezTo>
                    <a:pt x="2490" y="3"/>
                    <a:pt x="2477" y="0"/>
                    <a:pt x="246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6686266" y="1690499"/>
              <a:ext cx="222996" cy="202518"/>
            </a:xfrm>
            <a:custGeom>
              <a:avLst/>
              <a:gdLst/>
              <a:ahLst/>
              <a:cxnLst/>
              <a:rect l="l" t="t" r="r" b="b"/>
              <a:pathLst>
                <a:path w="9441" h="8574" extrusionOk="0">
                  <a:moveTo>
                    <a:pt x="0" y="1"/>
                  </a:moveTo>
                  <a:lnTo>
                    <a:pt x="0" y="201"/>
                  </a:lnTo>
                  <a:lnTo>
                    <a:pt x="0" y="301"/>
                  </a:lnTo>
                  <a:cubicBezTo>
                    <a:pt x="34" y="1201"/>
                    <a:pt x="167" y="2135"/>
                    <a:pt x="334" y="3036"/>
                  </a:cubicBezTo>
                  <a:cubicBezTo>
                    <a:pt x="701" y="4904"/>
                    <a:pt x="1301" y="6739"/>
                    <a:pt x="2102" y="8440"/>
                  </a:cubicBezTo>
                  <a:cubicBezTo>
                    <a:pt x="2135" y="8507"/>
                    <a:pt x="2202" y="8573"/>
                    <a:pt x="2302" y="8573"/>
                  </a:cubicBezTo>
                  <a:lnTo>
                    <a:pt x="9440" y="8573"/>
                  </a:lnTo>
                  <a:cubicBezTo>
                    <a:pt x="9440" y="8507"/>
                    <a:pt x="9407" y="8473"/>
                    <a:pt x="9407" y="8440"/>
                  </a:cubicBezTo>
                  <a:cubicBezTo>
                    <a:pt x="9007" y="7306"/>
                    <a:pt x="8640" y="6138"/>
                    <a:pt x="8406" y="4937"/>
                  </a:cubicBezTo>
                  <a:cubicBezTo>
                    <a:pt x="8173" y="3970"/>
                    <a:pt x="8006" y="3003"/>
                    <a:pt x="7906" y="2002"/>
                  </a:cubicBezTo>
                  <a:cubicBezTo>
                    <a:pt x="7839" y="1368"/>
                    <a:pt x="7806" y="734"/>
                    <a:pt x="7772" y="134"/>
                  </a:cubicBezTo>
                  <a:cubicBezTo>
                    <a:pt x="7772" y="1"/>
                    <a:pt x="7772" y="1"/>
                    <a:pt x="763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7250432" y="1946375"/>
              <a:ext cx="368779" cy="227933"/>
            </a:xfrm>
            <a:custGeom>
              <a:avLst/>
              <a:gdLst/>
              <a:ahLst/>
              <a:cxnLst/>
              <a:rect l="l" t="t" r="r" b="b"/>
              <a:pathLst>
                <a:path w="15613" h="9650" extrusionOk="0">
                  <a:moveTo>
                    <a:pt x="8268" y="1"/>
                  </a:moveTo>
                  <a:cubicBezTo>
                    <a:pt x="8207" y="1"/>
                    <a:pt x="8140" y="55"/>
                    <a:pt x="8140" y="110"/>
                  </a:cubicBezTo>
                  <a:cubicBezTo>
                    <a:pt x="7473" y="1444"/>
                    <a:pt x="6706" y="2712"/>
                    <a:pt x="5838" y="3912"/>
                  </a:cubicBezTo>
                  <a:cubicBezTo>
                    <a:pt x="4271" y="6047"/>
                    <a:pt x="2369" y="7915"/>
                    <a:pt x="201" y="9383"/>
                  </a:cubicBezTo>
                  <a:lnTo>
                    <a:pt x="1" y="9516"/>
                  </a:lnTo>
                  <a:lnTo>
                    <a:pt x="168" y="9650"/>
                  </a:lnTo>
                  <a:lnTo>
                    <a:pt x="335" y="9650"/>
                  </a:lnTo>
                  <a:lnTo>
                    <a:pt x="635" y="9583"/>
                  </a:lnTo>
                  <a:cubicBezTo>
                    <a:pt x="1635" y="9450"/>
                    <a:pt x="2636" y="9216"/>
                    <a:pt x="3604" y="8949"/>
                  </a:cubicBezTo>
                  <a:cubicBezTo>
                    <a:pt x="6105" y="8216"/>
                    <a:pt x="8474" y="7048"/>
                    <a:pt x="10575" y="5480"/>
                  </a:cubicBezTo>
                  <a:cubicBezTo>
                    <a:pt x="11643" y="4646"/>
                    <a:pt x="12643" y="3746"/>
                    <a:pt x="13544" y="2745"/>
                  </a:cubicBezTo>
                  <a:cubicBezTo>
                    <a:pt x="14278" y="1911"/>
                    <a:pt x="14945" y="1044"/>
                    <a:pt x="15545" y="110"/>
                  </a:cubicBezTo>
                  <a:lnTo>
                    <a:pt x="15612" y="10"/>
                  </a:lnTo>
                  <a:lnTo>
                    <a:pt x="8307" y="10"/>
                  </a:lnTo>
                  <a:cubicBezTo>
                    <a:pt x="8295" y="4"/>
                    <a:pt x="8281" y="1"/>
                    <a:pt x="82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7"/>
            <p:cNvSpPr/>
            <p:nvPr/>
          </p:nvSpPr>
          <p:spPr>
            <a:xfrm>
              <a:off x="7213416" y="1429686"/>
              <a:ext cx="237168" cy="207242"/>
            </a:xfrm>
            <a:custGeom>
              <a:avLst/>
              <a:gdLst/>
              <a:ahLst/>
              <a:cxnLst/>
              <a:rect l="l" t="t" r="r" b="b"/>
              <a:pathLst>
                <a:path w="10041" h="8774" extrusionOk="0">
                  <a:moveTo>
                    <a:pt x="0" y="0"/>
                  </a:moveTo>
                  <a:lnTo>
                    <a:pt x="0" y="8773"/>
                  </a:lnTo>
                  <a:lnTo>
                    <a:pt x="10041" y="8773"/>
                  </a:lnTo>
                  <a:cubicBezTo>
                    <a:pt x="10007" y="8506"/>
                    <a:pt x="10007" y="8273"/>
                    <a:pt x="9974" y="8006"/>
                  </a:cubicBezTo>
                  <a:cubicBezTo>
                    <a:pt x="9874" y="7072"/>
                    <a:pt x="9740" y="6138"/>
                    <a:pt x="9574" y="5237"/>
                  </a:cubicBezTo>
                  <a:cubicBezTo>
                    <a:pt x="9240" y="3469"/>
                    <a:pt x="8706" y="1735"/>
                    <a:pt x="7973" y="100"/>
                  </a:cubicBezTo>
                  <a:cubicBezTo>
                    <a:pt x="7973" y="34"/>
                    <a:pt x="7906" y="0"/>
                    <a:pt x="780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7"/>
            <p:cNvSpPr/>
            <p:nvPr/>
          </p:nvSpPr>
          <p:spPr>
            <a:xfrm>
              <a:off x="7211833" y="1692861"/>
              <a:ext cx="237971" cy="199565"/>
            </a:xfrm>
            <a:custGeom>
              <a:avLst/>
              <a:gdLst/>
              <a:ahLst/>
              <a:cxnLst/>
              <a:rect l="l" t="t" r="r" b="b"/>
              <a:pathLst>
                <a:path w="10075" h="8449" extrusionOk="0">
                  <a:moveTo>
                    <a:pt x="0" y="1"/>
                  </a:moveTo>
                  <a:lnTo>
                    <a:pt x="0" y="8440"/>
                  </a:lnTo>
                  <a:lnTo>
                    <a:pt x="8040" y="8440"/>
                  </a:lnTo>
                  <a:cubicBezTo>
                    <a:pt x="8058" y="8446"/>
                    <a:pt x="8075" y="8449"/>
                    <a:pt x="8091" y="8449"/>
                  </a:cubicBezTo>
                  <a:cubicBezTo>
                    <a:pt x="8163" y="8449"/>
                    <a:pt x="8212" y="8394"/>
                    <a:pt x="8240" y="8340"/>
                  </a:cubicBezTo>
                  <a:cubicBezTo>
                    <a:pt x="8807" y="6939"/>
                    <a:pt x="9240" y="5538"/>
                    <a:pt x="9541" y="4070"/>
                  </a:cubicBezTo>
                  <a:cubicBezTo>
                    <a:pt x="9674" y="3403"/>
                    <a:pt x="9774" y="2736"/>
                    <a:pt x="9874" y="2069"/>
                  </a:cubicBezTo>
                  <a:cubicBezTo>
                    <a:pt x="9941" y="1568"/>
                    <a:pt x="9974" y="1101"/>
                    <a:pt x="10041" y="601"/>
                  </a:cubicBezTo>
                  <a:cubicBezTo>
                    <a:pt x="10074" y="401"/>
                    <a:pt x="10074" y="201"/>
                    <a:pt x="100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7"/>
            <p:cNvSpPr/>
            <p:nvPr/>
          </p:nvSpPr>
          <p:spPr>
            <a:xfrm>
              <a:off x="6928156" y="1430466"/>
              <a:ext cx="231665" cy="208021"/>
            </a:xfrm>
            <a:custGeom>
              <a:avLst/>
              <a:gdLst/>
              <a:ahLst/>
              <a:cxnLst/>
              <a:rect l="l" t="t" r="r" b="b"/>
              <a:pathLst>
                <a:path w="9808" h="8807" extrusionOk="0">
                  <a:moveTo>
                    <a:pt x="2202" y="1"/>
                  </a:moveTo>
                  <a:cubicBezTo>
                    <a:pt x="2136" y="1"/>
                    <a:pt x="2069" y="34"/>
                    <a:pt x="2069" y="101"/>
                  </a:cubicBezTo>
                  <a:cubicBezTo>
                    <a:pt x="1435" y="1502"/>
                    <a:pt x="968" y="2936"/>
                    <a:pt x="635" y="4437"/>
                  </a:cubicBezTo>
                  <a:cubicBezTo>
                    <a:pt x="468" y="5171"/>
                    <a:pt x="334" y="5905"/>
                    <a:pt x="234" y="6672"/>
                  </a:cubicBezTo>
                  <a:cubicBezTo>
                    <a:pt x="134" y="7139"/>
                    <a:pt x="101" y="7640"/>
                    <a:pt x="34" y="8140"/>
                  </a:cubicBezTo>
                  <a:cubicBezTo>
                    <a:pt x="34" y="8340"/>
                    <a:pt x="1" y="8574"/>
                    <a:pt x="1" y="8807"/>
                  </a:cubicBezTo>
                  <a:lnTo>
                    <a:pt x="9808" y="8807"/>
                  </a:lnTo>
                  <a:lnTo>
                    <a:pt x="980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7"/>
            <p:cNvSpPr/>
            <p:nvPr/>
          </p:nvSpPr>
          <p:spPr>
            <a:xfrm>
              <a:off x="6928156" y="1692082"/>
              <a:ext cx="231665" cy="200935"/>
            </a:xfrm>
            <a:custGeom>
              <a:avLst/>
              <a:gdLst/>
              <a:ahLst/>
              <a:cxnLst/>
              <a:rect l="l" t="t" r="r" b="b"/>
              <a:pathLst>
                <a:path w="9808" h="8507" extrusionOk="0">
                  <a:moveTo>
                    <a:pt x="1" y="0"/>
                  </a:moveTo>
                  <a:cubicBezTo>
                    <a:pt x="1" y="0"/>
                    <a:pt x="1" y="34"/>
                    <a:pt x="1" y="34"/>
                  </a:cubicBezTo>
                  <a:cubicBezTo>
                    <a:pt x="34" y="567"/>
                    <a:pt x="68" y="1068"/>
                    <a:pt x="101" y="1601"/>
                  </a:cubicBezTo>
                  <a:cubicBezTo>
                    <a:pt x="201" y="2402"/>
                    <a:pt x="334" y="3169"/>
                    <a:pt x="468" y="3970"/>
                  </a:cubicBezTo>
                  <a:cubicBezTo>
                    <a:pt x="768" y="5471"/>
                    <a:pt x="1202" y="6939"/>
                    <a:pt x="1802" y="8373"/>
                  </a:cubicBezTo>
                  <a:cubicBezTo>
                    <a:pt x="1836" y="8440"/>
                    <a:pt x="1902" y="8506"/>
                    <a:pt x="1969" y="8506"/>
                  </a:cubicBezTo>
                  <a:lnTo>
                    <a:pt x="9808" y="8506"/>
                  </a:lnTo>
                  <a:lnTo>
                    <a:pt x="9808" y="8373"/>
                  </a:lnTo>
                  <a:lnTo>
                    <a:pt x="9808" y="100"/>
                  </a:lnTo>
                  <a:cubicBezTo>
                    <a:pt x="9808" y="34"/>
                    <a:pt x="9808" y="0"/>
                    <a:pt x="970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7462416" y="1429473"/>
              <a:ext cx="240310" cy="209013"/>
            </a:xfrm>
            <a:custGeom>
              <a:avLst/>
              <a:gdLst/>
              <a:ahLst/>
              <a:cxnLst/>
              <a:rect l="l" t="t" r="r" b="b"/>
              <a:pathLst>
                <a:path w="10174" h="8849" extrusionOk="0">
                  <a:moveTo>
                    <a:pt x="7709" y="0"/>
                  </a:moveTo>
                  <a:cubicBezTo>
                    <a:pt x="7697" y="0"/>
                    <a:pt x="7684" y="3"/>
                    <a:pt x="7672" y="9"/>
                  </a:cubicBezTo>
                  <a:lnTo>
                    <a:pt x="0" y="9"/>
                  </a:lnTo>
                  <a:cubicBezTo>
                    <a:pt x="1101" y="2811"/>
                    <a:pt x="1735" y="5813"/>
                    <a:pt x="1901" y="8849"/>
                  </a:cubicBezTo>
                  <a:lnTo>
                    <a:pt x="10141" y="8849"/>
                  </a:lnTo>
                  <a:lnTo>
                    <a:pt x="10174" y="8682"/>
                  </a:lnTo>
                  <a:cubicBezTo>
                    <a:pt x="10074" y="7648"/>
                    <a:pt x="9940" y="6614"/>
                    <a:pt x="9740" y="5613"/>
                  </a:cubicBezTo>
                  <a:cubicBezTo>
                    <a:pt x="9373" y="3679"/>
                    <a:pt x="8706" y="1844"/>
                    <a:pt x="7839" y="109"/>
                  </a:cubicBezTo>
                  <a:cubicBezTo>
                    <a:pt x="7812" y="55"/>
                    <a:pt x="7762" y="0"/>
                    <a:pt x="770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7467920" y="1690499"/>
              <a:ext cx="234027" cy="202518"/>
            </a:xfrm>
            <a:custGeom>
              <a:avLst/>
              <a:gdLst/>
              <a:ahLst/>
              <a:cxnLst/>
              <a:rect l="l" t="t" r="r" b="b"/>
              <a:pathLst>
                <a:path w="9908" h="8574" extrusionOk="0">
                  <a:moveTo>
                    <a:pt x="1768" y="1"/>
                  </a:moveTo>
                  <a:cubicBezTo>
                    <a:pt x="1702" y="1"/>
                    <a:pt x="1668" y="34"/>
                    <a:pt x="1668" y="101"/>
                  </a:cubicBezTo>
                  <a:cubicBezTo>
                    <a:pt x="1668" y="334"/>
                    <a:pt x="1635" y="568"/>
                    <a:pt x="1635" y="801"/>
                  </a:cubicBezTo>
                  <a:cubicBezTo>
                    <a:pt x="1568" y="1802"/>
                    <a:pt x="1468" y="2803"/>
                    <a:pt x="1268" y="3770"/>
                  </a:cubicBezTo>
                  <a:cubicBezTo>
                    <a:pt x="1035" y="5138"/>
                    <a:pt x="701" y="6472"/>
                    <a:pt x="267" y="7773"/>
                  </a:cubicBezTo>
                  <a:cubicBezTo>
                    <a:pt x="167" y="8040"/>
                    <a:pt x="101" y="8307"/>
                    <a:pt x="1" y="8573"/>
                  </a:cubicBezTo>
                  <a:lnTo>
                    <a:pt x="7639" y="8573"/>
                  </a:lnTo>
                  <a:cubicBezTo>
                    <a:pt x="7673" y="8573"/>
                    <a:pt x="7739" y="8540"/>
                    <a:pt x="7773" y="8473"/>
                  </a:cubicBezTo>
                  <a:cubicBezTo>
                    <a:pt x="7873" y="8240"/>
                    <a:pt x="8006" y="7973"/>
                    <a:pt x="8106" y="7739"/>
                  </a:cubicBezTo>
                  <a:cubicBezTo>
                    <a:pt x="8807" y="6138"/>
                    <a:pt x="9307" y="4504"/>
                    <a:pt x="9607" y="2803"/>
                  </a:cubicBezTo>
                  <a:cubicBezTo>
                    <a:pt x="9741" y="2069"/>
                    <a:pt x="9841" y="1302"/>
                    <a:pt x="9874" y="568"/>
                  </a:cubicBezTo>
                  <a:cubicBezTo>
                    <a:pt x="9908" y="401"/>
                    <a:pt x="9908" y="201"/>
                    <a:pt x="990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7251235" y="1157842"/>
              <a:ext cx="362449" cy="219264"/>
            </a:xfrm>
            <a:custGeom>
              <a:avLst/>
              <a:gdLst/>
              <a:ahLst/>
              <a:cxnLst/>
              <a:rect l="l" t="t" r="r" b="b"/>
              <a:pathLst>
                <a:path w="15345" h="9283" extrusionOk="0">
                  <a:moveTo>
                    <a:pt x="34" y="0"/>
                  </a:moveTo>
                  <a:lnTo>
                    <a:pt x="34" y="0"/>
                  </a:lnTo>
                  <a:cubicBezTo>
                    <a:pt x="67" y="33"/>
                    <a:pt x="100" y="100"/>
                    <a:pt x="100" y="134"/>
                  </a:cubicBezTo>
                  <a:lnTo>
                    <a:pt x="0" y="200"/>
                  </a:lnTo>
                  <a:lnTo>
                    <a:pt x="67" y="267"/>
                  </a:lnTo>
                  <a:cubicBezTo>
                    <a:pt x="567" y="634"/>
                    <a:pt x="1068" y="1001"/>
                    <a:pt x="1568" y="1368"/>
                  </a:cubicBezTo>
                  <a:cubicBezTo>
                    <a:pt x="2569" y="2135"/>
                    <a:pt x="3469" y="2969"/>
                    <a:pt x="4303" y="3903"/>
                  </a:cubicBezTo>
                  <a:cubicBezTo>
                    <a:pt x="5738" y="5504"/>
                    <a:pt x="6939" y="7272"/>
                    <a:pt x="7873" y="9173"/>
                  </a:cubicBezTo>
                  <a:cubicBezTo>
                    <a:pt x="7900" y="9228"/>
                    <a:pt x="7949" y="9282"/>
                    <a:pt x="8021" y="9282"/>
                  </a:cubicBezTo>
                  <a:cubicBezTo>
                    <a:pt x="8037" y="9282"/>
                    <a:pt x="8054" y="9280"/>
                    <a:pt x="8073" y="9273"/>
                  </a:cubicBezTo>
                  <a:lnTo>
                    <a:pt x="15345" y="9273"/>
                  </a:lnTo>
                  <a:cubicBezTo>
                    <a:pt x="15345" y="9273"/>
                    <a:pt x="15345" y="9273"/>
                    <a:pt x="15345" y="9240"/>
                  </a:cubicBezTo>
                  <a:cubicBezTo>
                    <a:pt x="13343" y="6238"/>
                    <a:pt x="10575" y="3803"/>
                    <a:pt x="7306" y="2168"/>
                  </a:cubicBezTo>
                  <a:cubicBezTo>
                    <a:pt x="5037" y="1001"/>
                    <a:pt x="2569" y="267"/>
                    <a:pt x="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6768990" y="1944816"/>
              <a:ext cx="357725" cy="227933"/>
            </a:xfrm>
            <a:custGeom>
              <a:avLst/>
              <a:gdLst/>
              <a:ahLst/>
              <a:cxnLst/>
              <a:rect l="l" t="t" r="r" b="b"/>
              <a:pathLst>
                <a:path w="15145" h="9650" extrusionOk="0">
                  <a:moveTo>
                    <a:pt x="6842" y="0"/>
                  </a:moveTo>
                  <a:cubicBezTo>
                    <a:pt x="6830" y="0"/>
                    <a:pt x="6818" y="3"/>
                    <a:pt x="6806" y="9"/>
                  </a:cubicBezTo>
                  <a:lnTo>
                    <a:pt x="1" y="9"/>
                  </a:lnTo>
                  <a:cubicBezTo>
                    <a:pt x="1" y="9"/>
                    <a:pt x="1" y="42"/>
                    <a:pt x="34" y="76"/>
                  </a:cubicBezTo>
                  <a:cubicBezTo>
                    <a:pt x="501" y="843"/>
                    <a:pt x="1035" y="1577"/>
                    <a:pt x="1602" y="2277"/>
                  </a:cubicBezTo>
                  <a:cubicBezTo>
                    <a:pt x="2402" y="3211"/>
                    <a:pt x="3236" y="4079"/>
                    <a:pt x="4170" y="4846"/>
                  </a:cubicBezTo>
                  <a:cubicBezTo>
                    <a:pt x="5471" y="5947"/>
                    <a:pt x="6906" y="6881"/>
                    <a:pt x="8440" y="7614"/>
                  </a:cubicBezTo>
                  <a:cubicBezTo>
                    <a:pt x="9774" y="8282"/>
                    <a:pt x="11142" y="8815"/>
                    <a:pt x="12610" y="9182"/>
                  </a:cubicBezTo>
                  <a:cubicBezTo>
                    <a:pt x="13377" y="9382"/>
                    <a:pt x="14144" y="9516"/>
                    <a:pt x="14945" y="9649"/>
                  </a:cubicBezTo>
                  <a:cubicBezTo>
                    <a:pt x="15011" y="9616"/>
                    <a:pt x="15078" y="9616"/>
                    <a:pt x="15145" y="9616"/>
                  </a:cubicBezTo>
                  <a:lnTo>
                    <a:pt x="15112" y="9549"/>
                  </a:lnTo>
                  <a:cubicBezTo>
                    <a:pt x="14111" y="8882"/>
                    <a:pt x="13177" y="8115"/>
                    <a:pt x="12310" y="7314"/>
                  </a:cubicBezTo>
                  <a:cubicBezTo>
                    <a:pt x="11275" y="6347"/>
                    <a:pt x="10308" y="5279"/>
                    <a:pt x="9441" y="4112"/>
                  </a:cubicBezTo>
                  <a:cubicBezTo>
                    <a:pt x="8507" y="2844"/>
                    <a:pt x="7673" y="1510"/>
                    <a:pt x="6972" y="109"/>
                  </a:cubicBezTo>
                  <a:cubicBezTo>
                    <a:pt x="6945" y="55"/>
                    <a:pt x="6896" y="0"/>
                    <a:pt x="684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6773715" y="1159401"/>
              <a:ext cx="351442" cy="216714"/>
            </a:xfrm>
            <a:custGeom>
              <a:avLst/>
              <a:gdLst/>
              <a:ahLst/>
              <a:cxnLst/>
              <a:rect l="l" t="t" r="r" b="b"/>
              <a:pathLst>
                <a:path w="14879" h="9175" extrusionOk="0">
                  <a:moveTo>
                    <a:pt x="14778" y="1"/>
                  </a:moveTo>
                  <a:lnTo>
                    <a:pt x="14778" y="1"/>
                  </a:lnTo>
                  <a:cubicBezTo>
                    <a:pt x="8540" y="901"/>
                    <a:pt x="3670" y="4004"/>
                    <a:pt x="1" y="9174"/>
                  </a:cubicBezTo>
                  <a:lnTo>
                    <a:pt x="6906" y="9174"/>
                  </a:lnTo>
                  <a:cubicBezTo>
                    <a:pt x="6973" y="9141"/>
                    <a:pt x="7006" y="9141"/>
                    <a:pt x="7039" y="9107"/>
                  </a:cubicBezTo>
                  <a:cubicBezTo>
                    <a:pt x="7106" y="8974"/>
                    <a:pt x="7139" y="8874"/>
                    <a:pt x="7206" y="8774"/>
                  </a:cubicBezTo>
                  <a:cubicBezTo>
                    <a:pt x="8107" y="7006"/>
                    <a:pt x="9274" y="5371"/>
                    <a:pt x="10608" y="3904"/>
                  </a:cubicBezTo>
                  <a:cubicBezTo>
                    <a:pt x="11609" y="2803"/>
                    <a:pt x="12677" y="1802"/>
                    <a:pt x="13844" y="868"/>
                  </a:cubicBezTo>
                  <a:cubicBezTo>
                    <a:pt x="14211" y="601"/>
                    <a:pt x="14545" y="368"/>
                    <a:pt x="14878" y="134"/>
                  </a:cubicBezTo>
                  <a:lnTo>
                    <a:pt x="14745" y="68"/>
                  </a:lnTo>
                  <a:cubicBezTo>
                    <a:pt x="14745" y="34"/>
                    <a:pt x="14778" y="1"/>
                    <a:pt x="1477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7212613" y="1946588"/>
              <a:ext cx="167064" cy="181236"/>
            </a:xfrm>
            <a:custGeom>
              <a:avLst/>
              <a:gdLst/>
              <a:ahLst/>
              <a:cxnLst/>
              <a:rect l="l" t="t" r="r" b="b"/>
              <a:pathLst>
                <a:path w="7073" h="7673" extrusionOk="0">
                  <a:moveTo>
                    <a:pt x="1" y="1"/>
                  </a:moveTo>
                  <a:lnTo>
                    <a:pt x="1" y="7673"/>
                  </a:lnTo>
                  <a:cubicBezTo>
                    <a:pt x="1368" y="6772"/>
                    <a:pt x="2636" y="5705"/>
                    <a:pt x="3770" y="4471"/>
                  </a:cubicBezTo>
                  <a:cubicBezTo>
                    <a:pt x="5038" y="3103"/>
                    <a:pt x="6139" y="1602"/>
                    <a:pt x="707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6999093" y="1946588"/>
              <a:ext cx="160734" cy="178095"/>
            </a:xfrm>
            <a:custGeom>
              <a:avLst/>
              <a:gdLst/>
              <a:ahLst/>
              <a:cxnLst/>
              <a:rect l="l" t="t" r="r" b="b"/>
              <a:pathLst>
                <a:path w="6805" h="7540" extrusionOk="0">
                  <a:moveTo>
                    <a:pt x="0" y="1"/>
                  </a:moveTo>
                  <a:cubicBezTo>
                    <a:pt x="1635" y="3003"/>
                    <a:pt x="3970" y="5605"/>
                    <a:pt x="6805" y="7539"/>
                  </a:cubicBezTo>
                  <a:lnTo>
                    <a:pt x="680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7213416" y="1205889"/>
              <a:ext cx="160758" cy="170229"/>
            </a:xfrm>
            <a:custGeom>
              <a:avLst/>
              <a:gdLst/>
              <a:ahLst/>
              <a:cxnLst/>
              <a:rect l="l" t="t" r="r" b="b"/>
              <a:pathLst>
                <a:path w="6806" h="7207" extrusionOk="0">
                  <a:moveTo>
                    <a:pt x="0" y="1"/>
                  </a:moveTo>
                  <a:lnTo>
                    <a:pt x="0" y="7206"/>
                  </a:lnTo>
                  <a:lnTo>
                    <a:pt x="6805" y="7206"/>
                  </a:lnTo>
                  <a:cubicBezTo>
                    <a:pt x="5971" y="5772"/>
                    <a:pt x="4937" y="4437"/>
                    <a:pt x="3803" y="3203"/>
                  </a:cubicBezTo>
                  <a:cubicBezTo>
                    <a:pt x="2669" y="1969"/>
                    <a:pt x="1368" y="902"/>
                    <a:pt x="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7005376" y="1211417"/>
              <a:ext cx="154451" cy="166261"/>
            </a:xfrm>
            <a:custGeom>
              <a:avLst/>
              <a:gdLst/>
              <a:ahLst/>
              <a:cxnLst/>
              <a:rect l="l" t="t" r="r" b="b"/>
              <a:pathLst>
                <a:path w="6539" h="7039" extrusionOk="0">
                  <a:moveTo>
                    <a:pt x="6539" y="0"/>
                  </a:moveTo>
                  <a:cubicBezTo>
                    <a:pt x="3837" y="1768"/>
                    <a:pt x="1602" y="4203"/>
                    <a:pt x="1" y="7039"/>
                  </a:cubicBezTo>
                  <a:lnTo>
                    <a:pt x="6539" y="7039"/>
                  </a:lnTo>
                  <a:lnTo>
                    <a:pt x="6539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6540494" y="1012848"/>
              <a:ext cx="1306351" cy="1306351"/>
            </a:xfrm>
            <a:custGeom>
              <a:avLst/>
              <a:gdLst/>
              <a:ahLst/>
              <a:cxnLst/>
              <a:rect l="l" t="t" r="r" b="b"/>
              <a:pathLst>
                <a:path w="55307" h="55307" extrusionOk="0">
                  <a:moveTo>
                    <a:pt x="26986" y="0"/>
                  </a:moveTo>
                  <a:cubicBezTo>
                    <a:pt x="26552" y="0"/>
                    <a:pt x="26152" y="34"/>
                    <a:pt x="25719" y="67"/>
                  </a:cubicBezTo>
                  <a:lnTo>
                    <a:pt x="25752" y="467"/>
                  </a:lnTo>
                  <a:cubicBezTo>
                    <a:pt x="26152" y="434"/>
                    <a:pt x="26586" y="434"/>
                    <a:pt x="26986" y="434"/>
                  </a:cubicBezTo>
                  <a:lnTo>
                    <a:pt x="26986" y="0"/>
                  </a:lnTo>
                  <a:close/>
                  <a:moveTo>
                    <a:pt x="28220" y="0"/>
                  </a:moveTo>
                  <a:lnTo>
                    <a:pt x="28220" y="434"/>
                  </a:lnTo>
                  <a:cubicBezTo>
                    <a:pt x="28621" y="434"/>
                    <a:pt x="29054" y="467"/>
                    <a:pt x="29455" y="467"/>
                  </a:cubicBezTo>
                  <a:lnTo>
                    <a:pt x="29455" y="67"/>
                  </a:lnTo>
                  <a:cubicBezTo>
                    <a:pt x="29054" y="34"/>
                    <a:pt x="28621" y="0"/>
                    <a:pt x="28220" y="0"/>
                  </a:cubicBezTo>
                  <a:close/>
                  <a:moveTo>
                    <a:pt x="24484" y="167"/>
                  </a:moveTo>
                  <a:cubicBezTo>
                    <a:pt x="24051" y="201"/>
                    <a:pt x="23650" y="267"/>
                    <a:pt x="23217" y="334"/>
                  </a:cubicBezTo>
                  <a:lnTo>
                    <a:pt x="23283" y="734"/>
                  </a:lnTo>
                  <a:cubicBezTo>
                    <a:pt x="23684" y="668"/>
                    <a:pt x="24117" y="634"/>
                    <a:pt x="24518" y="567"/>
                  </a:cubicBezTo>
                  <a:lnTo>
                    <a:pt x="24484" y="167"/>
                  </a:lnTo>
                  <a:close/>
                  <a:moveTo>
                    <a:pt x="30755" y="167"/>
                  </a:moveTo>
                  <a:lnTo>
                    <a:pt x="30689" y="567"/>
                  </a:lnTo>
                  <a:cubicBezTo>
                    <a:pt x="31089" y="634"/>
                    <a:pt x="31523" y="668"/>
                    <a:pt x="31923" y="734"/>
                  </a:cubicBezTo>
                  <a:lnTo>
                    <a:pt x="31990" y="334"/>
                  </a:lnTo>
                  <a:cubicBezTo>
                    <a:pt x="31589" y="267"/>
                    <a:pt x="31156" y="201"/>
                    <a:pt x="30755" y="167"/>
                  </a:cubicBezTo>
                  <a:close/>
                  <a:moveTo>
                    <a:pt x="33224" y="534"/>
                  </a:moveTo>
                  <a:lnTo>
                    <a:pt x="33157" y="968"/>
                  </a:lnTo>
                  <a:cubicBezTo>
                    <a:pt x="33557" y="1034"/>
                    <a:pt x="33958" y="1135"/>
                    <a:pt x="34358" y="1235"/>
                  </a:cubicBezTo>
                  <a:lnTo>
                    <a:pt x="34458" y="801"/>
                  </a:lnTo>
                  <a:cubicBezTo>
                    <a:pt x="34058" y="701"/>
                    <a:pt x="33658" y="634"/>
                    <a:pt x="33224" y="534"/>
                  </a:cubicBezTo>
                  <a:close/>
                  <a:moveTo>
                    <a:pt x="21983" y="567"/>
                  </a:moveTo>
                  <a:cubicBezTo>
                    <a:pt x="21582" y="634"/>
                    <a:pt x="21182" y="734"/>
                    <a:pt x="20748" y="834"/>
                  </a:cubicBezTo>
                  <a:lnTo>
                    <a:pt x="20848" y="1268"/>
                  </a:lnTo>
                  <a:cubicBezTo>
                    <a:pt x="21249" y="1168"/>
                    <a:pt x="21682" y="1068"/>
                    <a:pt x="22083" y="968"/>
                  </a:cubicBezTo>
                  <a:lnTo>
                    <a:pt x="21983" y="567"/>
                  </a:lnTo>
                  <a:close/>
                  <a:moveTo>
                    <a:pt x="35692" y="1135"/>
                  </a:moveTo>
                  <a:lnTo>
                    <a:pt x="35559" y="1568"/>
                  </a:lnTo>
                  <a:cubicBezTo>
                    <a:pt x="35959" y="1668"/>
                    <a:pt x="36359" y="1802"/>
                    <a:pt x="36726" y="1935"/>
                  </a:cubicBezTo>
                  <a:lnTo>
                    <a:pt x="36893" y="1535"/>
                  </a:lnTo>
                  <a:cubicBezTo>
                    <a:pt x="36493" y="1401"/>
                    <a:pt x="36093" y="1268"/>
                    <a:pt x="35692" y="1135"/>
                  </a:cubicBezTo>
                  <a:close/>
                  <a:moveTo>
                    <a:pt x="19547" y="1168"/>
                  </a:moveTo>
                  <a:cubicBezTo>
                    <a:pt x="19147" y="1301"/>
                    <a:pt x="18747" y="1435"/>
                    <a:pt x="18347" y="1602"/>
                  </a:cubicBezTo>
                  <a:lnTo>
                    <a:pt x="18480" y="1968"/>
                  </a:lnTo>
                  <a:cubicBezTo>
                    <a:pt x="18880" y="1835"/>
                    <a:pt x="19281" y="1702"/>
                    <a:pt x="19681" y="1602"/>
                  </a:cubicBezTo>
                  <a:lnTo>
                    <a:pt x="19547" y="1168"/>
                  </a:lnTo>
                  <a:close/>
                  <a:moveTo>
                    <a:pt x="38061" y="2002"/>
                  </a:moveTo>
                  <a:lnTo>
                    <a:pt x="37894" y="2402"/>
                  </a:lnTo>
                  <a:cubicBezTo>
                    <a:pt x="38294" y="2536"/>
                    <a:pt x="38661" y="2702"/>
                    <a:pt x="39028" y="2869"/>
                  </a:cubicBezTo>
                  <a:lnTo>
                    <a:pt x="39195" y="2502"/>
                  </a:lnTo>
                  <a:cubicBezTo>
                    <a:pt x="38828" y="2335"/>
                    <a:pt x="38428" y="2169"/>
                    <a:pt x="38061" y="2002"/>
                  </a:cubicBezTo>
                  <a:close/>
                  <a:moveTo>
                    <a:pt x="17179" y="2035"/>
                  </a:moveTo>
                  <a:cubicBezTo>
                    <a:pt x="16779" y="2202"/>
                    <a:pt x="16412" y="2369"/>
                    <a:pt x="16012" y="2536"/>
                  </a:cubicBezTo>
                  <a:lnTo>
                    <a:pt x="16212" y="2936"/>
                  </a:lnTo>
                  <a:cubicBezTo>
                    <a:pt x="16579" y="2736"/>
                    <a:pt x="16946" y="2569"/>
                    <a:pt x="17346" y="2435"/>
                  </a:cubicBezTo>
                  <a:lnTo>
                    <a:pt x="17179" y="2035"/>
                  </a:lnTo>
                  <a:close/>
                  <a:moveTo>
                    <a:pt x="40362" y="3069"/>
                  </a:moveTo>
                  <a:lnTo>
                    <a:pt x="40162" y="3436"/>
                  </a:lnTo>
                  <a:cubicBezTo>
                    <a:pt x="40529" y="3636"/>
                    <a:pt x="40896" y="3836"/>
                    <a:pt x="41263" y="4037"/>
                  </a:cubicBezTo>
                  <a:lnTo>
                    <a:pt x="41463" y="3670"/>
                  </a:lnTo>
                  <a:cubicBezTo>
                    <a:pt x="41096" y="3470"/>
                    <a:pt x="40729" y="3269"/>
                    <a:pt x="40362" y="3069"/>
                  </a:cubicBezTo>
                  <a:close/>
                  <a:moveTo>
                    <a:pt x="14911" y="3103"/>
                  </a:moveTo>
                  <a:cubicBezTo>
                    <a:pt x="14544" y="3303"/>
                    <a:pt x="14177" y="3503"/>
                    <a:pt x="13810" y="3703"/>
                  </a:cubicBezTo>
                  <a:lnTo>
                    <a:pt x="14010" y="4070"/>
                  </a:lnTo>
                  <a:cubicBezTo>
                    <a:pt x="14377" y="3870"/>
                    <a:pt x="14711" y="3670"/>
                    <a:pt x="15111" y="3470"/>
                  </a:cubicBezTo>
                  <a:lnTo>
                    <a:pt x="14911" y="3103"/>
                  </a:lnTo>
                  <a:close/>
                  <a:moveTo>
                    <a:pt x="42531" y="4337"/>
                  </a:moveTo>
                  <a:lnTo>
                    <a:pt x="42330" y="4670"/>
                  </a:lnTo>
                  <a:cubicBezTo>
                    <a:pt x="42664" y="4904"/>
                    <a:pt x="42998" y="5137"/>
                    <a:pt x="43364" y="5371"/>
                  </a:cubicBezTo>
                  <a:lnTo>
                    <a:pt x="43598" y="5037"/>
                  </a:lnTo>
                  <a:cubicBezTo>
                    <a:pt x="43231" y="4770"/>
                    <a:pt x="42897" y="4537"/>
                    <a:pt x="42531" y="4337"/>
                  </a:cubicBezTo>
                  <a:close/>
                  <a:moveTo>
                    <a:pt x="12743" y="4370"/>
                  </a:moveTo>
                  <a:cubicBezTo>
                    <a:pt x="12376" y="4604"/>
                    <a:pt x="12042" y="4837"/>
                    <a:pt x="11709" y="5071"/>
                  </a:cubicBezTo>
                  <a:lnTo>
                    <a:pt x="11942" y="5404"/>
                  </a:lnTo>
                  <a:lnTo>
                    <a:pt x="11942" y="5438"/>
                  </a:lnTo>
                  <a:cubicBezTo>
                    <a:pt x="12276" y="5171"/>
                    <a:pt x="12643" y="4937"/>
                    <a:pt x="12976" y="4737"/>
                  </a:cubicBezTo>
                  <a:lnTo>
                    <a:pt x="12743" y="4370"/>
                  </a:lnTo>
                  <a:close/>
                  <a:moveTo>
                    <a:pt x="44599" y="5771"/>
                  </a:moveTo>
                  <a:lnTo>
                    <a:pt x="44332" y="6105"/>
                  </a:lnTo>
                  <a:cubicBezTo>
                    <a:pt x="44665" y="6372"/>
                    <a:pt x="44999" y="6638"/>
                    <a:pt x="45299" y="6872"/>
                  </a:cubicBezTo>
                  <a:lnTo>
                    <a:pt x="45566" y="6572"/>
                  </a:lnTo>
                  <a:cubicBezTo>
                    <a:pt x="45266" y="6305"/>
                    <a:pt x="44932" y="6038"/>
                    <a:pt x="44599" y="5771"/>
                  </a:cubicBezTo>
                  <a:close/>
                  <a:moveTo>
                    <a:pt x="10674" y="5838"/>
                  </a:moveTo>
                  <a:cubicBezTo>
                    <a:pt x="10341" y="6071"/>
                    <a:pt x="10007" y="6338"/>
                    <a:pt x="9707" y="6605"/>
                  </a:cubicBezTo>
                  <a:lnTo>
                    <a:pt x="9974" y="6939"/>
                  </a:lnTo>
                  <a:cubicBezTo>
                    <a:pt x="10274" y="6672"/>
                    <a:pt x="10608" y="6405"/>
                    <a:pt x="10941" y="6171"/>
                  </a:cubicBezTo>
                  <a:lnTo>
                    <a:pt x="10674" y="5838"/>
                  </a:lnTo>
                  <a:close/>
                  <a:moveTo>
                    <a:pt x="46500" y="7406"/>
                  </a:moveTo>
                  <a:lnTo>
                    <a:pt x="46233" y="7706"/>
                  </a:lnTo>
                  <a:cubicBezTo>
                    <a:pt x="46533" y="8006"/>
                    <a:pt x="46834" y="8306"/>
                    <a:pt x="47100" y="8573"/>
                  </a:cubicBezTo>
                  <a:lnTo>
                    <a:pt x="47401" y="8306"/>
                  </a:lnTo>
                  <a:cubicBezTo>
                    <a:pt x="47134" y="8006"/>
                    <a:pt x="46800" y="7706"/>
                    <a:pt x="46500" y="7406"/>
                  </a:cubicBezTo>
                  <a:close/>
                  <a:moveTo>
                    <a:pt x="8773" y="7472"/>
                  </a:moveTo>
                  <a:cubicBezTo>
                    <a:pt x="8440" y="7739"/>
                    <a:pt x="8139" y="8039"/>
                    <a:pt x="7872" y="8340"/>
                  </a:cubicBezTo>
                  <a:lnTo>
                    <a:pt x="8173" y="8640"/>
                  </a:lnTo>
                  <a:lnTo>
                    <a:pt x="8173" y="8607"/>
                  </a:lnTo>
                  <a:cubicBezTo>
                    <a:pt x="8473" y="8340"/>
                    <a:pt x="8740" y="8039"/>
                    <a:pt x="9040" y="7773"/>
                  </a:cubicBezTo>
                  <a:lnTo>
                    <a:pt x="8773" y="7472"/>
                  </a:lnTo>
                  <a:close/>
                  <a:moveTo>
                    <a:pt x="48268" y="9207"/>
                  </a:moveTo>
                  <a:lnTo>
                    <a:pt x="47968" y="9474"/>
                  </a:lnTo>
                  <a:cubicBezTo>
                    <a:pt x="48235" y="9807"/>
                    <a:pt x="48501" y="10108"/>
                    <a:pt x="48768" y="10441"/>
                  </a:cubicBezTo>
                  <a:lnTo>
                    <a:pt x="49102" y="10174"/>
                  </a:lnTo>
                  <a:cubicBezTo>
                    <a:pt x="48835" y="9841"/>
                    <a:pt x="48535" y="9507"/>
                    <a:pt x="48268" y="9207"/>
                  </a:cubicBezTo>
                  <a:close/>
                  <a:moveTo>
                    <a:pt x="7005" y="9274"/>
                  </a:moveTo>
                  <a:cubicBezTo>
                    <a:pt x="6738" y="9574"/>
                    <a:pt x="6438" y="9874"/>
                    <a:pt x="6205" y="10208"/>
                  </a:cubicBezTo>
                  <a:lnTo>
                    <a:pt x="6505" y="10475"/>
                  </a:lnTo>
                  <a:cubicBezTo>
                    <a:pt x="6805" y="10141"/>
                    <a:pt x="7039" y="9841"/>
                    <a:pt x="7305" y="9541"/>
                  </a:cubicBezTo>
                  <a:lnTo>
                    <a:pt x="7005" y="9274"/>
                  </a:lnTo>
                  <a:close/>
                  <a:moveTo>
                    <a:pt x="49869" y="11142"/>
                  </a:moveTo>
                  <a:lnTo>
                    <a:pt x="49536" y="11409"/>
                  </a:lnTo>
                  <a:cubicBezTo>
                    <a:pt x="49769" y="11742"/>
                    <a:pt x="50003" y="12076"/>
                    <a:pt x="50236" y="12409"/>
                  </a:cubicBezTo>
                  <a:lnTo>
                    <a:pt x="50603" y="12176"/>
                  </a:lnTo>
                  <a:cubicBezTo>
                    <a:pt x="50369" y="11842"/>
                    <a:pt x="50103" y="11475"/>
                    <a:pt x="49869" y="11142"/>
                  </a:cubicBezTo>
                  <a:close/>
                  <a:moveTo>
                    <a:pt x="5404" y="11208"/>
                  </a:moveTo>
                  <a:cubicBezTo>
                    <a:pt x="5171" y="11542"/>
                    <a:pt x="4937" y="11876"/>
                    <a:pt x="4670" y="12242"/>
                  </a:cubicBezTo>
                  <a:lnTo>
                    <a:pt x="5037" y="12476"/>
                  </a:lnTo>
                  <a:cubicBezTo>
                    <a:pt x="5271" y="12109"/>
                    <a:pt x="5504" y="11775"/>
                    <a:pt x="5738" y="11442"/>
                  </a:cubicBezTo>
                  <a:lnTo>
                    <a:pt x="5404" y="11208"/>
                  </a:lnTo>
                  <a:close/>
                  <a:moveTo>
                    <a:pt x="51270" y="13243"/>
                  </a:moveTo>
                  <a:lnTo>
                    <a:pt x="50903" y="13443"/>
                  </a:lnTo>
                  <a:cubicBezTo>
                    <a:pt x="51137" y="13810"/>
                    <a:pt x="51337" y="14144"/>
                    <a:pt x="51537" y="14511"/>
                  </a:cubicBezTo>
                  <a:lnTo>
                    <a:pt x="51904" y="14311"/>
                  </a:lnTo>
                  <a:cubicBezTo>
                    <a:pt x="51704" y="13944"/>
                    <a:pt x="51504" y="13577"/>
                    <a:pt x="51270" y="13243"/>
                  </a:cubicBezTo>
                  <a:close/>
                  <a:moveTo>
                    <a:pt x="4003" y="13310"/>
                  </a:moveTo>
                  <a:cubicBezTo>
                    <a:pt x="3803" y="13677"/>
                    <a:pt x="3569" y="14044"/>
                    <a:pt x="3369" y="14411"/>
                  </a:cubicBezTo>
                  <a:lnTo>
                    <a:pt x="3736" y="14611"/>
                  </a:lnTo>
                  <a:cubicBezTo>
                    <a:pt x="3936" y="14211"/>
                    <a:pt x="4136" y="13877"/>
                    <a:pt x="4370" y="13510"/>
                  </a:cubicBezTo>
                  <a:lnTo>
                    <a:pt x="4003" y="13310"/>
                  </a:lnTo>
                  <a:close/>
                  <a:moveTo>
                    <a:pt x="52504" y="15411"/>
                  </a:moveTo>
                  <a:lnTo>
                    <a:pt x="52104" y="15612"/>
                  </a:lnTo>
                  <a:cubicBezTo>
                    <a:pt x="52304" y="15978"/>
                    <a:pt x="52471" y="16345"/>
                    <a:pt x="52638" y="16712"/>
                  </a:cubicBezTo>
                  <a:lnTo>
                    <a:pt x="53005" y="16546"/>
                  </a:lnTo>
                  <a:cubicBezTo>
                    <a:pt x="52838" y="16179"/>
                    <a:pt x="52671" y="15812"/>
                    <a:pt x="52504" y="15411"/>
                  </a:cubicBezTo>
                  <a:close/>
                  <a:moveTo>
                    <a:pt x="2802" y="15511"/>
                  </a:moveTo>
                  <a:cubicBezTo>
                    <a:pt x="2635" y="15878"/>
                    <a:pt x="2435" y="16279"/>
                    <a:pt x="2268" y="16646"/>
                  </a:cubicBezTo>
                  <a:lnTo>
                    <a:pt x="2669" y="16812"/>
                  </a:lnTo>
                  <a:cubicBezTo>
                    <a:pt x="2836" y="16445"/>
                    <a:pt x="3002" y="16045"/>
                    <a:pt x="3169" y="15678"/>
                  </a:cubicBezTo>
                  <a:lnTo>
                    <a:pt x="2802" y="15511"/>
                  </a:lnTo>
                  <a:close/>
                  <a:moveTo>
                    <a:pt x="53505" y="17713"/>
                  </a:moveTo>
                  <a:lnTo>
                    <a:pt x="53105" y="17880"/>
                  </a:lnTo>
                  <a:cubicBezTo>
                    <a:pt x="53272" y="18247"/>
                    <a:pt x="53405" y="18647"/>
                    <a:pt x="53538" y="19047"/>
                  </a:cubicBezTo>
                  <a:lnTo>
                    <a:pt x="53905" y="18914"/>
                  </a:lnTo>
                  <a:cubicBezTo>
                    <a:pt x="53805" y="18514"/>
                    <a:pt x="53638" y="18113"/>
                    <a:pt x="53505" y="17713"/>
                  </a:cubicBezTo>
                  <a:close/>
                  <a:moveTo>
                    <a:pt x="1801" y="17813"/>
                  </a:moveTo>
                  <a:cubicBezTo>
                    <a:pt x="1635" y="18213"/>
                    <a:pt x="1501" y="18580"/>
                    <a:pt x="1368" y="19014"/>
                  </a:cubicBezTo>
                  <a:lnTo>
                    <a:pt x="1801" y="19147"/>
                  </a:lnTo>
                  <a:cubicBezTo>
                    <a:pt x="1902" y="18780"/>
                    <a:pt x="2035" y="18347"/>
                    <a:pt x="2168" y="17980"/>
                  </a:cubicBezTo>
                  <a:lnTo>
                    <a:pt x="1801" y="17813"/>
                  </a:lnTo>
                  <a:close/>
                  <a:moveTo>
                    <a:pt x="54272" y="20115"/>
                  </a:moveTo>
                  <a:lnTo>
                    <a:pt x="53872" y="20215"/>
                  </a:lnTo>
                  <a:cubicBezTo>
                    <a:pt x="53972" y="20615"/>
                    <a:pt x="54072" y="21015"/>
                    <a:pt x="54172" y="21416"/>
                  </a:cubicBezTo>
                  <a:lnTo>
                    <a:pt x="54606" y="21316"/>
                  </a:lnTo>
                  <a:cubicBezTo>
                    <a:pt x="54506" y="20915"/>
                    <a:pt x="54406" y="20515"/>
                    <a:pt x="54272" y="20115"/>
                  </a:cubicBezTo>
                  <a:close/>
                  <a:moveTo>
                    <a:pt x="1001" y="20215"/>
                  </a:moveTo>
                  <a:cubicBezTo>
                    <a:pt x="867" y="20615"/>
                    <a:pt x="767" y="21015"/>
                    <a:pt x="667" y="21449"/>
                  </a:cubicBezTo>
                  <a:lnTo>
                    <a:pt x="1101" y="21516"/>
                  </a:lnTo>
                  <a:cubicBezTo>
                    <a:pt x="1201" y="21115"/>
                    <a:pt x="1301" y="20715"/>
                    <a:pt x="1401" y="20315"/>
                  </a:cubicBezTo>
                  <a:lnTo>
                    <a:pt x="1001" y="20215"/>
                  </a:lnTo>
                  <a:close/>
                  <a:moveTo>
                    <a:pt x="54839" y="22550"/>
                  </a:moveTo>
                  <a:lnTo>
                    <a:pt x="54439" y="22650"/>
                  </a:lnTo>
                  <a:cubicBezTo>
                    <a:pt x="54506" y="23017"/>
                    <a:pt x="54572" y="23450"/>
                    <a:pt x="54639" y="23851"/>
                  </a:cubicBezTo>
                  <a:lnTo>
                    <a:pt x="55039" y="23817"/>
                  </a:lnTo>
                  <a:cubicBezTo>
                    <a:pt x="55006" y="23384"/>
                    <a:pt x="54939" y="22983"/>
                    <a:pt x="54839" y="22550"/>
                  </a:cubicBezTo>
                  <a:close/>
                  <a:moveTo>
                    <a:pt x="434" y="22650"/>
                  </a:moveTo>
                  <a:cubicBezTo>
                    <a:pt x="367" y="23084"/>
                    <a:pt x="300" y="23484"/>
                    <a:pt x="234" y="23917"/>
                  </a:cubicBezTo>
                  <a:lnTo>
                    <a:pt x="667" y="23951"/>
                  </a:lnTo>
                  <a:cubicBezTo>
                    <a:pt x="734" y="23551"/>
                    <a:pt x="801" y="23150"/>
                    <a:pt x="867" y="22750"/>
                  </a:cubicBezTo>
                  <a:lnTo>
                    <a:pt x="434" y="22650"/>
                  </a:lnTo>
                  <a:close/>
                  <a:moveTo>
                    <a:pt x="55206" y="25052"/>
                  </a:moveTo>
                  <a:lnTo>
                    <a:pt x="54773" y="25085"/>
                  </a:lnTo>
                  <a:cubicBezTo>
                    <a:pt x="54806" y="25485"/>
                    <a:pt x="54839" y="25919"/>
                    <a:pt x="54873" y="26319"/>
                  </a:cubicBezTo>
                  <a:lnTo>
                    <a:pt x="55273" y="26286"/>
                  </a:lnTo>
                  <a:cubicBezTo>
                    <a:pt x="55273" y="25886"/>
                    <a:pt x="55240" y="25452"/>
                    <a:pt x="55206" y="25052"/>
                  </a:cubicBezTo>
                  <a:close/>
                  <a:moveTo>
                    <a:pt x="100" y="25185"/>
                  </a:moveTo>
                  <a:cubicBezTo>
                    <a:pt x="67" y="25585"/>
                    <a:pt x="34" y="26019"/>
                    <a:pt x="34" y="26419"/>
                  </a:cubicBezTo>
                  <a:lnTo>
                    <a:pt x="434" y="26419"/>
                  </a:lnTo>
                  <a:cubicBezTo>
                    <a:pt x="467" y="26019"/>
                    <a:pt x="501" y="25619"/>
                    <a:pt x="534" y="25218"/>
                  </a:cubicBezTo>
                  <a:lnTo>
                    <a:pt x="100" y="25185"/>
                  </a:lnTo>
                  <a:close/>
                  <a:moveTo>
                    <a:pt x="54906" y="27587"/>
                  </a:moveTo>
                  <a:lnTo>
                    <a:pt x="54906" y="27654"/>
                  </a:lnTo>
                  <a:cubicBezTo>
                    <a:pt x="54906" y="28054"/>
                    <a:pt x="54873" y="28487"/>
                    <a:pt x="54873" y="28888"/>
                  </a:cubicBezTo>
                  <a:lnTo>
                    <a:pt x="55306" y="28888"/>
                  </a:lnTo>
                  <a:cubicBezTo>
                    <a:pt x="55306" y="28487"/>
                    <a:pt x="55306" y="28054"/>
                    <a:pt x="55306" y="27654"/>
                  </a:cubicBezTo>
                  <a:lnTo>
                    <a:pt x="55306" y="27587"/>
                  </a:lnTo>
                  <a:close/>
                  <a:moveTo>
                    <a:pt x="0" y="27687"/>
                  </a:moveTo>
                  <a:cubicBezTo>
                    <a:pt x="0" y="28087"/>
                    <a:pt x="0" y="28521"/>
                    <a:pt x="34" y="28921"/>
                  </a:cubicBezTo>
                  <a:lnTo>
                    <a:pt x="434" y="28921"/>
                  </a:lnTo>
                  <a:cubicBezTo>
                    <a:pt x="400" y="28521"/>
                    <a:pt x="400" y="28087"/>
                    <a:pt x="400" y="27687"/>
                  </a:cubicBezTo>
                  <a:close/>
                  <a:moveTo>
                    <a:pt x="54773" y="30089"/>
                  </a:moveTo>
                  <a:cubicBezTo>
                    <a:pt x="54739" y="30522"/>
                    <a:pt x="54706" y="30923"/>
                    <a:pt x="54639" y="31356"/>
                  </a:cubicBezTo>
                  <a:lnTo>
                    <a:pt x="55073" y="31390"/>
                  </a:lnTo>
                  <a:cubicBezTo>
                    <a:pt x="55140" y="30989"/>
                    <a:pt x="55173" y="30556"/>
                    <a:pt x="55206" y="30122"/>
                  </a:cubicBezTo>
                  <a:lnTo>
                    <a:pt x="54773" y="30089"/>
                  </a:lnTo>
                  <a:close/>
                  <a:moveTo>
                    <a:pt x="534" y="30155"/>
                  </a:moveTo>
                  <a:lnTo>
                    <a:pt x="134" y="30189"/>
                  </a:lnTo>
                  <a:cubicBezTo>
                    <a:pt x="167" y="30622"/>
                    <a:pt x="200" y="31023"/>
                    <a:pt x="267" y="31456"/>
                  </a:cubicBezTo>
                  <a:lnTo>
                    <a:pt x="667" y="31390"/>
                  </a:lnTo>
                  <a:cubicBezTo>
                    <a:pt x="634" y="30989"/>
                    <a:pt x="567" y="30556"/>
                    <a:pt x="534" y="30155"/>
                  </a:cubicBezTo>
                  <a:close/>
                  <a:moveTo>
                    <a:pt x="54439" y="32590"/>
                  </a:moveTo>
                  <a:cubicBezTo>
                    <a:pt x="54372" y="33024"/>
                    <a:pt x="54306" y="33391"/>
                    <a:pt x="54206" y="33825"/>
                  </a:cubicBezTo>
                  <a:lnTo>
                    <a:pt x="54606" y="33925"/>
                  </a:lnTo>
                  <a:lnTo>
                    <a:pt x="54606" y="33891"/>
                  </a:lnTo>
                  <a:cubicBezTo>
                    <a:pt x="54706" y="33458"/>
                    <a:pt x="54806" y="33057"/>
                    <a:pt x="54873" y="32690"/>
                  </a:cubicBezTo>
                  <a:lnTo>
                    <a:pt x="54439" y="32590"/>
                  </a:lnTo>
                  <a:close/>
                  <a:moveTo>
                    <a:pt x="867" y="32624"/>
                  </a:moveTo>
                  <a:lnTo>
                    <a:pt x="467" y="32690"/>
                  </a:lnTo>
                  <a:cubicBezTo>
                    <a:pt x="534" y="33124"/>
                    <a:pt x="634" y="33524"/>
                    <a:pt x="734" y="33958"/>
                  </a:cubicBezTo>
                  <a:lnTo>
                    <a:pt x="1134" y="33825"/>
                  </a:lnTo>
                  <a:cubicBezTo>
                    <a:pt x="1034" y="33458"/>
                    <a:pt x="968" y="33024"/>
                    <a:pt x="867" y="32624"/>
                  </a:cubicBezTo>
                  <a:close/>
                  <a:moveTo>
                    <a:pt x="53905" y="35025"/>
                  </a:moveTo>
                  <a:cubicBezTo>
                    <a:pt x="53805" y="35426"/>
                    <a:pt x="53672" y="35826"/>
                    <a:pt x="53538" y="36193"/>
                  </a:cubicBezTo>
                  <a:lnTo>
                    <a:pt x="53939" y="36326"/>
                  </a:lnTo>
                  <a:lnTo>
                    <a:pt x="53939" y="36293"/>
                  </a:lnTo>
                  <a:cubicBezTo>
                    <a:pt x="54072" y="35893"/>
                    <a:pt x="54206" y="35492"/>
                    <a:pt x="54306" y="35126"/>
                  </a:cubicBezTo>
                  <a:lnTo>
                    <a:pt x="53905" y="35025"/>
                  </a:lnTo>
                  <a:close/>
                  <a:moveTo>
                    <a:pt x="1435" y="35059"/>
                  </a:moveTo>
                  <a:lnTo>
                    <a:pt x="1034" y="35159"/>
                  </a:lnTo>
                  <a:cubicBezTo>
                    <a:pt x="1134" y="35559"/>
                    <a:pt x="1268" y="35959"/>
                    <a:pt x="1401" y="36360"/>
                  </a:cubicBezTo>
                  <a:lnTo>
                    <a:pt x="1801" y="36226"/>
                  </a:lnTo>
                  <a:cubicBezTo>
                    <a:pt x="1668" y="35859"/>
                    <a:pt x="1568" y="35459"/>
                    <a:pt x="1435" y="35059"/>
                  </a:cubicBezTo>
                  <a:close/>
                  <a:moveTo>
                    <a:pt x="53138" y="37360"/>
                  </a:moveTo>
                  <a:cubicBezTo>
                    <a:pt x="52971" y="37761"/>
                    <a:pt x="52805" y="38161"/>
                    <a:pt x="52638" y="38528"/>
                  </a:cubicBezTo>
                  <a:lnTo>
                    <a:pt x="53038" y="38695"/>
                  </a:lnTo>
                  <a:lnTo>
                    <a:pt x="53038" y="38661"/>
                  </a:lnTo>
                  <a:cubicBezTo>
                    <a:pt x="53205" y="38294"/>
                    <a:pt x="53372" y="37894"/>
                    <a:pt x="53505" y="37527"/>
                  </a:cubicBezTo>
                  <a:lnTo>
                    <a:pt x="53138" y="37360"/>
                  </a:lnTo>
                  <a:close/>
                  <a:moveTo>
                    <a:pt x="2202" y="37394"/>
                  </a:moveTo>
                  <a:lnTo>
                    <a:pt x="1835" y="37561"/>
                  </a:lnTo>
                  <a:cubicBezTo>
                    <a:pt x="1968" y="37928"/>
                    <a:pt x="2135" y="38328"/>
                    <a:pt x="2302" y="38728"/>
                  </a:cubicBezTo>
                  <a:lnTo>
                    <a:pt x="2669" y="38561"/>
                  </a:lnTo>
                  <a:cubicBezTo>
                    <a:pt x="2502" y="38161"/>
                    <a:pt x="2369" y="37794"/>
                    <a:pt x="2202" y="37394"/>
                  </a:cubicBezTo>
                  <a:close/>
                  <a:moveTo>
                    <a:pt x="3202" y="39662"/>
                  </a:moveTo>
                  <a:lnTo>
                    <a:pt x="2802" y="39829"/>
                  </a:lnTo>
                  <a:cubicBezTo>
                    <a:pt x="3002" y="40229"/>
                    <a:pt x="3202" y="40596"/>
                    <a:pt x="3403" y="40963"/>
                  </a:cubicBezTo>
                  <a:lnTo>
                    <a:pt x="3770" y="40763"/>
                  </a:lnTo>
                  <a:cubicBezTo>
                    <a:pt x="3569" y="40396"/>
                    <a:pt x="3369" y="40029"/>
                    <a:pt x="3202" y="39662"/>
                  </a:cubicBezTo>
                  <a:close/>
                  <a:moveTo>
                    <a:pt x="52137" y="39662"/>
                  </a:moveTo>
                  <a:cubicBezTo>
                    <a:pt x="51937" y="40029"/>
                    <a:pt x="51737" y="40396"/>
                    <a:pt x="51537" y="40763"/>
                  </a:cubicBezTo>
                  <a:lnTo>
                    <a:pt x="51904" y="40963"/>
                  </a:lnTo>
                  <a:lnTo>
                    <a:pt x="51937" y="40930"/>
                  </a:lnTo>
                  <a:cubicBezTo>
                    <a:pt x="52137" y="40563"/>
                    <a:pt x="52338" y="40196"/>
                    <a:pt x="52504" y="39829"/>
                  </a:cubicBezTo>
                  <a:lnTo>
                    <a:pt x="52137" y="39662"/>
                  </a:lnTo>
                  <a:close/>
                  <a:moveTo>
                    <a:pt x="4370" y="41797"/>
                  </a:moveTo>
                  <a:lnTo>
                    <a:pt x="4036" y="42030"/>
                  </a:lnTo>
                  <a:cubicBezTo>
                    <a:pt x="4237" y="42397"/>
                    <a:pt x="4470" y="42731"/>
                    <a:pt x="4704" y="43098"/>
                  </a:cubicBezTo>
                  <a:lnTo>
                    <a:pt x="5037" y="42864"/>
                  </a:lnTo>
                  <a:cubicBezTo>
                    <a:pt x="4804" y="42497"/>
                    <a:pt x="4603" y="42164"/>
                    <a:pt x="4370" y="41797"/>
                  </a:cubicBezTo>
                  <a:close/>
                  <a:moveTo>
                    <a:pt x="50937" y="41797"/>
                  </a:moveTo>
                  <a:cubicBezTo>
                    <a:pt x="50703" y="42164"/>
                    <a:pt x="50503" y="42497"/>
                    <a:pt x="50269" y="42864"/>
                  </a:cubicBezTo>
                  <a:lnTo>
                    <a:pt x="50603" y="43098"/>
                  </a:lnTo>
                  <a:lnTo>
                    <a:pt x="50603" y="43065"/>
                  </a:lnTo>
                  <a:cubicBezTo>
                    <a:pt x="50836" y="42731"/>
                    <a:pt x="51070" y="42364"/>
                    <a:pt x="51270" y="42030"/>
                  </a:cubicBezTo>
                  <a:lnTo>
                    <a:pt x="50937" y="41797"/>
                  </a:lnTo>
                  <a:close/>
                  <a:moveTo>
                    <a:pt x="5738" y="43932"/>
                  </a:moveTo>
                  <a:lnTo>
                    <a:pt x="5404" y="44199"/>
                  </a:lnTo>
                  <a:cubicBezTo>
                    <a:pt x="5671" y="44532"/>
                    <a:pt x="5938" y="44866"/>
                    <a:pt x="6205" y="45166"/>
                  </a:cubicBezTo>
                  <a:lnTo>
                    <a:pt x="6505" y="44899"/>
                  </a:lnTo>
                  <a:cubicBezTo>
                    <a:pt x="6271" y="44599"/>
                    <a:pt x="6004" y="44265"/>
                    <a:pt x="5738" y="43932"/>
                  </a:cubicBezTo>
                  <a:close/>
                  <a:moveTo>
                    <a:pt x="49536" y="43932"/>
                  </a:moveTo>
                  <a:cubicBezTo>
                    <a:pt x="49269" y="44265"/>
                    <a:pt x="49035" y="44599"/>
                    <a:pt x="48768" y="44899"/>
                  </a:cubicBezTo>
                  <a:lnTo>
                    <a:pt x="49102" y="45166"/>
                  </a:lnTo>
                  <a:lnTo>
                    <a:pt x="49102" y="45099"/>
                  </a:lnTo>
                  <a:cubicBezTo>
                    <a:pt x="49369" y="44766"/>
                    <a:pt x="49636" y="44432"/>
                    <a:pt x="49869" y="44165"/>
                  </a:cubicBezTo>
                  <a:lnTo>
                    <a:pt x="49536" y="43932"/>
                  </a:lnTo>
                  <a:close/>
                  <a:moveTo>
                    <a:pt x="7305" y="45867"/>
                  </a:moveTo>
                  <a:lnTo>
                    <a:pt x="7005" y="46133"/>
                  </a:lnTo>
                  <a:cubicBezTo>
                    <a:pt x="7272" y="46434"/>
                    <a:pt x="7572" y="46734"/>
                    <a:pt x="7872" y="47034"/>
                  </a:cubicBezTo>
                  <a:lnTo>
                    <a:pt x="8139" y="46767"/>
                  </a:lnTo>
                  <a:cubicBezTo>
                    <a:pt x="7872" y="46467"/>
                    <a:pt x="7606" y="46167"/>
                    <a:pt x="7305" y="45867"/>
                  </a:cubicBezTo>
                  <a:close/>
                  <a:moveTo>
                    <a:pt x="47934" y="45867"/>
                  </a:moveTo>
                  <a:cubicBezTo>
                    <a:pt x="47701" y="46167"/>
                    <a:pt x="47401" y="46467"/>
                    <a:pt x="47100" y="46767"/>
                  </a:cubicBezTo>
                  <a:lnTo>
                    <a:pt x="47401" y="47034"/>
                  </a:lnTo>
                  <a:lnTo>
                    <a:pt x="47434" y="46967"/>
                  </a:lnTo>
                  <a:cubicBezTo>
                    <a:pt x="47734" y="46667"/>
                    <a:pt x="48034" y="46367"/>
                    <a:pt x="48268" y="46133"/>
                  </a:cubicBezTo>
                  <a:lnTo>
                    <a:pt x="47934" y="45867"/>
                  </a:lnTo>
                  <a:close/>
                  <a:moveTo>
                    <a:pt x="9073" y="47634"/>
                  </a:moveTo>
                  <a:lnTo>
                    <a:pt x="8773" y="47935"/>
                  </a:lnTo>
                  <a:cubicBezTo>
                    <a:pt x="9073" y="48202"/>
                    <a:pt x="9407" y="48502"/>
                    <a:pt x="9707" y="48769"/>
                  </a:cubicBezTo>
                  <a:lnTo>
                    <a:pt x="9974" y="48468"/>
                  </a:lnTo>
                  <a:cubicBezTo>
                    <a:pt x="9674" y="48168"/>
                    <a:pt x="9374" y="47901"/>
                    <a:pt x="9073" y="47634"/>
                  </a:cubicBezTo>
                  <a:close/>
                  <a:moveTo>
                    <a:pt x="46233" y="47601"/>
                  </a:moveTo>
                  <a:cubicBezTo>
                    <a:pt x="45933" y="47901"/>
                    <a:pt x="45633" y="48168"/>
                    <a:pt x="45299" y="48435"/>
                  </a:cubicBezTo>
                  <a:lnTo>
                    <a:pt x="45566" y="48769"/>
                  </a:lnTo>
                  <a:lnTo>
                    <a:pt x="45599" y="48702"/>
                  </a:lnTo>
                  <a:cubicBezTo>
                    <a:pt x="45933" y="48435"/>
                    <a:pt x="46233" y="48135"/>
                    <a:pt x="46500" y="47901"/>
                  </a:cubicBezTo>
                  <a:lnTo>
                    <a:pt x="46233" y="47601"/>
                  </a:lnTo>
                  <a:close/>
                  <a:moveTo>
                    <a:pt x="10941" y="49236"/>
                  </a:moveTo>
                  <a:lnTo>
                    <a:pt x="10708" y="49536"/>
                  </a:lnTo>
                  <a:cubicBezTo>
                    <a:pt x="11041" y="49803"/>
                    <a:pt x="11375" y="50070"/>
                    <a:pt x="11709" y="50303"/>
                  </a:cubicBezTo>
                  <a:lnTo>
                    <a:pt x="11942" y="49969"/>
                  </a:lnTo>
                  <a:cubicBezTo>
                    <a:pt x="11608" y="49736"/>
                    <a:pt x="11275" y="49469"/>
                    <a:pt x="10941" y="49236"/>
                  </a:cubicBezTo>
                  <a:close/>
                  <a:moveTo>
                    <a:pt x="44365" y="49236"/>
                  </a:moveTo>
                  <a:cubicBezTo>
                    <a:pt x="44032" y="49469"/>
                    <a:pt x="43698" y="49736"/>
                    <a:pt x="43364" y="49969"/>
                  </a:cubicBezTo>
                  <a:lnTo>
                    <a:pt x="43598" y="50303"/>
                  </a:lnTo>
                  <a:lnTo>
                    <a:pt x="43631" y="50236"/>
                  </a:lnTo>
                  <a:cubicBezTo>
                    <a:pt x="43965" y="50003"/>
                    <a:pt x="44332" y="49736"/>
                    <a:pt x="44599" y="49536"/>
                  </a:cubicBezTo>
                  <a:lnTo>
                    <a:pt x="44365" y="49236"/>
                  </a:lnTo>
                  <a:close/>
                  <a:moveTo>
                    <a:pt x="12976" y="50637"/>
                  </a:moveTo>
                  <a:lnTo>
                    <a:pt x="12743" y="51004"/>
                  </a:lnTo>
                  <a:cubicBezTo>
                    <a:pt x="13110" y="51237"/>
                    <a:pt x="13476" y="51437"/>
                    <a:pt x="13843" y="51637"/>
                  </a:cubicBezTo>
                  <a:lnTo>
                    <a:pt x="14044" y="51304"/>
                  </a:lnTo>
                  <a:cubicBezTo>
                    <a:pt x="13677" y="51070"/>
                    <a:pt x="13310" y="50870"/>
                    <a:pt x="12976" y="50637"/>
                  </a:cubicBezTo>
                  <a:close/>
                  <a:moveTo>
                    <a:pt x="42330" y="50637"/>
                  </a:moveTo>
                  <a:cubicBezTo>
                    <a:pt x="41997" y="50870"/>
                    <a:pt x="41630" y="51070"/>
                    <a:pt x="41263" y="51304"/>
                  </a:cubicBezTo>
                  <a:lnTo>
                    <a:pt x="41496" y="51637"/>
                  </a:lnTo>
                  <a:lnTo>
                    <a:pt x="41496" y="51604"/>
                  </a:lnTo>
                  <a:cubicBezTo>
                    <a:pt x="41863" y="51404"/>
                    <a:pt x="42230" y="51170"/>
                    <a:pt x="42564" y="51004"/>
                  </a:cubicBezTo>
                  <a:lnTo>
                    <a:pt x="42330" y="50637"/>
                  </a:lnTo>
                  <a:close/>
                  <a:moveTo>
                    <a:pt x="15144" y="51871"/>
                  </a:moveTo>
                  <a:lnTo>
                    <a:pt x="14944" y="52238"/>
                  </a:lnTo>
                  <a:cubicBezTo>
                    <a:pt x="15311" y="52438"/>
                    <a:pt x="15711" y="52638"/>
                    <a:pt x="16078" y="52805"/>
                  </a:cubicBezTo>
                  <a:lnTo>
                    <a:pt x="16245" y="52405"/>
                  </a:lnTo>
                  <a:cubicBezTo>
                    <a:pt x="15878" y="52238"/>
                    <a:pt x="15511" y="52071"/>
                    <a:pt x="15144" y="51871"/>
                  </a:cubicBezTo>
                  <a:close/>
                  <a:moveTo>
                    <a:pt x="40196" y="51871"/>
                  </a:moveTo>
                  <a:cubicBezTo>
                    <a:pt x="39829" y="52071"/>
                    <a:pt x="39462" y="52238"/>
                    <a:pt x="39095" y="52405"/>
                  </a:cubicBezTo>
                  <a:lnTo>
                    <a:pt x="39262" y="52805"/>
                  </a:lnTo>
                  <a:lnTo>
                    <a:pt x="39262" y="52738"/>
                  </a:lnTo>
                  <a:cubicBezTo>
                    <a:pt x="39662" y="52571"/>
                    <a:pt x="40029" y="52405"/>
                    <a:pt x="40396" y="52238"/>
                  </a:cubicBezTo>
                  <a:lnTo>
                    <a:pt x="40196" y="51871"/>
                  </a:lnTo>
                  <a:close/>
                  <a:moveTo>
                    <a:pt x="17379" y="52905"/>
                  </a:moveTo>
                  <a:lnTo>
                    <a:pt x="17212" y="53272"/>
                  </a:lnTo>
                  <a:cubicBezTo>
                    <a:pt x="17613" y="53439"/>
                    <a:pt x="18013" y="53605"/>
                    <a:pt x="18413" y="53739"/>
                  </a:cubicBezTo>
                  <a:lnTo>
                    <a:pt x="18547" y="53339"/>
                  </a:lnTo>
                  <a:cubicBezTo>
                    <a:pt x="18146" y="53205"/>
                    <a:pt x="17746" y="53072"/>
                    <a:pt x="17379" y="52905"/>
                  </a:cubicBezTo>
                  <a:close/>
                  <a:moveTo>
                    <a:pt x="37927" y="52905"/>
                  </a:moveTo>
                  <a:cubicBezTo>
                    <a:pt x="37560" y="53072"/>
                    <a:pt x="37160" y="53205"/>
                    <a:pt x="36793" y="53339"/>
                  </a:cubicBezTo>
                  <a:lnTo>
                    <a:pt x="36927" y="53739"/>
                  </a:lnTo>
                  <a:lnTo>
                    <a:pt x="36927" y="53705"/>
                  </a:lnTo>
                  <a:cubicBezTo>
                    <a:pt x="37327" y="53572"/>
                    <a:pt x="37727" y="53405"/>
                    <a:pt x="38094" y="53272"/>
                  </a:cubicBezTo>
                  <a:lnTo>
                    <a:pt x="37927" y="52905"/>
                  </a:lnTo>
                  <a:close/>
                  <a:moveTo>
                    <a:pt x="19714" y="53705"/>
                  </a:moveTo>
                  <a:lnTo>
                    <a:pt x="19581" y="54106"/>
                  </a:lnTo>
                  <a:cubicBezTo>
                    <a:pt x="20014" y="54239"/>
                    <a:pt x="20381" y="54339"/>
                    <a:pt x="20815" y="54473"/>
                  </a:cubicBezTo>
                  <a:lnTo>
                    <a:pt x="20915" y="54039"/>
                  </a:lnTo>
                  <a:cubicBezTo>
                    <a:pt x="20515" y="53939"/>
                    <a:pt x="20115" y="53839"/>
                    <a:pt x="19714" y="53705"/>
                  </a:cubicBezTo>
                  <a:close/>
                  <a:moveTo>
                    <a:pt x="35592" y="53705"/>
                  </a:moveTo>
                  <a:cubicBezTo>
                    <a:pt x="35225" y="53839"/>
                    <a:pt x="34825" y="53939"/>
                    <a:pt x="34425" y="54039"/>
                  </a:cubicBezTo>
                  <a:lnTo>
                    <a:pt x="34525" y="54473"/>
                  </a:lnTo>
                  <a:lnTo>
                    <a:pt x="34525" y="54439"/>
                  </a:lnTo>
                  <a:cubicBezTo>
                    <a:pt x="34925" y="54339"/>
                    <a:pt x="35359" y="54206"/>
                    <a:pt x="35726" y="54139"/>
                  </a:cubicBezTo>
                  <a:lnTo>
                    <a:pt x="35592" y="53705"/>
                  </a:lnTo>
                  <a:close/>
                  <a:moveTo>
                    <a:pt x="22116" y="54306"/>
                  </a:moveTo>
                  <a:lnTo>
                    <a:pt x="22049" y="54740"/>
                  </a:lnTo>
                  <a:cubicBezTo>
                    <a:pt x="22450" y="54806"/>
                    <a:pt x="22883" y="54906"/>
                    <a:pt x="23283" y="54973"/>
                  </a:cubicBezTo>
                  <a:lnTo>
                    <a:pt x="23350" y="54539"/>
                  </a:lnTo>
                  <a:cubicBezTo>
                    <a:pt x="22950" y="54473"/>
                    <a:pt x="22550" y="54406"/>
                    <a:pt x="22116" y="54306"/>
                  </a:cubicBezTo>
                  <a:close/>
                  <a:moveTo>
                    <a:pt x="33224" y="54306"/>
                  </a:moveTo>
                  <a:cubicBezTo>
                    <a:pt x="32824" y="54406"/>
                    <a:pt x="32423" y="54473"/>
                    <a:pt x="31990" y="54539"/>
                  </a:cubicBezTo>
                  <a:lnTo>
                    <a:pt x="32056" y="54973"/>
                  </a:lnTo>
                  <a:lnTo>
                    <a:pt x="32056" y="54940"/>
                  </a:lnTo>
                  <a:cubicBezTo>
                    <a:pt x="32490" y="54873"/>
                    <a:pt x="32890" y="54806"/>
                    <a:pt x="33324" y="54740"/>
                  </a:cubicBezTo>
                  <a:lnTo>
                    <a:pt x="33224" y="54306"/>
                  </a:lnTo>
                  <a:close/>
                  <a:moveTo>
                    <a:pt x="24584" y="54706"/>
                  </a:moveTo>
                  <a:lnTo>
                    <a:pt x="24551" y="55140"/>
                  </a:lnTo>
                  <a:cubicBezTo>
                    <a:pt x="24951" y="55173"/>
                    <a:pt x="25385" y="55207"/>
                    <a:pt x="25785" y="55240"/>
                  </a:cubicBezTo>
                  <a:lnTo>
                    <a:pt x="25852" y="54806"/>
                  </a:lnTo>
                  <a:cubicBezTo>
                    <a:pt x="25418" y="54773"/>
                    <a:pt x="25018" y="54740"/>
                    <a:pt x="24584" y="54706"/>
                  </a:cubicBezTo>
                  <a:close/>
                  <a:moveTo>
                    <a:pt x="30789" y="54706"/>
                  </a:moveTo>
                  <a:cubicBezTo>
                    <a:pt x="30389" y="54773"/>
                    <a:pt x="29955" y="54806"/>
                    <a:pt x="29555" y="54806"/>
                  </a:cubicBezTo>
                  <a:lnTo>
                    <a:pt x="29555" y="55240"/>
                  </a:lnTo>
                  <a:cubicBezTo>
                    <a:pt x="29988" y="55207"/>
                    <a:pt x="30422" y="55173"/>
                    <a:pt x="30856" y="55140"/>
                  </a:cubicBezTo>
                  <a:lnTo>
                    <a:pt x="30789" y="54706"/>
                  </a:lnTo>
                  <a:close/>
                  <a:moveTo>
                    <a:pt x="27053" y="54873"/>
                  </a:moveTo>
                  <a:lnTo>
                    <a:pt x="27053" y="55307"/>
                  </a:lnTo>
                  <a:lnTo>
                    <a:pt x="28287" y="55307"/>
                  </a:lnTo>
                  <a:lnTo>
                    <a:pt x="28287" y="54873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7021156" y="747287"/>
              <a:ext cx="336443" cy="485391"/>
            </a:xfrm>
            <a:custGeom>
              <a:avLst/>
              <a:gdLst/>
              <a:ahLst/>
              <a:cxnLst/>
              <a:rect l="l" t="t" r="r" b="b"/>
              <a:pathLst>
                <a:path w="14244" h="20550" extrusionOk="0">
                  <a:moveTo>
                    <a:pt x="7085" y="3008"/>
                  </a:moveTo>
                  <a:cubicBezTo>
                    <a:pt x="8954" y="3008"/>
                    <a:pt x="10741" y="4449"/>
                    <a:pt x="10741" y="6639"/>
                  </a:cubicBezTo>
                  <a:cubicBezTo>
                    <a:pt x="10741" y="8641"/>
                    <a:pt x="9107" y="10275"/>
                    <a:pt x="7105" y="10275"/>
                  </a:cubicBezTo>
                  <a:cubicBezTo>
                    <a:pt x="3869" y="10275"/>
                    <a:pt x="2268" y="6372"/>
                    <a:pt x="4537" y="4071"/>
                  </a:cubicBezTo>
                  <a:cubicBezTo>
                    <a:pt x="5281" y="3337"/>
                    <a:pt x="6192" y="3008"/>
                    <a:pt x="7085" y="3008"/>
                  </a:cubicBezTo>
                  <a:close/>
                  <a:moveTo>
                    <a:pt x="7105" y="1"/>
                  </a:moveTo>
                  <a:cubicBezTo>
                    <a:pt x="3102" y="1"/>
                    <a:pt x="834" y="3270"/>
                    <a:pt x="500" y="6572"/>
                  </a:cubicBezTo>
                  <a:cubicBezTo>
                    <a:pt x="0" y="11709"/>
                    <a:pt x="3436" y="16313"/>
                    <a:pt x="7105" y="20549"/>
                  </a:cubicBezTo>
                  <a:cubicBezTo>
                    <a:pt x="10774" y="16313"/>
                    <a:pt x="14244" y="11709"/>
                    <a:pt x="13743" y="6606"/>
                  </a:cubicBezTo>
                  <a:cubicBezTo>
                    <a:pt x="13410" y="3270"/>
                    <a:pt x="11108" y="1"/>
                    <a:pt x="7105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5501274" y="3822096"/>
              <a:ext cx="1335380" cy="880081"/>
            </a:xfrm>
            <a:custGeom>
              <a:avLst/>
              <a:gdLst/>
              <a:ahLst/>
              <a:cxnLst/>
              <a:rect l="l" t="t" r="r" b="b"/>
              <a:pathLst>
                <a:path w="56536" h="37260" extrusionOk="0">
                  <a:moveTo>
                    <a:pt x="22650" y="0"/>
                  </a:moveTo>
                  <a:cubicBezTo>
                    <a:pt x="22648" y="0"/>
                    <a:pt x="22646" y="0"/>
                    <a:pt x="22645" y="1"/>
                  </a:cubicBezTo>
                  <a:cubicBezTo>
                    <a:pt x="21110" y="735"/>
                    <a:pt x="562" y="33992"/>
                    <a:pt x="262" y="35360"/>
                  </a:cubicBezTo>
                  <a:cubicBezTo>
                    <a:pt x="0" y="36433"/>
                    <a:pt x="2326" y="37260"/>
                    <a:pt x="4211" y="37260"/>
                  </a:cubicBezTo>
                  <a:cubicBezTo>
                    <a:pt x="4728" y="37260"/>
                    <a:pt x="5211" y="37198"/>
                    <a:pt x="5599" y="37061"/>
                  </a:cubicBezTo>
                  <a:cubicBezTo>
                    <a:pt x="6266" y="36828"/>
                    <a:pt x="8601" y="35360"/>
                    <a:pt x="11236" y="33625"/>
                  </a:cubicBezTo>
                  <a:cubicBezTo>
                    <a:pt x="15506" y="30857"/>
                    <a:pt x="20109" y="27521"/>
                    <a:pt x="20109" y="27521"/>
                  </a:cubicBezTo>
                  <a:lnTo>
                    <a:pt x="56535" y="24819"/>
                  </a:lnTo>
                  <a:lnTo>
                    <a:pt x="54034" y="768"/>
                  </a:lnTo>
                  <a:cubicBezTo>
                    <a:pt x="54034" y="768"/>
                    <a:pt x="36081" y="6405"/>
                    <a:pt x="34174" y="6405"/>
                  </a:cubicBezTo>
                  <a:cubicBezTo>
                    <a:pt x="34091" y="6405"/>
                    <a:pt x="34039" y="6395"/>
                    <a:pt x="34019" y="6372"/>
                  </a:cubicBezTo>
                  <a:cubicBezTo>
                    <a:pt x="34019" y="6372"/>
                    <a:pt x="22983" y="0"/>
                    <a:pt x="22650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5501888" y="3822096"/>
              <a:ext cx="919550" cy="880081"/>
            </a:xfrm>
            <a:custGeom>
              <a:avLst/>
              <a:gdLst/>
              <a:ahLst/>
              <a:cxnLst/>
              <a:rect l="l" t="t" r="r" b="b"/>
              <a:pathLst>
                <a:path w="38931" h="37260" extrusionOk="0">
                  <a:moveTo>
                    <a:pt x="22625" y="0"/>
                  </a:moveTo>
                  <a:cubicBezTo>
                    <a:pt x="22622" y="0"/>
                    <a:pt x="22620" y="0"/>
                    <a:pt x="22619" y="1"/>
                  </a:cubicBezTo>
                  <a:cubicBezTo>
                    <a:pt x="21084" y="735"/>
                    <a:pt x="569" y="33992"/>
                    <a:pt x="236" y="35360"/>
                  </a:cubicBezTo>
                  <a:cubicBezTo>
                    <a:pt x="0" y="36433"/>
                    <a:pt x="2312" y="37260"/>
                    <a:pt x="4172" y="37260"/>
                  </a:cubicBezTo>
                  <a:cubicBezTo>
                    <a:pt x="4683" y="37260"/>
                    <a:pt x="5159" y="37198"/>
                    <a:pt x="5540" y="37061"/>
                  </a:cubicBezTo>
                  <a:cubicBezTo>
                    <a:pt x="6240" y="36828"/>
                    <a:pt x="8575" y="35360"/>
                    <a:pt x="11177" y="33625"/>
                  </a:cubicBezTo>
                  <a:cubicBezTo>
                    <a:pt x="15447" y="30857"/>
                    <a:pt x="20083" y="27521"/>
                    <a:pt x="20083" y="27521"/>
                  </a:cubicBezTo>
                  <a:lnTo>
                    <a:pt x="28223" y="26921"/>
                  </a:lnTo>
                  <a:lnTo>
                    <a:pt x="38930" y="5272"/>
                  </a:lnTo>
                  <a:lnTo>
                    <a:pt x="38930" y="5272"/>
                  </a:lnTo>
                  <a:cubicBezTo>
                    <a:pt x="36605" y="5924"/>
                    <a:pt x="34785" y="6383"/>
                    <a:pt x="34190" y="6383"/>
                  </a:cubicBezTo>
                  <a:cubicBezTo>
                    <a:pt x="34085" y="6383"/>
                    <a:pt x="34018" y="6369"/>
                    <a:pt x="33993" y="6339"/>
                  </a:cubicBezTo>
                  <a:cubicBezTo>
                    <a:pt x="33993" y="6339"/>
                    <a:pt x="22990" y="0"/>
                    <a:pt x="22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5496526" y="3821577"/>
              <a:ext cx="808300" cy="883979"/>
            </a:xfrm>
            <a:custGeom>
              <a:avLst/>
              <a:gdLst/>
              <a:ahLst/>
              <a:cxnLst/>
              <a:rect l="l" t="t" r="r" b="b"/>
              <a:pathLst>
                <a:path w="34221" h="37425" extrusionOk="0">
                  <a:moveTo>
                    <a:pt x="22909" y="0"/>
                  </a:moveTo>
                  <a:cubicBezTo>
                    <a:pt x="22853" y="0"/>
                    <a:pt x="22810" y="8"/>
                    <a:pt x="22779" y="23"/>
                  </a:cubicBezTo>
                  <a:cubicBezTo>
                    <a:pt x="21211" y="790"/>
                    <a:pt x="563" y="34048"/>
                    <a:pt x="263" y="35449"/>
                  </a:cubicBezTo>
                  <a:cubicBezTo>
                    <a:pt x="1" y="36550"/>
                    <a:pt x="2376" y="37424"/>
                    <a:pt x="4296" y="37424"/>
                  </a:cubicBezTo>
                  <a:cubicBezTo>
                    <a:pt x="4818" y="37424"/>
                    <a:pt x="5307" y="37359"/>
                    <a:pt x="5700" y="37217"/>
                  </a:cubicBezTo>
                  <a:cubicBezTo>
                    <a:pt x="7535" y="36583"/>
                    <a:pt x="20877" y="27810"/>
                    <a:pt x="20877" y="27810"/>
                  </a:cubicBezTo>
                  <a:lnTo>
                    <a:pt x="34220" y="6394"/>
                  </a:lnTo>
                  <a:cubicBezTo>
                    <a:pt x="29094" y="2597"/>
                    <a:pt x="23937" y="0"/>
                    <a:pt x="22909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5537510" y="3870640"/>
              <a:ext cx="492902" cy="797836"/>
            </a:xfrm>
            <a:custGeom>
              <a:avLst/>
              <a:gdLst/>
              <a:ahLst/>
              <a:cxnLst/>
              <a:rect l="l" t="t" r="r" b="b"/>
              <a:pathLst>
                <a:path w="20868" h="33778" extrusionOk="0">
                  <a:moveTo>
                    <a:pt x="20838" y="1"/>
                  </a:moveTo>
                  <a:cubicBezTo>
                    <a:pt x="20830" y="1"/>
                    <a:pt x="20820" y="5"/>
                    <a:pt x="20810" y="14"/>
                  </a:cubicBezTo>
                  <a:cubicBezTo>
                    <a:pt x="17141" y="5385"/>
                    <a:pt x="3331" y="27968"/>
                    <a:pt x="62" y="33638"/>
                  </a:cubicBezTo>
                  <a:cubicBezTo>
                    <a:pt x="0" y="33721"/>
                    <a:pt x="15" y="33778"/>
                    <a:pt x="51" y="33778"/>
                  </a:cubicBezTo>
                  <a:cubicBezTo>
                    <a:pt x="73" y="33778"/>
                    <a:pt x="103" y="33756"/>
                    <a:pt x="129" y="33705"/>
                  </a:cubicBezTo>
                  <a:cubicBezTo>
                    <a:pt x="3731" y="28201"/>
                    <a:pt x="17708" y="5752"/>
                    <a:pt x="20844" y="48"/>
                  </a:cubicBezTo>
                  <a:cubicBezTo>
                    <a:pt x="20867" y="24"/>
                    <a:pt x="20857" y="1"/>
                    <a:pt x="208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5654014" y="4496629"/>
              <a:ext cx="63845" cy="171765"/>
            </a:xfrm>
            <a:custGeom>
              <a:avLst/>
              <a:gdLst/>
              <a:ahLst/>
              <a:cxnLst/>
              <a:rect l="l" t="t" r="r" b="b"/>
              <a:pathLst>
                <a:path w="2703" h="7272" extrusionOk="0">
                  <a:moveTo>
                    <a:pt x="67" y="0"/>
                  </a:moveTo>
                  <a:cubicBezTo>
                    <a:pt x="34" y="0"/>
                    <a:pt x="0" y="33"/>
                    <a:pt x="34" y="67"/>
                  </a:cubicBezTo>
                  <a:cubicBezTo>
                    <a:pt x="2035" y="1735"/>
                    <a:pt x="2702" y="4904"/>
                    <a:pt x="1501" y="7239"/>
                  </a:cubicBezTo>
                  <a:cubicBezTo>
                    <a:pt x="1501" y="7272"/>
                    <a:pt x="1535" y="7272"/>
                    <a:pt x="1568" y="7272"/>
                  </a:cubicBezTo>
                  <a:cubicBezTo>
                    <a:pt x="2369" y="6038"/>
                    <a:pt x="2636" y="4503"/>
                    <a:pt x="2269" y="3102"/>
                  </a:cubicBezTo>
                  <a:cubicBezTo>
                    <a:pt x="1968" y="1801"/>
                    <a:pt x="1168" y="701"/>
                    <a:pt x="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5942440" y="4325769"/>
              <a:ext cx="61436" cy="188157"/>
            </a:xfrm>
            <a:custGeom>
              <a:avLst/>
              <a:gdLst/>
              <a:ahLst/>
              <a:cxnLst/>
              <a:rect l="l" t="t" r="r" b="b"/>
              <a:pathLst>
                <a:path w="2601" h="7966" extrusionOk="0">
                  <a:moveTo>
                    <a:pt x="1529" y="1"/>
                  </a:moveTo>
                  <a:cubicBezTo>
                    <a:pt x="1478" y="1"/>
                    <a:pt x="1433" y="36"/>
                    <a:pt x="1433" y="95"/>
                  </a:cubicBezTo>
                  <a:cubicBezTo>
                    <a:pt x="1233" y="2663"/>
                    <a:pt x="800" y="5232"/>
                    <a:pt x="66" y="7733"/>
                  </a:cubicBezTo>
                  <a:cubicBezTo>
                    <a:pt x="1" y="7864"/>
                    <a:pt x="105" y="7966"/>
                    <a:pt x="214" y="7966"/>
                  </a:cubicBezTo>
                  <a:cubicBezTo>
                    <a:pt x="272" y="7966"/>
                    <a:pt x="331" y="7937"/>
                    <a:pt x="366" y="7867"/>
                  </a:cubicBezTo>
                  <a:cubicBezTo>
                    <a:pt x="1800" y="5632"/>
                    <a:pt x="2601" y="2563"/>
                    <a:pt x="1634" y="61"/>
                  </a:cubicBezTo>
                  <a:cubicBezTo>
                    <a:pt x="1606" y="19"/>
                    <a:pt x="1566" y="1"/>
                    <a:pt x="15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5901455" y="4356502"/>
              <a:ext cx="61459" cy="188157"/>
            </a:xfrm>
            <a:custGeom>
              <a:avLst/>
              <a:gdLst/>
              <a:ahLst/>
              <a:cxnLst/>
              <a:rect l="l" t="t" r="r" b="b"/>
              <a:pathLst>
                <a:path w="2602" h="7966" extrusionOk="0">
                  <a:moveTo>
                    <a:pt x="1523" y="1"/>
                  </a:moveTo>
                  <a:cubicBezTo>
                    <a:pt x="1479" y="1"/>
                    <a:pt x="1434" y="36"/>
                    <a:pt x="1434" y="95"/>
                  </a:cubicBezTo>
                  <a:cubicBezTo>
                    <a:pt x="1234" y="2663"/>
                    <a:pt x="767" y="5232"/>
                    <a:pt x="66" y="7733"/>
                  </a:cubicBezTo>
                  <a:cubicBezTo>
                    <a:pt x="1" y="7864"/>
                    <a:pt x="106" y="7966"/>
                    <a:pt x="214" y="7966"/>
                  </a:cubicBezTo>
                  <a:cubicBezTo>
                    <a:pt x="272" y="7966"/>
                    <a:pt x="332" y="7937"/>
                    <a:pt x="366" y="7867"/>
                  </a:cubicBezTo>
                  <a:cubicBezTo>
                    <a:pt x="1767" y="5632"/>
                    <a:pt x="2601" y="2563"/>
                    <a:pt x="1601" y="61"/>
                  </a:cubicBezTo>
                  <a:cubicBezTo>
                    <a:pt x="1587" y="19"/>
                    <a:pt x="1555" y="1"/>
                    <a:pt x="15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5860211" y="4387471"/>
              <a:ext cx="61719" cy="187921"/>
            </a:xfrm>
            <a:custGeom>
              <a:avLst/>
              <a:gdLst/>
              <a:ahLst/>
              <a:cxnLst/>
              <a:rect l="l" t="t" r="r" b="b"/>
              <a:pathLst>
                <a:path w="2613" h="7956" extrusionOk="0">
                  <a:moveTo>
                    <a:pt x="1546" y="0"/>
                  </a:moveTo>
                  <a:cubicBezTo>
                    <a:pt x="1499" y="0"/>
                    <a:pt x="1445" y="42"/>
                    <a:pt x="1445" y="84"/>
                  </a:cubicBezTo>
                  <a:cubicBezTo>
                    <a:pt x="1245" y="2686"/>
                    <a:pt x="778" y="5255"/>
                    <a:pt x="44" y="7723"/>
                  </a:cubicBezTo>
                  <a:cubicBezTo>
                    <a:pt x="1" y="7854"/>
                    <a:pt x="113" y="7956"/>
                    <a:pt x="224" y="7956"/>
                  </a:cubicBezTo>
                  <a:cubicBezTo>
                    <a:pt x="284" y="7956"/>
                    <a:pt x="343" y="7926"/>
                    <a:pt x="378" y="7857"/>
                  </a:cubicBezTo>
                  <a:cubicBezTo>
                    <a:pt x="1779" y="5655"/>
                    <a:pt x="2613" y="2586"/>
                    <a:pt x="1612" y="51"/>
                  </a:cubicBezTo>
                  <a:cubicBezTo>
                    <a:pt x="1600" y="14"/>
                    <a:pt x="1574" y="0"/>
                    <a:pt x="15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5818731" y="4418179"/>
              <a:ext cx="62239" cy="187944"/>
            </a:xfrm>
            <a:custGeom>
              <a:avLst/>
              <a:gdLst/>
              <a:ahLst/>
              <a:cxnLst/>
              <a:rect l="l" t="t" r="r" b="b"/>
              <a:pathLst>
                <a:path w="2635" h="7957" extrusionOk="0">
                  <a:moveTo>
                    <a:pt x="1568" y="1"/>
                  </a:moveTo>
                  <a:cubicBezTo>
                    <a:pt x="1520" y="1"/>
                    <a:pt x="1467" y="43"/>
                    <a:pt x="1467" y="85"/>
                  </a:cubicBezTo>
                  <a:cubicBezTo>
                    <a:pt x="1267" y="2687"/>
                    <a:pt x="800" y="5222"/>
                    <a:pt x="66" y="7724"/>
                  </a:cubicBezTo>
                  <a:cubicBezTo>
                    <a:pt x="0" y="7855"/>
                    <a:pt x="119" y="7957"/>
                    <a:pt x="238" y="7957"/>
                  </a:cubicBezTo>
                  <a:cubicBezTo>
                    <a:pt x="301" y="7957"/>
                    <a:pt x="364" y="7927"/>
                    <a:pt x="399" y="7858"/>
                  </a:cubicBezTo>
                  <a:cubicBezTo>
                    <a:pt x="1800" y="5656"/>
                    <a:pt x="2634" y="2554"/>
                    <a:pt x="1633" y="52"/>
                  </a:cubicBezTo>
                  <a:cubicBezTo>
                    <a:pt x="1621" y="15"/>
                    <a:pt x="1595" y="1"/>
                    <a:pt x="15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6016519" y="3901160"/>
              <a:ext cx="143350" cy="106692"/>
            </a:xfrm>
            <a:custGeom>
              <a:avLst/>
              <a:gdLst/>
              <a:ahLst/>
              <a:cxnLst/>
              <a:rect l="l" t="t" r="r" b="b"/>
              <a:pathLst>
                <a:path w="6069" h="4517" extrusionOk="0">
                  <a:moveTo>
                    <a:pt x="2900" y="0"/>
                  </a:moveTo>
                  <a:cubicBezTo>
                    <a:pt x="2228" y="0"/>
                    <a:pt x="1558" y="310"/>
                    <a:pt x="1099" y="1057"/>
                  </a:cubicBezTo>
                  <a:cubicBezTo>
                    <a:pt x="0" y="2812"/>
                    <a:pt x="1590" y="4516"/>
                    <a:pt x="3168" y="4516"/>
                  </a:cubicBezTo>
                  <a:cubicBezTo>
                    <a:pt x="3840" y="4516"/>
                    <a:pt x="4510" y="4207"/>
                    <a:pt x="4969" y="3459"/>
                  </a:cubicBezTo>
                  <a:cubicBezTo>
                    <a:pt x="6068" y="1705"/>
                    <a:pt x="4478" y="0"/>
                    <a:pt x="29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7"/>
            <p:cNvSpPr/>
            <p:nvPr/>
          </p:nvSpPr>
          <p:spPr>
            <a:xfrm>
              <a:off x="5962897" y="4433061"/>
              <a:ext cx="132390" cy="225099"/>
            </a:xfrm>
            <a:custGeom>
              <a:avLst/>
              <a:gdLst/>
              <a:ahLst/>
              <a:cxnLst/>
              <a:rect l="l" t="t" r="r" b="b"/>
              <a:pathLst>
                <a:path w="5605" h="9530" extrusionOk="0">
                  <a:moveTo>
                    <a:pt x="667" y="389"/>
                  </a:moveTo>
                  <a:lnTo>
                    <a:pt x="667" y="389"/>
                  </a:lnTo>
                  <a:cubicBezTo>
                    <a:pt x="1535" y="1490"/>
                    <a:pt x="2469" y="2524"/>
                    <a:pt x="3203" y="3692"/>
                  </a:cubicBezTo>
                  <a:cubicBezTo>
                    <a:pt x="3570" y="4259"/>
                    <a:pt x="3903" y="4859"/>
                    <a:pt x="4203" y="5460"/>
                  </a:cubicBezTo>
                  <a:cubicBezTo>
                    <a:pt x="4569" y="6248"/>
                    <a:pt x="4983" y="8746"/>
                    <a:pt x="3560" y="8746"/>
                  </a:cubicBezTo>
                  <a:cubicBezTo>
                    <a:pt x="3297" y="8746"/>
                    <a:pt x="2970" y="8660"/>
                    <a:pt x="2569" y="8462"/>
                  </a:cubicBezTo>
                  <a:cubicBezTo>
                    <a:pt x="1168" y="7761"/>
                    <a:pt x="1001" y="5059"/>
                    <a:pt x="901" y="3725"/>
                  </a:cubicBezTo>
                  <a:cubicBezTo>
                    <a:pt x="834" y="2624"/>
                    <a:pt x="801" y="1524"/>
                    <a:pt x="667" y="389"/>
                  </a:cubicBezTo>
                  <a:close/>
                  <a:moveTo>
                    <a:pt x="526" y="1"/>
                  </a:moveTo>
                  <a:cubicBezTo>
                    <a:pt x="506" y="1"/>
                    <a:pt x="487" y="17"/>
                    <a:pt x="467" y="56"/>
                  </a:cubicBezTo>
                  <a:cubicBezTo>
                    <a:pt x="432" y="44"/>
                    <a:pt x="396" y="38"/>
                    <a:pt x="362" y="38"/>
                  </a:cubicBezTo>
                  <a:cubicBezTo>
                    <a:pt x="203" y="38"/>
                    <a:pt x="67" y="158"/>
                    <a:pt x="67" y="323"/>
                  </a:cubicBezTo>
                  <a:cubicBezTo>
                    <a:pt x="167" y="2591"/>
                    <a:pt x="0" y="5026"/>
                    <a:pt x="801" y="7194"/>
                  </a:cubicBezTo>
                  <a:cubicBezTo>
                    <a:pt x="1204" y="8287"/>
                    <a:pt x="2103" y="9530"/>
                    <a:pt x="3348" y="9530"/>
                  </a:cubicBezTo>
                  <a:cubicBezTo>
                    <a:pt x="3547" y="9530"/>
                    <a:pt x="3754" y="9498"/>
                    <a:pt x="3970" y="9429"/>
                  </a:cubicBezTo>
                  <a:cubicBezTo>
                    <a:pt x="5604" y="8862"/>
                    <a:pt x="5571" y="6861"/>
                    <a:pt x="5037" y="5560"/>
                  </a:cubicBezTo>
                  <a:cubicBezTo>
                    <a:pt x="4037" y="3358"/>
                    <a:pt x="2502" y="1457"/>
                    <a:pt x="567" y="22"/>
                  </a:cubicBezTo>
                  <a:cubicBezTo>
                    <a:pt x="554" y="9"/>
                    <a:pt x="540" y="1"/>
                    <a:pt x="5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7"/>
            <p:cNvSpPr/>
            <p:nvPr/>
          </p:nvSpPr>
          <p:spPr>
            <a:xfrm>
              <a:off x="5963676" y="4256863"/>
              <a:ext cx="194629" cy="191204"/>
            </a:xfrm>
            <a:custGeom>
              <a:avLst/>
              <a:gdLst/>
              <a:ahLst/>
              <a:cxnLst/>
              <a:rect l="l" t="t" r="r" b="b"/>
              <a:pathLst>
                <a:path w="8240" h="8095" extrusionOk="0">
                  <a:moveTo>
                    <a:pt x="5648" y="822"/>
                  </a:moveTo>
                  <a:cubicBezTo>
                    <a:pt x="7952" y="822"/>
                    <a:pt x="6437" y="3547"/>
                    <a:pt x="5738" y="4246"/>
                  </a:cubicBezTo>
                  <a:cubicBezTo>
                    <a:pt x="5271" y="4713"/>
                    <a:pt x="4737" y="5146"/>
                    <a:pt x="4204" y="5547"/>
                  </a:cubicBezTo>
                  <a:cubicBezTo>
                    <a:pt x="3103" y="6381"/>
                    <a:pt x="1902" y="7048"/>
                    <a:pt x="701" y="7782"/>
                  </a:cubicBezTo>
                  <a:cubicBezTo>
                    <a:pt x="1202" y="6781"/>
                    <a:pt x="1602" y="5747"/>
                    <a:pt x="2069" y="4713"/>
                  </a:cubicBezTo>
                  <a:cubicBezTo>
                    <a:pt x="2636" y="3512"/>
                    <a:pt x="3670" y="1044"/>
                    <a:pt x="5271" y="843"/>
                  </a:cubicBezTo>
                  <a:cubicBezTo>
                    <a:pt x="5407" y="829"/>
                    <a:pt x="5532" y="822"/>
                    <a:pt x="5648" y="822"/>
                  </a:cubicBezTo>
                  <a:close/>
                  <a:moveTo>
                    <a:pt x="5667" y="1"/>
                  </a:moveTo>
                  <a:cubicBezTo>
                    <a:pt x="4720" y="1"/>
                    <a:pt x="3774" y="689"/>
                    <a:pt x="3170" y="1410"/>
                  </a:cubicBezTo>
                  <a:cubicBezTo>
                    <a:pt x="1669" y="3178"/>
                    <a:pt x="968" y="5513"/>
                    <a:pt x="67" y="7615"/>
                  </a:cubicBezTo>
                  <a:cubicBezTo>
                    <a:pt x="1" y="7815"/>
                    <a:pt x="167" y="8015"/>
                    <a:pt x="368" y="8015"/>
                  </a:cubicBezTo>
                  <a:cubicBezTo>
                    <a:pt x="368" y="8064"/>
                    <a:pt x="403" y="8095"/>
                    <a:pt x="436" y="8095"/>
                  </a:cubicBezTo>
                  <a:cubicBezTo>
                    <a:pt x="447" y="8095"/>
                    <a:pt x="459" y="8091"/>
                    <a:pt x="468" y="8082"/>
                  </a:cubicBezTo>
                  <a:cubicBezTo>
                    <a:pt x="2769" y="7415"/>
                    <a:pt x="4871" y="6147"/>
                    <a:pt x="6572" y="4413"/>
                  </a:cubicBezTo>
                  <a:cubicBezTo>
                    <a:pt x="7506" y="3379"/>
                    <a:pt x="8240" y="1511"/>
                    <a:pt x="6872" y="443"/>
                  </a:cubicBezTo>
                  <a:cubicBezTo>
                    <a:pt x="6489" y="130"/>
                    <a:pt x="6078" y="1"/>
                    <a:pt x="56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7"/>
            <p:cNvSpPr/>
            <p:nvPr/>
          </p:nvSpPr>
          <p:spPr>
            <a:xfrm>
              <a:off x="6181944" y="3364227"/>
              <a:ext cx="2178874" cy="1104731"/>
            </a:xfrm>
            <a:custGeom>
              <a:avLst/>
              <a:gdLst/>
              <a:ahLst/>
              <a:cxnLst/>
              <a:rect l="l" t="t" r="r" b="b"/>
              <a:pathLst>
                <a:path w="92247" h="46771" extrusionOk="0">
                  <a:moveTo>
                    <a:pt x="63261" y="0"/>
                  </a:moveTo>
                  <a:cubicBezTo>
                    <a:pt x="63134" y="0"/>
                    <a:pt x="63006" y="1"/>
                    <a:pt x="62879" y="4"/>
                  </a:cubicBezTo>
                  <a:cubicBezTo>
                    <a:pt x="49202" y="271"/>
                    <a:pt x="18981" y="15215"/>
                    <a:pt x="18981" y="15215"/>
                  </a:cubicBezTo>
                  <a:lnTo>
                    <a:pt x="19534" y="20532"/>
                  </a:lnTo>
                  <a:lnTo>
                    <a:pt x="19534" y="20532"/>
                  </a:lnTo>
                  <a:cubicBezTo>
                    <a:pt x="14968" y="21929"/>
                    <a:pt x="12309" y="23054"/>
                    <a:pt x="12309" y="23054"/>
                  </a:cubicBezTo>
                  <a:lnTo>
                    <a:pt x="1" y="46771"/>
                  </a:lnTo>
                  <a:cubicBezTo>
                    <a:pt x="1" y="46771"/>
                    <a:pt x="55607" y="46003"/>
                    <a:pt x="72853" y="33161"/>
                  </a:cubicBezTo>
                  <a:cubicBezTo>
                    <a:pt x="92247" y="18764"/>
                    <a:pt x="79363" y="0"/>
                    <a:pt x="6326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7"/>
            <p:cNvSpPr/>
            <p:nvPr/>
          </p:nvSpPr>
          <p:spPr>
            <a:xfrm>
              <a:off x="6641559" y="3679489"/>
              <a:ext cx="903512" cy="164750"/>
            </a:xfrm>
            <a:custGeom>
              <a:avLst/>
              <a:gdLst/>
              <a:ahLst/>
              <a:cxnLst/>
              <a:rect l="l" t="t" r="r" b="b"/>
              <a:pathLst>
                <a:path w="38252" h="6975" extrusionOk="0">
                  <a:moveTo>
                    <a:pt x="36183" y="1"/>
                  </a:moveTo>
                  <a:cubicBezTo>
                    <a:pt x="35283" y="267"/>
                    <a:pt x="34349" y="434"/>
                    <a:pt x="33415" y="668"/>
                  </a:cubicBezTo>
                  <a:cubicBezTo>
                    <a:pt x="32981" y="801"/>
                    <a:pt x="32514" y="901"/>
                    <a:pt x="32080" y="1035"/>
                  </a:cubicBezTo>
                  <a:cubicBezTo>
                    <a:pt x="31847" y="1101"/>
                    <a:pt x="31613" y="1168"/>
                    <a:pt x="31380" y="1268"/>
                  </a:cubicBezTo>
                  <a:cubicBezTo>
                    <a:pt x="31280" y="1302"/>
                    <a:pt x="31180" y="1335"/>
                    <a:pt x="31080" y="1368"/>
                  </a:cubicBezTo>
                  <a:cubicBezTo>
                    <a:pt x="30613" y="1402"/>
                    <a:pt x="30146" y="1435"/>
                    <a:pt x="29679" y="1468"/>
                  </a:cubicBezTo>
                  <a:cubicBezTo>
                    <a:pt x="24708" y="1869"/>
                    <a:pt x="19772" y="2502"/>
                    <a:pt x="14868" y="3403"/>
                  </a:cubicBezTo>
                  <a:cubicBezTo>
                    <a:pt x="12400" y="3870"/>
                    <a:pt x="9931" y="4337"/>
                    <a:pt x="7496" y="4837"/>
                  </a:cubicBezTo>
                  <a:cubicBezTo>
                    <a:pt x="5061" y="5338"/>
                    <a:pt x="2626" y="5838"/>
                    <a:pt x="258" y="6505"/>
                  </a:cubicBezTo>
                  <a:cubicBezTo>
                    <a:pt x="1" y="6569"/>
                    <a:pt x="84" y="6974"/>
                    <a:pt x="329" y="6974"/>
                  </a:cubicBezTo>
                  <a:cubicBezTo>
                    <a:pt x="338" y="6974"/>
                    <a:pt x="348" y="6973"/>
                    <a:pt x="358" y="6972"/>
                  </a:cubicBezTo>
                  <a:cubicBezTo>
                    <a:pt x="3126" y="6605"/>
                    <a:pt x="5895" y="6005"/>
                    <a:pt x="8630" y="5438"/>
                  </a:cubicBezTo>
                  <a:cubicBezTo>
                    <a:pt x="13534" y="4437"/>
                    <a:pt x="18437" y="3536"/>
                    <a:pt x="23374" y="2769"/>
                  </a:cubicBezTo>
                  <a:cubicBezTo>
                    <a:pt x="25843" y="2402"/>
                    <a:pt x="28244" y="2135"/>
                    <a:pt x="30713" y="1835"/>
                  </a:cubicBezTo>
                  <a:cubicBezTo>
                    <a:pt x="33215" y="1568"/>
                    <a:pt x="35683" y="1335"/>
                    <a:pt x="38185" y="1268"/>
                  </a:cubicBezTo>
                  <a:cubicBezTo>
                    <a:pt x="38251" y="1268"/>
                    <a:pt x="38251" y="1168"/>
                    <a:pt x="38185" y="1168"/>
                  </a:cubicBezTo>
                  <a:cubicBezTo>
                    <a:pt x="36350" y="1168"/>
                    <a:pt x="34515" y="1201"/>
                    <a:pt x="32681" y="1302"/>
                  </a:cubicBezTo>
                  <a:lnTo>
                    <a:pt x="33481" y="1035"/>
                  </a:lnTo>
                  <a:cubicBezTo>
                    <a:pt x="34415" y="734"/>
                    <a:pt x="35316" y="368"/>
                    <a:pt x="36217" y="67"/>
                  </a:cubicBezTo>
                  <a:cubicBezTo>
                    <a:pt x="36283" y="67"/>
                    <a:pt x="36250" y="1"/>
                    <a:pt x="361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6314629" y="3884057"/>
              <a:ext cx="258946" cy="557456"/>
            </a:xfrm>
            <a:custGeom>
              <a:avLst/>
              <a:gdLst/>
              <a:ahLst/>
              <a:cxnLst/>
              <a:rect l="l" t="t" r="r" b="b"/>
              <a:pathLst>
                <a:path w="10963" h="23601" extrusionOk="0">
                  <a:moveTo>
                    <a:pt x="10894" y="0"/>
                  </a:moveTo>
                  <a:cubicBezTo>
                    <a:pt x="10882" y="0"/>
                    <a:pt x="10871" y="5"/>
                    <a:pt x="10862" y="13"/>
                  </a:cubicBezTo>
                  <a:cubicBezTo>
                    <a:pt x="10328" y="747"/>
                    <a:pt x="5425" y="11188"/>
                    <a:pt x="4091" y="14257"/>
                  </a:cubicBezTo>
                  <a:cubicBezTo>
                    <a:pt x="3390" y="15791"/>
                    <a:pt x="2723" y="17359"/>
                    <a:pt x="2056" y="18894"/>
                  </a:cubicBezTo>
                  <a:cubicBezTo>
                    <a:pt x="1389" y="20461"/>
                    <a:pt x="755" y="22029"/>
                    <a:pt x="21" y="23530"/>
                  </a:cubicBezTo>
                  <a:cubicBezTo>
                    <a:pt x="0" y="23572"/>
                    <a:pt x="31" y="23600"/>
                    <a:pt x="57" y="23600"/>
                  </a:cubicBezTo>
                  <a:cubicBezTo>
                    <a:pt x="73" y="23600"/>
                    <a:pt x="88" y="23589"/>
                    <a:pt x="88" y="23564"/>
                  </a:cubicBezTo>
                  <a:cubicBezTo>
                    <a:pt x="488" y="22696"/>
                    <a:pt x="955" y="21829"/>
                    <a:pt x="1355" y="20995"/>
                  </a:cubicBezTo>
                  <a:cubicBezTo>
                    <a:pt x="1789" y="20128"/>
                    <a:pt x="2223" y="19261"/>
                    <a:pt x="2656" y="18393"/>
                  </a:cubicBezTo>
                  <a:cubicBezTo>
                    <a:pt x="4124" y="15358"/>
                    <a:pt x="5625" y="12322"/>
                    <a:pt x="7026" y="9253"/>
                  </a:cubicBezTo>
                  <a:cubicBezTo>
                    <a:pt x="7726" y="7719"/>
                    <a:pt x="10762" y="847"/>
                    <a:pt x="10962" y="80"/>
                  </a:cubicBezTo>
                  <a:cubicBezTo>
                    <a:pt x="10962" y="31"/>
                    <a:pt x="10926" y="0"/>
                    <a:pt x="1089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7"/>
            <p:cNvSpPr/>
            <p:nvPr/>
          </p:nvSpPr>
          <p:spPr>
            <a:xfrm>
              <a:off x="6683086" y="3798450"/>
              <a:ext cx="1356166" cy="835841"/>
            </a:xfrm>
            <a:custGeom>
              <a:avLst/>
              <a:gdLst/>
              <a:ahLst/>
              <a:cxnLst/>
              <a:rect l="l" t="t" r="r" b="b"/>
              <a:pathLst>
                <a:path w="57416" h="35387" extrusionOk="0">
                  <a:moveTo>
                    <a:pt x="31385" y="1"/>
                  </a:moveTo>
                  <a:cubicBezTo>
                    <a:pt x="31084" y="1"/>
                    <a:pt x="20682" y="7407"/>
                    <a:pt x="20682" y="7407"/>
                  </a:cubicBezTo>
                  <a:cubicBezTo>
                    <a:pt x="20655" y="7443"/>
                    <a:pt x="20549" y="7459"/>
                    <a:pt x="20375" y="7459"/>
                  </a:cubicBezTo>
                  <a:cubicBezTo>
                    <a:pt x="17795" y="7459"/>
                    <a:pt x="201" y="3771"/>
                    <a:pt x="201" y="3771"/>
                  </a:cubicBezTo>
                  <a:lnTo>
                    <a:pt x="1" y="27955"/>
                  </a:lnTo>
                  <a:lnTo>
                    <a:pt x="36493" y="27154"/>
                  </a:lnTo>
                  <a:cubicBezTo>
                    <a:pt x="36493" y="27154"/>
                    <a:pt x="41430" y="30090"/>
                    <a:pt x="45934" y="32425"/>
                  </a:cubicBezTo>
                  <a:cubicBezTo>
                    <a:pt x="48702" y="33892"/>
                    <a:pt x="51171" y="35127"/>
                    <a:pt x="51871" y="35293"/>
                  </a:cubicBezTo>
                  <a:cubicBezTo>
                    <a:pt x="52122" y="35357"/>
                    <a:pt x="52409" y="35387"/>
                    <a:pt x="52717" y="35387"/>
                  </a:cubicBezTo>
                  <a:cubicBezTo>
                    <a:pt x="54658" y="35387"/>
                    <a:pt x="57416" y="34210"/>
                    <a:pt x="57041" y="33059"/>
                  </a:cubicBezTo>
                  <a:cubicBezTo>
                    <a:pt x="56574" y="31758"/>
                    <a:pt x="32991" y="602"/>
                    <a:pt x="31390" y="2"/>
                  </a:cubicBezTo>
                  <a:cubicBezTo>
                    <a:pt x="31389" y="1"/>
                    <a:pt x="31387" y="1"/>
                    <a:pt x="31385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7052654" y="3798450"/>
              <a:ext cx="985828" cy="835888"/>
            </a:xfrm>
            <a:custGeom>
              <a:avLst/>
              <a:gdLst/>
              <a:ahLst/>
              <a:cxnLst/>
              <a:rect l="l" t="t" r="r" b="b"/>
              <a:pathLst>
                <a:path w="41737" h="35389" extrusionOk="0">
                  <a:moveTo>
                    <a:pt x="15740" y="1"/>
                  </a:moveTo>
                  <a:cubicBezTo>
                    <a:pt x="15406" y="1"/>
                    <a:pt x="5004" y="7407"/>
                    <a:pt x="5004" y="7407"/>
                  </a:cubicBezTo>
                  <a:cubicBezTo>
                    <a:pt x="4975" y="7450"/>
                    <a:pt x="4858" y="7470"/>
                    <a:pt x="4665" y="7470"/>
                  </a:cubicBezTo>
                  <a:cubicBezTo>
                    <a:pt x="3953" y="7470"/>
                    <a:pt x="2203" y="7200"/>
                    <a:pt x="0" y="6806"/>
                  </a:cubicBezTo>
                  <a:lnTo>
                    <a:pt x="0" y="6806"/>
                  </a:lnTo>
                  <a:lnTo>
                    <a:pt x="12743" y="27321"/>
                  </a:lnTo>
                  <a:lnTo>
                    <a:pt x="20848" y="27154"/>
                  </a:lnTo>
                  <a:cubicBezTo>
                    <a:pt x="20848" y="27154"/>
                    <a:pt x="25785" y="30056"/>
                    <a:pt x="30289" y="32425"/>
                  </a:cubicBezTo>
                  <a:lnTo>
                    <a:pt x="30322" y="32425"/>
                  </a:lnTo>
                  <a:cubicBezTo>
                    <a:pt x="33091" y="33892"/>
                    <a:pt x="35526" y="35127"/>
                    <a:pt x="36226" y="35293"/>
                  </a:cubicBezTo>
                  <a:cubicBezTo>
                    <a:pt x="36482" y="35359"/>
                    <a:pt x="36774" y="35389"/>
                    <a:pt x="37087" y="35389"/>
                  </a:cubicBezTo>
                  <a:cubicBezTo>
                    <a:pt x="39021" y="35389"/>
                    <a:pt x="41736" y="34240"/>
                    <a:pt x="41363" y="33092"/>
                  </a:cubicBezTo>
                  <a:cubicBezTo>
                    <a:pt x="40929" y="31758"/>
                    <a:pt x="17346" y="602"/>
                    <a:pt x="15745" y="2"/>
                  </a:cubicBezTo>
                  <a:cubicBezTo>
                    <a:pt x="15744" y="1"/>
                    <a:pt x="15742" y="1"/>
                    <a:pt x="15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7171638" y="3798191"/>
              <a:ext cx="873113" cy="839195"/>
            </a:xfrm>
            <a:custGeom>
              <a:avLst/>
              <a:gdLst/>
              <a:ahLst/>
              <a:cxnLst/>
              <a:rect l="l" t="t" r="r" b="b"/>
              <a:pathLst>
                <a:path w="36965" h="35529" extrusionOk="0">
                  <a:moveTo>
                    <a:pt x="10662" y="0"/>
                  </a:moveTo>
                  <a:cubicBezTo>
                    <a:pt x="9782" y="0"/>
                    <a:pt x="4798" y="3103"/>
                    <a:pt x="0" y="7418"/>
                  </a:cubicBezTo>
                  <a:lnTo>
                    <a:pt x="15278" y="27466"/>
                  </a:lnTo>
                  <a:cubicBezTo>
                    <a:pt x="15278" y="27466"/>
                    <a:pt x="29388" y="34938"/>
                    <a:pt x="31289" y="35438"/>
                  </a:cubicBezTo>
                  <a:cubicBezTo>
                    <a:pt x="31536" y="35500"/>
                    <a:pt x="31817" y="35528"/>
                    <a:pt x="32119" y="35528"/>
                  </a:cubicBezTo>
                  <a:cubicBezTo>
                    <a:pt x="34103" y="35528"/>
                    <a:pt x="36965" y="34294"/>
                    <a:pt x="36560" y="33136"/>
                  </a:cubicBezTo>
                  <a:cubicBezTo>
                    <a:pt x="36093" y="31769"/>
                    <a:pt x="12409" y="613"/>
                    <a:pt x="10741" y="13"/>
                  </a:cubicBezTo>
                  <a:cubicBezTo>
                    <a:pt x="10720" y="4"/>
                    <a:pt x="10694" y="0"/>
                    <a:pt x="10662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7"/>
            <p:cNvSpPr/>
            <p:nvPr/>
          </p:nvSpPr>
          <p:spPr>
            <a:xfrm>
              <a:off x="7435213" y="3846734"/>
              <a:ext cx="565581" cy="747148"/>
            </a:xfrm>
            <a:custGeom>
              <a:avLst/>
              <a:gdLst/>
              <a:ahLst/>
              <a:cxnLst/>
              <a:rect l="l" t="t" r="r" b="b"/>
              <a:pathLst>
                <a:path w="23945" h="31632" extrusionOk="0">
                  <a:moveTo>
                    <a:pt x="4" y="1"/>
                  </a:moveTo>
                  <a:cubicBezTo>
                    <a:pt x="0" y="1"/>
                    <a:pt x="0" y="9"/>
                    <a:pt x="17" y="26"/>
                  </a:cubicBezTo>
                  <a:cubicBezTo>
                    <a:pt x="17" y="9"/>
                    <a:pt x="9" y="1"/>
                    <a:pt x="4" y="1"/>
                  </a:cubicBezTo>
                  <a:close/>
                  <a:moveTo>
                    <a:pt x="17" y="26"/>
                  </a:moveTo>
                  <a:cubicBezTo>
                    <a:pt x="3653" y="5430"/>
                    <a:pt x="19698" y="26478"/>
                    <a:pt x="23800" y="31582"/>
                  </a:cubicBezTo>
                  <a:cubicBezTo>
                    <a:pt x="23835" y="31616"/>
                    <a:pt x="23866" y="31631"/>
                    <a:pt x="23889" y="31631"/>
                  </a:cubicBezTo>
                  <a:cubicBezTo>
                    <a:pt x="23931" y="31631"/>
                    <a:pt x="23944" y="31580"/>
                    <a:pt x="23901" y="31515"/>
                  </a:cubicBezTo>
                  <a:cubicBezTo>
                    <a:pt x="20098" y="26178"/>
                    <a:pt x="4186" y="5029"/>
                    <a:pt x="17" y="2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7"/>
            <p:cNvSpPr/>
            <p:nvPr/>
          </p:nvSpPr>
          <p:spPr>
            <a:xfrm>
              <a:off x="7816970" y="4433369"/>
              <a:ext cx="51870" cy="175024"/>
            </a:xfrm>
            <a:custGeom>
              <a:avLst/>
              <a:gdLst/>
              <a:ahLst/>
              <a:cxnLst/>
              <a:rect l="l" t="t" r="r" b="b"/>
              <a:pathLst>
                <a:path w="2196" h="7410" extrusionOk="0">
                  <a:moveTo>
                    <a:pt x="2124" y="0"/>
                  </a:moveTo>
                  <a:cubicBezTo>
                    <a:pt x="2116" y="0"/>
                    <a:pt x="2109" y="3"/>
                    <a:pt x="2102" y="9"/>
                  </a:cubicBezTo>
                  <a:cubicBezTo>
                    <a:pt x="1068" y="810"/>
                    <a:pt x="401" y="2011"/>
                    <a:pt x="201" y="3312"/>
                  </a:cubicBezTo>
                  <a:cubicBezTo>
                    <a:pt x="1" y="4746"/>
                    <a:pt x="401" y="6247"/>
                    <a:pt x="1302" y="7381"/>
                  </a:cubicBezTo>
                  <a:cubicBezTo>
                    <a:pt x="1312" y="7402"/>
                    <a:pt x="1329" y="7410"/>
                    <a:pt x="1345" y="7410"/>
                  </a:cubicBezTo>
                  <a:cubicBezTo>
                    <a:pt x="1381" y="7410"/>
                    <a:pt x="1414" y="7371"/>
                    <a:pt x="1368" y="7348"/>
                  </a:cubicBezTo>
                  <a:cubicBezTo>
                    <a:pt x="1" y="5013"/>
                    <a:pt x="301" y="2044"/>
                    <a:pt x="2169" y="76"/>
                  </a:cubicBezTo>
                  <a:cubicBezTo>
                    <a:pt x="2196" y="49"/>
                    <a:pt x="2157" y="0"/>
                    <a:pt x="212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7"/>
            <p:cNvSpPr/>
            <p:nvPr/>
          </p:nvSpPr>
          <p:spPr>
            <a:xfrm>
              <a:off x="7509670" y="4294257"/>
              <a:ext cx="71498" cy="182842"/>
            </a:xfrm>
            <a:custGeom>
              <a:avLst/>
              <a:gdLst/>
              <a:ahLst/>
              <a:cxnLst/>
              <a:rect l="l" t="t" r="r" b="b"/>
              <a:pathLst>
                <a:path w="3027" h="7741" extrusionOk="0">
                  <a:moveTo>
                    <a:pt x="814" y="1"/>
                  </a:moveTo>
                  <a:cubicBezTo>
                    <a:pt x="780" y="1"/>
                    <a:pt x="748" y="19"/>
                    <a:pt x="734" y="61"/>
                  </a:cubicBezTo>
                  <a:cubicBezTo>
                    <a:pt x="0" y="2663"/>
                    <a:pt x="1135" y="5632"/>
                    <a:pt x="2736" y="7700"/>
                  </a:cubicBezTo>
                  <a:cubicBezTo>
                    <a:pt x="2774" y="7728"/>
                    <a:pt x="2814" y="7740"/>
                    <a:pt x="2852" y="7740"/>
                  </a:cubicBezTo>
                  <a:cubicBezTo>
                    <a:pt x="2948" y="7740"/>
                    <a:pt x="3026" y="7662"/>
                    <a:pt x="3003" y="7566"/>
                  </a:cubicBezTo>
                  <a:cubicBezTo>
                    <a:pt x="2035" y="5165"/>
                    <a:pt x="1335" y="2629"/>
                    <a:pt x="934" y="94"/>
                  </a:cubicBezTo>
                  <a:cubicBezTo>
                    <a:pt x="915" y="36"/>
                    <a:pt x="862" y="1"/>
                    <a:pt x="8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7"/>
            <p:cNvSpPr/>
            <p:nvPr/>
          </p:nvSpPr>
          <p:spPr>
            <a:xfrm>
              <a:off x="7553796" y="4321045"/>
              <a:ext cx="71498" cy="182842"/>
            </a:xfrm>
            <a:custGeom>
              <a:avLst/>
              <a:gdLst/>
              <a:ahLst/>
              <a:cxnLst/>
              <a:rect l="l" t="t" r="r" b="b"/>
              <a:pathLst>
                <a:path w="3027" h="7741" extrusionOk="0">
                  <a:moveTo>
                    <a:pt x="812" y="1"/>
                  </a:moveTo>
                  <a:cubicBezTo>
                    <a:pt x="780" y="1"/>
                    <a:pt x="748" y="19"/>
                    <a:pt x="734" y="61"/>
                  </a:cubicBezTo>
                  <a:cubicBezTo>
                    <a:pt x="0" y="2663"/>
                    <a:pt x="1101" y="5632"/>
                    <a:pt x="2736" y="7700"/>
                  </a:cubicBezTo>
                  <a:cubicBezTo>
                    <a:pt x="2764" y="7728"/>
                    <a:pt x="2800" y="7741"/>
                    <a:pt x="2837" y="7741"/>
                  </a:cubicBezTo>
                  <a:cubicBezTo>
                    <a:pt x="2930" y="7741"/>
                    <a:pt x="3026" y="7662"/>
                    <a:pt x="3003" y="7566"/>
                  </a:cubicBezTo>
                  <a:cubicBezTo>
                    <a:pt x="2035" y="5165"/>
                    <a:pt x="1335" y="2630"/>
                    <a:pt x="901" y="94"/>
                  </a:cubicBezTo>
                  <a:cubicBezTo>
                    <a:pt x="901" y="36"/>
                    <a:pt x="856" y="1"/>
                    <a:pt x="8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7"/>
            <p:cNvSpPr/>
            <p:nvPr/>
          </p:nvSpPr>
          <p:spPr>
            <a:xfrm>
              <a:off x="7597922" y="4347832"/>
              <a:ext cx="70718" cy="182842"/>
            </a:xfrm>
            <a:custGeom>
              <a:avLst/>
              <a:gdLst/>
              <a:ahLst/>
              <a:cxnLst/>
              <a:rect l="l" t="t" r="r" b="b"/>
              <a:pathLst>
                <a:path w="2994" h="7741" extrusionOk="0">
                  <a:moveTo>
                    <a:pt x="781" y="1"/>
                  </a:moveTo>
                  <a:cubicBezTo>
                    <a:pt x="746" y="1"/>
                    <a:pt x="715" y="19"/>
                    <a:pt x="701" y="61"/>
                  </a:cubicBezTo>
                  <a:cubicBezTo>
                    <a:pt x="0" y="2663"/>
                    <a:pt x="1101" y="5632"/>
                    <a:pt x="2702" y="7700"/>
                  </a:cubicBezTo>
                  <a:cubicBezTo>
                    <a:pt x="2740" y="7728"/>
                    <a:pt x="2781" y="7741"/>
                    <a:pt x="2819" y="7741"/>
                  </a:cubicBezTo>
                  <a:cubicBezTo>
                    <a:pt x="2914" y="7741"/>
                    <a:pt x="2993" y="7662"/>
                    <a:pt x="2969" y="7567"/>
                  </a:cubicBezTo>
                  <a:cubicBezTo>
                    <a:pt x="2035" y="5165"/>
                    <a:pt x="1335" y="2630"/>
                    <a:pt x="901" y="95"/>
                  </a:cubicBezTo>
                  <a:cubicBezTo>
                    <a:pt x="882" y="36"/>
                    <a:pt x="828" y="1"/>
                    <a:pt x="7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7"/>
            <p:cNvSpPr/>
            <p:nvPr/>
          </p:nvSpPr>
          <p:spPr>
            <a:xfrm>
              <a:off x="7641269" y="4374620"/>
              <a:ext cx="71498" cy="182842"/>
            </a:xfrm>
            <a:custGeom>
              <a:avLst/>
              <a:gdLst/>
              <a:ahLst/>
              <a:cxnLst/>
              <a:rect l="l" t="t" r="r" b="b"/>
              <a:pathLst>
                <a:path w="3027" h="7741" extrusionOk="0">
                  <a:moveTo>
                    <a:pt x="814" y="1"/>
                  </a:moveTo>
                  <a:cubicBezTo>
                    <a:pt x="779" y="1"/>
                    <a:pt x="748" y="19"/>
                    <a:pt x="734" y="61"/>
                  </a:cubicBezTo>
                  <a:cubicBezTo>
                    <a:pt x="0" y="2663"/>
                    <a:pt x="1101" y="5632"/>
                    <a:pt x="2735" y="7700"/>
                  </a:cubicBezTo>
                  <a:cubicBezTo>
                    <a:pt x="2764" y="7729"/>
                    <a:pt x="2800" y="7741"/>
                    <a:pt x="2837" y="7741"/>
                  </a:cubicBezTo>
                  <a:cubicBezTo>
                    <a:pt x="2930" y="7741"/>
                    <a:pt x="3026" y="7662"/>
                    <a:pt x="3002" y="7567"/>
                  </a:cubicBezTo>
                  <a:cubicBezTo>
                    <a:pt x="2035" y="5165"/>
                    <a:pt x="1334" y="2663"/>
                    <a:pt x="934" y="95"/>
                  </a:cubicBezTo>
                  <a:cubicBezTo>
                    <a:pt x="915" y="37"/>
                    <a:pt x="861" y="1"/>
                    <a:pt x="8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7"/>
            <p:cNvSpPr/>
            <p:nvPr/>
          </p:nvSpPr>
          <p:spPr>
            <a:xfrm>
              <a:off x="7311245" y="3881601"/>
              <a:ext cx="147767" cy="107660"/>
            </a:xfrm>
            <a:custGeom>
              <a:avLst/>
              <a:gdLst/>
              <a:ahLst/>
              <a:cxnLst/>
              <a:rect l="l" t="t" r="r" b="b"/>
              <a:pathLst>
                <a:path w="6256" h="4558" extrusionOk="0">
                  <a:moveTo>
                    <a:pt x="3263" y="0"/>
                  </a:moveTo>
                  <a:cubicBezTo>
                    <a:pt x="1604" y="0"/>
                    <a:pt x="1" y="1943"/>
                    <a:pt x="1295" y="3653"/>
                  </a:cubicBezTo>
                  <a:cubicBezTo>
                    <a:pt x="1781" y="4292"/>
                    <a:pt x="2401" y="4557"/>
                    <a:pt x="3011" y="4557"/>
                  </a:cubicBezTo>
                  <a:cubicBezTo>
                    <a:pt x="4665" y="4557"/>
                    <a:pt x="6256" y="2614"/>
                    <a:pt x="4965" y="885"/>
                  </a:cubicBezTo>
                  <a:cubicBezTo>
                    <a:pt x="4483" y="260"/>
                    <a:pt x="3869" y="0"/>
                    <a:pt x="326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7"/>
            <p:cNvSpPr/>
            <p:nvPr/>
          </p:nvSpPr>
          <p:spPr>
            <a:xfrm>
              <a:off x="7439536" y="4400888"/>
              <a:ext cx="126887" cy="230767"/>
            </a:xfrm>
            <a:custGeom>
              <a:avLst/>
              <a:gdLst/>
              <a:ahLst/>
              <a:cxnLst/>
              <a:rect l="l" t="t" r="r" b="b"/>
              <a:pathLst>
                <a:path w="5372" h="9770" extrusionOk="0">
                  <a:moveTo>
                    <a:pt x="4237" y="417"/>
                  </a:moveTo>
                  <a:cubicBezTo>
                    <a:pt x="4237" y="1518"/>
                    <a:pt x="4304" y="2652"/>
                    <a:pt x="4337" y="3753"/>
                  </a:cubicBezTo>
                  <a:cubicBezTo>
                    <a:pt x="4370" y="5087"/>
                    <a:pt x="4470" y="7789"/>
                    <a:pt x="3136" y="8623"/>
                  </a:cubicBezTo>
                  <a:lnTo>
                    <a:pt x="3103" y="8623"/>
                  </a:lnTo>
                  <a:cubicBezTo>
                    <a:pt x="2676" y="8890"/>
                    <a:pt x="2330" y="9003"/>
                    <a:pt x="2052" y="9003"/>
                  </a:cubicBezTo>
                  <a:cubicBezTo>
                    <a:pt x="766" y="9003"/>
                    <a:pt x="927" y="6583"/>
                    <a:pt x="1201" y="5788"/>
                  </a:cubicBezTo>
                  <a:cubicBezTo>
                    <a:pt x="1435" y="5154"/>
                    <a:pt x="1735" y="4520"/>
                    <a:pt x="2035" y="3953"/>
                  </a:cubicBezTo>
                  <a:cubicBezTo>
                    <a:pt x="2736" y="2719"/>
                    <a:pt x="3470" y="1551"/>
                    <a:pt x="4237" y="417"/>
                  </a:cubicBezTo>
                  <a:close/>
                  <a:moveTo>
                    <a:pt x="4375" y="0"/>
                  </a:moveTo>
                  <a:cubicBezTo>
                    <a:pt x="4354" y="0"/>
                    <a:pt x="4337" y="17"/>
                    <a:pt x="4337" y="50"/>
                  </a:cubicBezTo>
                  <a:cubicBezTo>
                    <a:pt x="2536" y="1651"/>
                    <a:pt x="1168" y="3686"/>
                    <a:pt x="434" y="5988"/>
                  </a:cubicBezTo>
                  <a:cubicBezTo>
                    <a:pt x="1" y="7355"/>
                    <a:pt x="167" y="9323"/>
                    <a:pt x="1835" y="9724"/>
                  </a:cubicBezTo>
                  <a:cubicBezTo>
                    <a:pt x="1986" y="9755"/>
                    <a:pt x="2132" y="9770"/>
                    <a:pt x="2272" y="9770"/>
                  </a:cubicBezTo>
                  <a:cubicBezTo>
                    <a:pt x="3619" y="9770"/>
                    <a:pt x="4469" y="8397"/>
                    <a:pt x="4771" y="7189"/>
                  </a:cubicBezTo>
                  <a:cubicBezTo>
                    <a:pt x="5371" y="4954"/>
                    <a:pt x="5004" y="2552"/>
                    <a:pt x="4904" y="284"/>
                  </a:cubicBezTo>
                  <a:cubicBezTo>
                    <a:pt x="4879" y="130"/>
                    <a:pt x="4736" y="16"/>
                    <a:pt x="4580" y="16"/>
                  </a:cubicBezTo>
                  <a:cubicBezTo>
                    <a:pt x="4533" y="16"/>
                    <a:pt x="4484" y="27"/>
                    <a:pt x="4437" y="50"/>
                  </a:cubicBezTo>
                  <a:cubicBezTo>
                    <a:pt x="4420" y="17"/>
                    <a:pt x="4395" y="0"/>
                    <a:pt x="43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7"/>
            <p:cNvSpPr/>
            <p:nvPr/>
          </p:nvSpPr>
          <p:spPr>
            <a:xfrm>
              <a:off x="7347339" y="4237021"/>
              <a:ext cx="208045" cy="178449"/>
            </a:xfrm>
            <a:custGeom>
              <a:avLst/>
              <a:gdLst/>
              <a:ahLst/>
              <a:cxnLst/>
              <a:rect l="l" t="t" r="r" b="b"/>
              <a:pathLst>
                <a:path w="8808" h="7555" extrusionOk="0">
                  <a:moveTo>
                    <a:pt x="2853" y="816"/>
                  </a:moveTo>
                  <a:cubicBezTo>
                    <a:pt x="2869" y="816"/>
                    <a:pt x="2886" y="816"/>
                    <a:pt x="2903" y="816"/>
                  </a:cubicBezTo>
                  <a:cubicBezTo>
                    <a:pt x="4504" y="849"/>
                    <a:pt x="5772" y="3184"/>
                    <a:pt x="6439" y="4352"/>
                  </a:cubicBezTo>
                  <a:cubicBezTo>
                    <a:pt x="7006" y="5319"/>
                    <a:pt x="7506" y="6320"/>
                    <a:pt x="8107" y="7287"/>
                  </a:cubicBezTo>
                  <a:cubicBezTo>
                    <a:pt x="6839" y="6720"/>
                    <a:pt x="5605" y="6087"/>
                    <a:pt x="4404" y="5386"/>
                  </a:cubicBezTo>
                  <a:cubicBezTo>
                    <a:pt x="3837" y="5052"/>
                    <a:pt x="3270" y="4652"/>
                    <a:pt x="2736" y="4252"/>
                  </a:cubicBezTo>
                  <a:cubicBezTo>
                    <a:pt x="1940" y="3589"/>
                    <a:pt x="57" y="816"/>
                    <a:pt x="2853" y="816"/>
                  </a:cubicBezTo>
                  <a:close/>
                  <a:moveTo>
                    <a:pt x="2602" y="0"/>
                  </a:moveTo>
                  <a:cubicBezTo>
                    <a:pt x="2132" y="0"/>
                    <a:pt x="1672" y="157"/>
                    <a:pt x="1268" y="549"/>
                  </a:cubicBezTo>
                  <a:cubicBezTo>
                    <a:pt x="1" y="1750"/>
                    <a:pt x="901" y="3518"/>
                    <a:pt x="1936" y="4485"/>
                  </a:cubicBezTo>
                  <a:cubicBezTo>
                    <a:pt x="3770" y="6053"/>
                    <a:pt x="6005" y="7087"/>
                    <a:pt x="8373" y="7554"/>
                  </a:cubicBezTo>
                  <a:cubicBezTo>
                    <a:pt x="8407" y="7554"/>
                    <a:pt x="8440" y="7521"/>
                    <a:pt x="8440" y="7488"/>
                  </a:cubicBezTo>
                  <a:cubicBezTo>
                    <a:pt x="8674" y="7454"/>
                    <a:pt x="8807" y="7221"/>
                    <a:pt x="8707" y="7054"/>
                  </a:cubicBezTo>
                  <a:cubicBezTo>
                    <a:pt x="7640" y="5052"/>
                    <a:pt x="6706" y="2784"/>
                    <a:pt x="5071" y="1150"/>
                  </a:cubicBezTo>
                  <a:cubicBezTo>
                    <a:pt x="4417" y="561"/>
                    <a:pt x="3491" y="0"/>
                    <a:pt x="26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7"/>
            <p:cNvSpPr/>
            <p:nvPr/>
          </p:nvSpPr>
          <p:spPr>
            <a:xfrm>
              <a:off x="5012604" y="3555472"/>
              <a:ext cx="2318020" cy="968373"/>
            </a:xfrm>
            <a:custGeom>
              <a:avLst/>
              <a:gdLst/>
              <a:ahLst/>
              <a:cxnLst/>
              <a:rect l="l" t="t" r="r" b="b"/>
              <a:pathLst>
                <a:path w="98138" h="40998" extrusionOk="0">
                  <a:moveTo>
                    <a:pt x="28804" y="0"/>
                  </a:moveTo>
                  <a:cubicBezTo>
                    <a:pt x="26458" y="0"/>
                    <a:pt x="24246" y="126"/>
                    <a:pt x="22250" y="414"/>
                  </a:cubicBezTo>
                  <a:cubicBezTo>
                    <a:pt x="6138" y="2715"/>
                    <a:pt x="1" y="23130"/>
                    <a:pt x="16012" y="33738"/>
                  </a:cubicBezTo>
                  <a:cubicBezTo>
                    <a:pt x="24790" y="39550"/>
                    <a:pt x="45461" y="40997"/>
                    <a:pt x="63868" y="40997"/>
                  </a:cubicBezTo>
                  <a:cubicBezTo>
                    <a:pt x="82116" y="40997"/>
                    <a:pt x="98137" y="39575"/>
                    <a:pt x="98137" y="39575"/>
                  </a:cubicBezTo>
                  <a:lnTo>
                    <a:pt x="83727" y="15158"/>
                  </a:lnTo>
                  <a:cubicBezTo>
                    <a:pt x="83727" y="15158"/>
                    <a:pt x="78030" y="13958"/>
                    <a:pt x="69792" y="12866"/>
                  </a:cubicBezTo>
                  <a:lnTo>
                    <a:pt x="69792" y="12866"/>
                  </a:lnTo>
                  <a:lnTo>
                    <a:pt x="69817" y="6618"/>
                  </a:lnTo>
                  <a:cubicBezTo>
                    <a:pt x="69817" y="6618"/>
                    <a:pt x="45791" y="0"/>
                    <a:pt x="2880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7"/>
            <p:cNvSpPr/>
            <p:nvPr/>
          </p:nvSpPr>
          <p:spPr>
            <a:xfrm>
              <a:off x="5753298" y="3784301"/>
              <a:ext cx="1261072" cy="169143"/>
            </a:xfrm>
            <a:custGeom>
              <a:avLst/>
              <a:gdLst/>
              <a:ahLst/>
              <a:cxnLst/>
              <a:rect l="l" t="t" r="r" b="b"/>
              <a:pathLst>
                <a:path w="53390" h="7161" extrusionOk="0">
                  <a:moveTo>
                    <a:pt x="1935" y="0"/>
                  </a:moveTo>
                  <a:cubicBezTo>
                    <a:pt x="1868" y="0"/>
                    <a:pt x="1835" y="67"/>
                    <a:pt x="1902" y="67"/>
                  </a:cubicBezTo>
                  <a:cubicBezTo>
                    <a:pt x="2836" y="267"/>
                    <a:pt x="3770" y="567"/>
                    <a:pt x="4737" y="767"/>
                  </a:cubicBezTo>
                  <a:cubicBezTo>
                    <a:pt x="5004" y="834"/>
                    <a:pt x="5271" y="867"/>
                    <a:pt x="5571" y="934"/>
                  </a:cubicBezTo>
                  <a:cubicBezTo>
                    <a:pt x="3736" y="1034"/>
                    <a:pt x="1902" y="1168"/>
                    <a:pt x="67" y="1368"/>
                  </a:cubicBezTo>
                  <a:cubicBezTo>
                    <a:pt x="34" y="1368"/>
                    <a:pt x="0" y="1434"/>
                    <a:pt x="67" y="1434"/>
                  </a:cubicBezTo>
                  <a:cubicBezTo>
                    <a:pt x="1735" y="1346"/>
                    <a:pt x="3403" y="1301"/>
                    <a:pt x="5061" y="1301"/>
                  </a:cubicBezTo>
                  <a:cubicBezTo>
                    <a:pt x="5890" y="1301"/>
                    <a:pt x="6716" y="1312"/>
                    <a:pt x="7539" y="1334"/>
                  </a:cubicBezTo>
                  <a:cubicBezTo>
                    <a:pt x="10007" y="1368"/>
                    <a:pt x="12476" y="1434"/>
                    <a:pt x="14944" y="1568"/>
                  </a:cubicBezTo>
                  <a:cubicBezTo>
                    <a:pt x="19948" y="1835"/>
                    <a:pt x="24918" y="2302"/>
                    <a:pt x="29888" y="2802"/>
                  </a:cubicBezTo>
                  <a:cubicBezTo>
                    <a:pt x="32690" y="3102"/>
                    <a:pt x="49569" y="5571"/>
                    <a:pt x="52371" y="5671"/>
                  </a:cubicBezTo>
                  <a:lnTo>
                    <a:pt x="52404" y="5671"/>
                  </a:lnTo>
                  <a:cubicBezTo>
                    <a:pt x="52438" y="5738"/>
                    <a:pt x="52471" y="5804"/>
                    <a:pt x="52504" y="5871"/>
                  </a:cubicBezTo>
                  <a:cubicBezTo>
                    <a:pt x="52571" y="6038"/>
                    <a:pt x="52638" y="6171"/>
                    <a:pt x="52738" y="6338"/>
                  </a:cubicBezTo>
                  <a:cubicBezTo>
                    <a:pt x="52805" y="6471"/>
                    <a:pt x="52871" y="6605"/>
                    <a:pt x="52971" y="6738"/>
                  </a:cubicBezTo>
                  <a:lnTo>
                    <a:pt x="53105" y="6938"/>
                  </a:lnTo>
                  <a:lnTo>
                    <a:pt x="53172" y="7038"/>
                  </a:lnTo>
                  <a:cubicBezTo>
                    <a:pt x="53205" y="7072"/>
                    <a:pt x="53238" y="7105"/>
                    <a:pt x="53272" y="7139"/>
                  </a:cubicBezTo>
                  <a:cubicBezTo>
                    <a:pt x="53287" y="7154"/>
                    <a:pt x="53303" y="7161"/>
                    <a:pt x="53317" y="7161"/>
                  </a:cubicBezTo>
                  <a:cubicBezTo>
                    <a:pt x="53362" y="7161"/>
                    <a:pt x="53390" y="7090"/>
                    <a:pt x="53338" y="7038"/>
                  </a:cubicBezTo>
                  <a:cubicBezTo>
                    <a:pt x="53305" y="7005"/>
                    <a:pt x="53305" y="6972"/>
                    <a:pt x="53305" y="6938"/>
                  </a:cubicBezTo>
                  <a:lnTo>
                    <a:pt x="53272" y="6838"/>
                  </a:lnTo>
                  <a:lnTo>
                    <a:pt x="53205" y="6605"/>
                  </a:lnTo>
                  <a:cubicBezTo>
                    <a:pt x="53172" y="6438"/>
                    <a:pt x="53105" y="6271"/>
                    <a:pt x="53038" y="6104"/>
                  </a:cubicBezTo>
                  <a:cubicBezTo>
                    <a:pt x="52971" y="5938"/>
                    <a:pt x="52905" y="5804"/>
                    <a:pt x="52838" y="5637"/>
                  </a:cubicBezTo>
                  <a:cubicBezTo>
                    <a:pt x="52771" y="5504"/>
                    <a:pt x="52671" y="5371"/>
                    <a:pt x="52571" y="5237"/>
                  </a:cubicBezTo>
                  <a:cubicBezTo>
                    <a:pt x="52571" y="5237"/>
                    <a:pt x="52538" y="5237"/>
                    <a:pt x="52538" y="5204"/>
                  </a:cubicBezTo>
                  <a:lnTo>
                    <a:pt x="52504" y="5170"/>
                  </a:lnTo>
                  <a:lnTo>
                    <a:pt x="52438" y="5170"/>
                  </a:lnTo>
                  <a:cubicBezTo>
                    <a:pt x="50003" y="4737"/>
                    <a:pt x="33424" y="2368"/>
                    <a:pt x="30956" y="2068"/>
                  </a:cubicBezTo>
                  <a:cubicBezTo>
                    <a:pt x="28487" y="1801"/>
                    <a:pt x="25986" y="1568"/>
                    <a:pt x="23484" y="1368"/>
                  </a:cubicBezTo>
                  <a:cubicBezTo>
                    <a:pt x="19140" y="989"/>
                    <a:pt x="14796" y="788"/>
                    <a:pt x="10429" y="788"/>
                  </a:cubicBezTo>
                  <a:cubicBezTo>
                    <a:pt x="9800" y="788"/>
                    <a:pt x="9170" y="792"/>
                    <a:pt x="8540" y="801"/>
                  </a:cubicBezTo>
                  <a:cubicBezTo>
                    <a:pt x="8073" y="801"/>
                    <a:pt x="7606" y="834"/>
                    <a:pt x="7139" y="867"/>
                  </a:cubicBezTo>
                  <a:cubicBezTo>
                    <a:pt x="7039" y="834"/>
                    <a:pt x="6939" y="801"/>
                    <a:pt x="6839" y="767"/>
                  </a:cubicBezTo>
                  <a:cubicBezTo>
                    <a:pt x="6605" y="734"/>
                    <a:pt x="6372" y="667"/>
                    <a:pt x="6105" y="634"/>
                  </a:cubicBezTo>
                  <a:cubicBezTo>
                    <a:pt x="5671" y="534"/>
                    <a:pt x="5204" y="467"/>
                    <a:pt x="4770" y="400"/>
                  </a:cubicBezTo>
                  <a:cubicBezTo>
                    <a:pt x="3803" y="267"/>
                    <a:pt x="2869" y="167"/>
                    <a:pt x="19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7"/>
            <p:cNvSpPr/>
            <p:nvPr/>
          </p:nvSpPr>
          <p:spPr>
            <a:xfrm>
              <a:off x="6897410" y="3926601"/>
              <a:ext cx="310957" cy="530671"/>
            </a:xfrm>
            <a:custGeom>
              <a:avLst/>
              <a:gdLst/>
              <a:ahLst/>
              <a:cxnLst/>
              <a:rect l="l" t="t" r="r" b="b"/>
              <a:pathLst>
                <a:path w="13165" h="22467" extrusionOk="0">
                  <a:moveTo>
                    <a:pt x="69" y="1"/>
                  </a:moveTo>
                  <a:cubicBezTo>
                    <a:pt x="37" y="1"/>
                    <a:pt x="1" y="32"/>
                    <a:pt x="1" y="80"/>
                  </a:cubicBezTo>
                  <a:cubicBezTo>
                    <a:pt x="301" y="848"/>
                    <a:pt x="3970" y="7386"/>
                    <a:pt x="4804" y="8820"/>
                  </a:cubicBezTo>
                  <a:cubicBezTo>
                    <a:pt x="6472" y="11755"/>
                    <a:pt x="8273" y="14624"/>
                    <a:pt x="10041" y="17493"/>
                  </a:cubicBezTo>
                  <a:cubicBezTo>
                    <a:pt x="10542" y="18327"/>
                    <a:pt x="11042" y="19127"/>
                    <a:pt x="11542" y="19961"/>
                  </a:cubicBezTo>
                  <a:cubicBezTo>
                    <a:pt x="12076" y="20795"/>
                    <a:pt x="12610" y="21596"/>
                    <a:pt x="13077" y="22430"/>
                  </a:cubicBezTo>
                  <a:cubicBezTo>
                    <a:pt x="13090" y="22455"/>
                    <a:pt x="13107" y="22466"/>
                    <a:pt x="13122" y="22466"/>
                  </a:cubicBezTo>
                  <a:cubicBezTo>
                    <a:pt x="13147" y="22466"/>
                    <a:pt x="13164" y="22438"/>
                    <a:pt x="13144" y="22396"/>
                  </a:cubicBezTo>
                  <a:cubicBezTo>
                    <a:pt x="12243" y="20962"/>
                    <a:pt x="11476" y="19461"/>
                    <a:pt x="10675" y="17960"/>
                  </a:cubicBezTo>
                  <a:lnTo>
                    <a:pt x="8207" y="13557"/>
                  </a:lnTo>
                  <a:cubicBezTo>
                    <a:pt x="6572" y="10588"/>
                    <a:pt x="701" y="714"/>
                    <a:pt x="101" y="14"/>
                  </a:cubicBezTo>
                  <a:cubicBezTo>
                    <a:pt x="92" y="5"/>
                    <a:pt x="81" y="1"/>
                    <a:pt x="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7"/>
            <p:cNvSpPr/>
            <p:nvPr/>
          </p:nvSpPr>
          <p:spPr>
            <a:xfrm>
              <a:off x="6191393" y="1967067"/>
              <a:ext cx="724118" cy="751045"/>
            </a:xfrm>
            <a:custGeom>
              <a:avLst/>
              <a:gdLst/>
              <a:ahLst/>
              <a:cxnLst/>
              <a:rect l="l" t="t" r="r" b="b"/>
              <a:pathLst>
                <a:path w="30657" h="31797" extrusionOk="0">
                  <a:moveTo>
                    <a:pt x="26286" y="13383"/>
                  </a:moveTo>
                  <a:cubicBezTo>
                    <a:pt x="26287" y="13383"/>
                    <a:pt x="26292" y="13419"/>
                    <a:pt x="26299" y="13477"/>
                  </a:cubicBezTo>
                  <a:lnTo>
                    <a:pt x="26299" y="13477"/>
                  </a:lnTo>
                  <a:cubicBezTo>
                    <a:pt x="26294" y="13446"/>
                    <a:pt x="26290" y="13415"/>
                    <a:pt x="26286" y="13384"/>
                  </a:cubicBezTo>
                  <a:cubicBezTo>
                    <a:pt x="26286" y="13383"/>
                    <a:pt x="26286" y="13383"/>
                    <a:pt x="26286" y="13383"/>
                  </a:cubicBezTo>
                  <a:close/>
                  <a:moveTo>
                    <a:pt x="18730" y="1"/>
                  </a:moveTo>
                  <a:cubicBezTo>
                    <a:pt x="16907" y="1"/>
                    <a:pt x="14821" y="706"/>
                    <a:pt x="12610" y="2409"/>
                  </a:cubicBezTo>
                  <a:cubicBezTo>
                    <a:pt x="9574" y="2876"/>
                    <a:pt x="7473" y="5545"/>
                    <a:pt x="6806" y="8847"/>
                  </a:cubicBezTo>
                  <a:cubicBezTo>
                    <a:pt x="6639" y="9748"/>
                    <a:pt x="6405" y="10648"/>
                    <a:pt x="6072" y="11516"/>
                  </a:cubicBezTo>
                  <a:cubicBezTo>
                    <a:pt x="5605" y="12716"/>
                    <a:pt x="5004" y="13817"/>
                    <a:pt x="4304" y="14851"/>
                  </a:cubicBezTo>
                  <a:lnTo>
                    <a:pt x="4271" y="14885"/>
                  </a:lnTo>
                  <a:cubicBezTo>
                    <a:pt x="3203" y="16486"/>
                    <a:pt x="2069" y="18054"/>
                    <a:pt x="1302" y="19855"/>
                  </a:cubicBezTo>
                  <a:cubicBezTo>
                    <a:pt x="568" y="21656"/>
                    <a:pt x="134" y="23558"/>
                    <a:pt x="34" y="25492"/>
                  </a:cubicBezTo>
                  <a:cubicBezTo>
                    <a:pt x="1" y="26259"/>
                    <a:pt x="101" y="28594"/>
                    <a:pt x="101" y="28594"/>
                  </a:cubicBezTo>
                  <a:cubicBezTo>
                    <a:pt x="868" y="28761"/>
                    <a:pt x="2169" y="28961"/>
                    <a:pt x="3770" y="29162"/>
                  </a:cubicBezTo>
                  <a:cubicBezTo>
                    <a:pt x="3970" y="27460"/>
                    <a:pt x="4437" y="25259"/>
                    <a:pt x="5305" y="23824"/>
                  </a:cubicBezTo>
                  <a:cubicBezTo>
                    <a:pt x="5308" y="23818"/>
                    <a:pt x="5311" y="23815"/>
                    <a:pt x="5314" y="23815"/>
                  </a:cubicBezTo>
                  <a:cubicBezTo>
                    <a:pt x="5415" y="23815"/>
                    <a:pt x="5580" y="26715"/>
                    <a:pt x="5838" y="29428"/>
                  </a:cubicBezTo>
                  <a:cubicBezTo>
                    <a:pt x="10875" y="30062"/>
                    <a:pt x="17847" y="30763"/>
                    <a:pt x="23184" y="31263"/>
                  </a:cubicBezTo>
                  <a:cubicBezTo>
                    <a:pt x="23684" y="29729"/>
                    <a:pt x="24085" y="28328"/>
                    <a:pt x="24385" y="23758"/>
                  </a:cubicBezTo>
                  <a:cubicBezTo>
                    <a:pt x="24393" y="23621"/>
                    <a:pt x="24410" y="23556"/>
                    <a:pt x="24433" y="23556"/>
                  </a:cubicBezTo>
                  <a:cubicBezTo>
                    <a:pt x="24606" y="23556"/>
                    <a:pt x="25147" y="27028"/>
                    <a:pt x="25352" y="31430"/>
                  </a:cubicBezTo>
                  <a:lnTo>
                    <a:pt x="27587" y="31630"/>
                  </a:lnTo>
                  <a:cubicBezTo>
                    <a:pt x="27721" y="30196"/>
                    <a:pt x="27654" y="28728"/>
                    <a:pt x="27387" y="27327"/>
                  </a:cubicBezTo>
                  <a:cubicBezTo>
                    <a:pt x="27363" y="27195"/>
                    <a:pt x="27359" y="27133"/>
                    <a:pt x="27373" y="27133"/>
                  </a:cubicBezTo>
                  <a:cubicBezTo>
                    <a:pt x="27452" y="27133"/>
                    <a:pt x="28119" y="29221"/>
                    <a:pt x="28688" y="31697"/>
                  </a:cubicBezTo>
                  <a:lnTo>
                    <a:pt x="29789" y="31797"/>
                  </a:lnTo>
                  <a:cubicBezTo>
                    <a:pt x="29956" y="31763"/>
                    <a:pt x="30056" y="31663"/>
                    <a:pt x="30056" y="31530"/>
                  </a:cubicBezTo>
                  <a:cubicBezTo>
                    <a:pt x="30656" y="21823"/>
                    <a:pt x="27687" y="19388"/>
                    <a:pt x="26687" y="15719"/>
                  </a:cubicBezTo>
                  <a:cubicBezTo>
                    <a:pt x="26536" y="14994"/>
                    <a:pt x="26412" y="14296"/>
                    <a:pt x="26316" y="13601"/>
                  </a:cubicBezTo>
                  <a:lnTo>
                    <a:pt x="26316" y="13601"/>
                  </a:lnTo>
                  <a:cubicBezTo>
                    <a:pt x="26307" y="13526"/>
                    <a:pt x="26297" y="13442"/>
                    <a:pt x="26286" y="13350"/>
                  </a:cubicBezTo>
                  <a:cubicBezTo>
                    <a:pt x="26053" y="11315"/>
                    <a:pt x="25853" y="8747"/>
                    <a:pt x="25552" y="6746"/>
                  </a:cubicBezTo>
                  <a:cubicBezTo>
                    <a:pt x="25452" y="6178"/>
                    <a:pt x="25352" y="5711"/>
                    <a:pt x="25252" y="5244"/>
                  </a:cubicBezTo>
                  <a:cubicBezTo>
                    <a:pt x="24499" y="2338"/>
                    <a:pt x="22050" y="1"/>
                    <a:pt x="187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7"/>
            <p:cNvSpPr/>
            <p:nvPr/>
          </p:nvSpPr>
          <p:spPr>
            <a:xfrm>
              <a:off x="6174078" y="2041028"/>
              <a:ext cx="288684" cy="598318"/>
            </a:xfrm>
            <a:custGeom>
              <a:avLst/>
              <a:gdLst/>
              <a:ahLst/>
              <a:cxnLst/>
              <a:rect l="l" t="t" r="r" b="b"/>
              <a:pathLst>
                <a:path w="12222" h="25331" extrusionOk="0">
                  <a:moveTo>
                    <a:pt x="12033" y="0"/>
                  </a:moveTo>
                  <a:cubicBezTo>
                    <a:pt x="12015" y="0"/>
                    <a:pt x="11996" y="4"/>
                    <a:pt x="11975" y="12"/>
                  </a:cubicBezTo>
                  <a:cubicBezTo>
                    <a:pt x="9940" y="712"/>
                    <a:pt x="8406" y="2480"/>
                    <a:pt x="7972" y="4615"/>
                  </a:cubicBezTo>
                  <a:cubicBezTo>
                    <a:pt x="7605" y="6016"/>
                    <a:pt x="7372" y="7384"/>
                    <a:pt x="6671" y="8651"/>
                  </a:cubicBezTo>
                  <a:cubicBezTo>
                    <a:pt x="5971" y="9886"/>
                    <a:pt x="5070" y="11020"/>
                    <a:pt x="4003" y="11987"/>
                  </a:cubicBezTo>
                  <a:cubicBezTo>
                    <a:pt x="2435" y="13622"/>
                    <a:pt x="1268" y="15290"/>
                    <a:pt x="767" y="17658"/>
                  </a:cubicBezTo>
                  <a:cubicBezTo>
                    <a:pt x="267" y="20026"/>
                    <a:pt x="0" y="22928"/>
                    <a:pt x="500" y="25330"/>
                  </a:cubicBezTo>
                  <a:cubicBezTo>
                    <a:pt x="167" y="22928"/>
                    <a:pt x="534" y="19726"/>
                    <a:pt x="1201" y="17391"/>
                  </a:cubicBezTo>
                  <a:cubicBezTo>
                    <a:pt x="1968" y="14789"/>
                    <a:pt x="3569" y="13321"/>
                    <a:pt x="5237" y="11520"/>
                  </a:cubicBezTo>
                  <a:cubicBezTo>
                    <a:pt x="6571" y="10086"/>
                    <a:pt x="7539" y="8318"/>
                    <a:pt x="8006" y="6417"/>
                  </a:cubicBezTo>
                  <a:cubicBezTo>
                    <a:pt x="8306" y="5216"/>
                    <a:pt x="8406" y="3948"/>
                    <a:pt x="9006" y="2881"/>
                  </a:cubicBezTo>
                  <a:cubicBezTo>
                    <a:pt x="9740" y="1613"/>
                    <a:pt x="10908" y="879"/>
                    <a:pt x="12075" y="279"/>
                  </a:cubicBezTo>
                  <a:cubicBezTo>
                    <a:pt x="12222" y="191"/>
                    <a:pt x="12162" y="0"/>
                    <a:pt x="120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7"/>
            <p:cNvSpPr/>
            <p:nvPr/>
          </p:nvSpPr>
          <p:spPr>
            <a:xfrm>
              <a:off x="6725266" y="1874304"/>
              <a:ext cx="149326" cy="576470"/>
            </a:xfrm>
            <a:custGeom>
              <a:avLst/>
              <a:gdLst/>
              <a:ahLst/>
              <a:cxnLst/>
              <a:rect l="l" t="t" r="r" b="b"/>
              <a:pathLst>
                <a:path w="6322" h="24406" extrusionOk="0">
                  <a:moveTo>
                    <a:pt x="21" y="0"/>
                  </a:moveTo>
                  <a:cubicBezTo>
                    <a:pt x="9" y="0"/>
                    <a:pt x="0" y="8"/>
                    <a:pt x="17" y="25"/>
                  </a:cubicBezTo>
                  <a:cubicBezTo>
                    <a:pt x="684" y="3995"/>
                    <a:pt x="417" y="7864"/>
                    <a:pt x="2319" y="11400"/>
                  </a:cubicBezTo>
                  <a:cubicBezTo>
                    <a:pt x="3353" y="13301"/>
                    <a:pt x="4387" y="15069"/>
                    <a:pt x="4954" y="17271"/>
                  </a:cubicBezTo>
                  <a:cubicBezTo>
                    <a:pt x="5521" y="19572"/>
                    <a:pt x="5688" y="21974"/>
                    <a:pt x="5421" y="24343"/>
                  </a:cubicBezTo>
                  <a:cubicBezTo>
                    <a:pt x="5421" y="24379"/>
                    <a:pt x="5441" y="24406"/>
                    <a:pt x="5465" y="24406"/>
                  </a:cubicBezTo>
                  <a:cubicBezTo>
                    <a:pt x="5484" y="24406"/>
                    <a:pt x="5506" y="24388"/>
                    <a:pt x="5521" y="24343"/>
                  </a:cubicBezTo>
                  <a:cubicBezTo>
                    <a:pt x="6322" y="20573"/>
                    <a:pt x="5755" y="16637"/>
                    <a:pt x="3987" y="13201"/>
                  </a:cubicBezTo>
                  <a:cubicBezTo>
                    <a:pt x="2852" y="11133"/>
                    <a:pt x="1618" y="9298"/>
                    <a:pt x="1118" y="6863"/>
                  </a:cubicBezTo>
                  <a:cubicBezTo>
                    <a:pt x="651" y="4595"/>
                    <a:pt x="517" y="2260"/>
                    <a:pt x="50" y="25"/>
                  </a:cubicBezTo>
                  <a:cubicBezTo>
                    <a:pt x="50" y="8"/>
                    <a:pt x="34" y="0"/>
                    <a:pt x="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6031448" y="2523205"/>
              <a:ext cx="913196" cy="1176512"/>
            </a:xfrm>
            <a:custGeom>
              <a:avLst/>
              <a:gdLst/>
              <a:ahLst/>
              <a:cxnLst/>
              <a:rect l="l" t="t" r="r" b="b"/>
              <a:pathLst>
                <a:path w="38662" h="49810" extrusionOk="0">
                  <a:moveTo>
                    <a:pt x="21231" y="1"/>
                  </a:moveTo>
                  <a:cubicBezTo>
                    <a:pt x="19028" y="1"/>
                    <a:pt x="16669" y="1034"/>
                    <a:pt x="14511" y="3384"/>
                  </a:cubicBezTo>
                  <a:cubicBezTo>
                    <a:pt x="6238" y="12357"/>
                    <a:pt x="0" y="46715"/>
                    <a:pt x="0" y="46715"/>
                  </a:cubicBezTo>
                  <a:cubicBezTo>
                    <a:pt x="7119" y="49039"/>
                    <a:pt x="13825" y="49810"/>
                    <a:pt x="19590" y="49810"/>
                  </a:cubicBezTo>
                  <a:cubicBezTo>
                    <a:pt x="30954" y="49810"/>
                    <a:pt x="38661" y="46815"/>
                    <a:pt x="38661" y="46815"/>
                  </a:cubicBezTo>
                  <a:lnTo>
                    <a:pt x="35326" y="27201"/>
                  </a:lnTo>
                  <a:cubicBezTo>
                    <a:pt x="35326" y="27201"/>
                    <a:pt x="37427" y="23198"/>
                    <a:pt x="36560" y="19062"/>
                  </a:cubicBezTo>
                  <a:cubicBezTo>
                    <a:pt x="35592" y="14325"/>
                    <a:pt x="27387" y="3150"/>
                    <a:pt x="26619" y="2383"/>
                  </a:cubicBezTo>
                  <a:cubicBezTo>
                    <a:pt x="25136" y="868"/>
                    <a:pt x="23249" y="1"/>
                    <a:pt x="21231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7"/>
            <p:cNvSpPr/>
            <p:nvPr/>
          </p:nvSpPr>
          <p:spPr>
            <a:xfrm>
              <a:off x="6097401" y="2268226"/>
              <a:ext cx="1409807" cy="1373999"/>
            </a:xfrm>
            <a:custGeom>
              <a:avLst/>
              <a:gdLst/>
              <a:ahLst/>
              <a:cxnLst/>
              <a:rect l="l" t="t" r="r" b="b"/>
              <a:pathLst>
                <a:path w="59687" h="58171" extrusionOk="0">
                  <a:moveTo>
                    <a:pt x="59419" y="1"/>
                  </a:moveTo>
                  <a:cubicBezTo>
                    <a:pt x="59115" y="1"/>
                    <a:pt x="59428" y="367"/>
                    <a:pt x="59595" y="367"/>
                  </a:cubicBezTo>
                  <a:cubicBezTo>
                    <a:pt x="59648" y="367"/>
                    <a:pt x="59686" y="330"/>
                    <a:pt x="59686" y="234"/>
                  </a:cubicBezTo>
                  <a:cubicBezTo>
                    <a:pt x="59686" y="101"/>
                    <a:pt x="59553" y="1"/>
                    <a:pt x="59419" y="1"/>
                  </a:cubicBezTo>
                  <a:close/>
                  <a:moveTo>
                    <a:pt x="15121" y="13577"/>
                  </a:moveTo>
                  <a:cubicBezTo>
                    <a:pt x="14788" y="13577"/>
                    <a:pt x="15105" y="13972"/>
                    <a:pt x="15270" y="13972"/>
                  </a:cubicBezTo>
                  <a:cubicBezTo>
                    <a:pt x="15319" y="13972"/>
                    <a:pt x="15355" y="13936"/>
                    <a:pt x="15355" y="13844"/>
                  </a:cubicBezTo>
                  <a:cubicBezTo>
                    <a:pt x="15355" y="13711"/>
                    <a:pt x="15255" y="13577"/>
                    <a:pt x="15121" y="13577"/>
                  </a:cubicBezTo>
                  <a:close/>
                  <a:moveTo>
                    <a:pt x="20025" y="13577"/>
                  </a:moveTo>
                  <a:cubicBezTo>
                    <a:pt x="19717" y="13577"/>
                    <a:pt x="20040" y="13972"/>
                    <a:pt x="20206" y="13972"/>
                  </a:cubicBezTo>
                  <a:cubicBezTo>
                    <a:pt x="20256" y="13972"/>
                    <a:pt x="20292" y="13936"/>
                    <a:pt x="20292" y="13844"/>
                  </a:cubicBezTo>
                  <a:cubicBezTo>
                    <a:pt x="20292" y="13677"/>
                    <a:pt x="20158" y="13577"/>
                    <a:pt x="20025" y="13577"/>
                  </a:cubicBezTo>
                  <a:close/>
                  <a:moveTo>
                    <a:pt x="12662" y="17008"/>
                  </a:moveTo>
                  <a:cubicBezTo>
                    <a:pt x="12648" y="17008"/>
                    <a:pt x="12633" y="17009"/>
                    <a:pt x="12619" y="17013"/>
                  </a:cubicBezTo>
                  <a:lnTo>
                    <a:pt x="12653" y="17013"/>
                  </a:lnTo>
                  <a:cubicBezTo>
                    <a:pt x="12349" y="17013"/>
                    <a:pt x="12642" y="17379"/>
                    <a:pt x="12800" y="17379"/>
                  </a:cubicBezTo>
                  <a:cubicBezTo>
                    <a:pt x="12850" y="17379"/>
                    <a:pt x="12886" y="17343"/>
                    <a:pt x="12886" y="17247"/>
                  </a:cubicBezTo>
                  <a:cubicBezTo>
                    <a:pt x="12886" y="17127"/>
                    <a:pt x="12780" y="17008"/>
                    <a:pt x="12662" y="17008"/>
                  </a:cubicBezTo>
                  <a:close/>
                  <a:moveTo>
                    <a:pt x="17598" y="17008"/>
                  </a:moveTo>
                  <a:cubicBezTo>
                    <a:pt x="17584" y="17008"/>
                    <a:pt x="17570" y="17009"/>
                    <a:pt x="17556" y="17013"/>
                  </a:cubicBezTo>
                  <a:cubicBezTo>
                    <a:pt x="17277" y="17013"/>
                    <a:pt x="17577" y="17379"/>
                    <a:pt x="17736" y="17379"/>
                  </a:cubicBezTo>
                  <a:cubicBezTo>
                    <a:pt x="17787" y="17379"/>
                    <a:pt x="17823" y="17343"/>
                    <a:pt x="17823" y="17247"/>
                  </a:cubicBezTo>
                  <a:cubicBezTo>
                    <a:pt x="17823" y="17127"/>
                    <a:pt x="17716" y="17008"/>
                    <a:pt x="17598" y="17008"/>
                  </a:cubicBezTo>
                  <a:close/>
                  <a:moveTo>
                    <a:pt x="22535" y="17008"/>
                  </a:moveTo>
                  <a:cubicBezTo>
                    <a:pt x="22521" y="17008"/>
                    <a:pt x="22507" y="17009"/>
                    <a:pt x="22493" y="17013"/>
                  </a:cubicBezTo>
                  <a:cubicBezTo>
                    <a:pt x="22189" y="17013"/>
                    <a:pt x="22501" y="17379"/>
                    <a:pt x="22669" y="17379"/>
                  </a:cubicBezTo>
                  <a:cubicBezTo>
                    <a:pt x="22722" y="17379"/>
                    <a:pt x="22760" y="17343"/>
                    <a:pt x="22760" y="17247"/>
                  </a:cubicBezTo>
                  <a:cubicBezTo>
                    <a:pt x="22760" y="17127"/>
                    <a:pt x="22653" y="17008"/>
                    <a:pt x="22535" y="17008"/>
                  </a:cubicBezTo>
                  <a:close/>
                  <a:moveTo>
                    <a:pt x="24928" y="20382"/>
                  </a:moveTo>
                  <a:cubicBezTo>
                    <a:pt x="24934" y="20382"/>
                    <a:pt x="24940" y="20382"/>
                    <a:pt x="24946" y="20382"/>
                  </a:cubicBezTo>
                  <a:lnTo>
                    <a:pt x="24946" y="20382"/>
                  </a:lnTo>
                  <a:cubicBezTo>
                    <a:pt x="24951" y="20382"/>
                    <a:pt x="24956" y="20382"/>
                    <a:pt x="24962" y="20382"/>
                  </a:cubicBezTo>
                  <a:close/>
                  <a:moveTo>
                    <a:pt x="10151" y="20382"/>
                  </a:moveTo>
                  <a:cubicBezTo>
                    <a:pt x="10157" y="20382"/>
                    <a:pt x="10163" y="20382"/>
                    <a:pt x="10168" y="20382"/>
                  </a:cubicBezTo>
                  <a:lnTo>
                    <a:pt x="10168" y="20382"/>
                  </a:lnTo>
                  <a:cubicBezTo>
                    <a:pt x="10174" y="20382"/>
                    <a:pt x="10179" y="20382"/>
                    <a:pt x="10184" y="20382"/>
                  </a:cubicBezTo>
                  <a:close/>
                  <a:moveTo>
                    <a:pt x="10168" y="20382"/>
                  </a:moveTo>
                  <a:lnTo>
                    <a:pt x="10168" y="20382"/>
                  </a:lnTo>
                  <a:cubicBezTo>
                    <a:pt x="9888" y="20396"/>
                    <a:pt x="10203" y="20777"/>
                    <a:pt x="10351" y="20777"/>
                  </a:cubicBezTo>
                  <a:cubicBezTo>
                    <a:pt x="10396" y="20777"/>
                    <a:pt x="10426" y="20741"/>
                    <a:pt x="10418" y="20649"/>
                  </a:cubicBezTo>
                  <a:cubicBezTo>
                    <a:pt x="10418" y="20488"/>
                    <a:pt x="10325" y="20389"/>
                    <a:pt x="10168" y="20382"/>
                  </a:cubicBezTo>
                  <a:close/>
                  <a:moveTo>
                    <a:pt x="15121" y="20382"/>
                  </a:moveTo>
                  <a:cubicBezTo>
                    <a:pt x="14788" y="20382"/>
                    <a:pt x="15105" y="20777"/>
                    <a:pt x="15270" y="20777"/>
                  </a:cubicBezTo>
                  <a:cubicBezTo>
                    <a:pt x="15319" y="20777"/>
                    <a:pt x="15355" y="20741"/>
                    <a:pt x="15355" y="20649"/>
                  </a:cubicBezTo>
                  <a:cubicBezTo>
                    <a:pt x="15355" y="20482"/>
                    <a:pt x="15255" y="20382"/>
                    <a:pt x="15121" y="20382"/>
                  </a:cubicBezTo>
                  <a:close/>
                  <a:moveTo>
                    <a:pt x="20025" y="20382"/>
                  </a:moveTo>
                  <a:cubicBezTo>
                    <a:pt x="19717" y="20382"/>
                    <a:pt x="20040" y="20777"/>
                    <a:pt x="20206" y="20777"/>
                  </a:cubicBezTo>
                  <a:cubicBezTo>
                    <a:pt x="20256" y="20777"/>
                    <a:pt x="20292" y="20741"/>
                    <a:pt x="20292" y="20649"/>
                  </a:cubicBezTo>
                  <a:cubicBezTo>
                    <a:pt x="20292" y="20482"/>
                    <a:pt x="20158" y="20382"/>
                    <a:pt x="20025" y="20382"/>
                  </a:cubicBezTo>
                  <a:close/>
                  <a:moveTo>
                    <a:pt x="24946" y="20382"/>
                  </a:moveTo>
                  <a:cubicBezTo>
                    <a:pt x="24665" y="20396"/>
                    <a:pt x="24980" y="20777"/>
                    <a:pt x="25128" y="20777"/>
                  </a:cubicBezTo>
                  <a:cubicBezTo>
                    <a:pt x="25173" y="20777"/>
                    <a:pt x="25203" y="20741"/>
                    <a:pt x="25195" y="20649"/>
                  </a:cubicBezTo>
                  <a:cubicBezTo>
                    <a:pt x="25195" y="20488"/>
                    <a:pt x="25102" y="20389"/>
                    <a:pt x="24946" y="20382"/>
                  </a:cubicBezTo>
                  <a:close/>
                  <a:moveTo>
                    <a:pt x="27397" y="23785"/>
                  </a:moveTo>
                  <a:cubicBezTo>
                    <a:pt x="27402" y="23785"/>
                    <a:pt x="27408" y="23785"/>
                    <a:pt x="27414" y="23785"/>
                  </a:cubicBezTo>
                  <a:lnTo>
                    <a:pt x="27414" y="23785"/>
                  </a:lnTo>
                  <a:cubicBezTo>
                    <a:pt x="27419" y="23785"/>
                    <a:pt x="27424" y="23785"/>
                    <a:pt x="27430" y="23785"/>
                  </a:cubicBezTo>
                  <a:close/>
                  <a:moveTo>
                    <a:pt x="12619" y="23785"/>
                  </a:moveTo>
                  <a:cubicBezTo>
                    <a:pt x="12625" y="23785"/>
                    <a:pt x="12630" y="23785"/>
                    <a:pt x="12635" y="23785"/>
                  </a:cubicBezTo>
                  <a:lnTo>
                    <a:pt x="12635" y="23785"/>
                  </a:lnTo>
                  <a:cubicBezTo>
                    <a:pt x="12641" y="23785"/>
                    <a:pt x="12647" y="23785"/>
                    <a:pt x="12653" y="23785"/>
                  </a:cubicBezTo>
                  <a:close/>
                  <a:moveTo>
                    <a:pt x="17556" y="23785"/>
                  </a:moveTo>
                  <a:cubicBezTo>
                    <a:pt x="17272" y="23785"/>
                    <a:pt x="17589" y="24166"/>
                    <a:pt x="17746" y="24166"/>
                  </a:cubicBezTo>
                  <a:cubicBezTo>
                    <a:pt x="17791" y="24166"/>
                    <a:pt x="17823" y="24134"/>
                    <a:pt x="17823" y="24051"/>
                  </a:cubicBezTo>
                  <a:cubicBezTo>
                    <a:pt x="17823" y="23885"/>
                    <a:pt x="17690" y="23785"/>
                    <a:pt x="17556" y="23785"/>
                  </a:cubicBezTo>
                  <a:close/>
                  <a:moveTo>
                    <a:pt x="27414" y="23785"/>
                  </a:moveTo>
                  <a:lnTo>
                    <a:pt x="27414" y="23785"/>
                  </a:lnTo>
                  <a:cubicBezTo>
                    <a:pt x="27131" y="23798"/>
                    <a:pt x="27434" y="24166"/>
                    <a:pt x="27587" y="24166"/>
                  </a:cubicBezTo>
                  <a:cubicBezTo>
                    <a:pt x="27632" y="24166"/>
                    <a:pt x="27663" y="24134"/>
                    <a:pt x="27663" y="24051"/>
                  </a:cubicBezTo>
                  <a:cubicBezTo>
                    <a:pt x="27663" y="23890"/>
                    <a:pt x="27570" y="23792"/>
                    <a:pt x="27414" y="23785"/>
                  </a:cubicBezTo>
                  <a:close/>
                  <a:moveTo>
                    <a:pt x="7716" y="23785"/>
                  </a:moveTo>
                  <a:cubicBezTo>
                    <a:pt x="7408" y="23785"/>
                    <a:pt x="7732" y="24179"/>
                    <a:pt x="7897" y="24179"/>
                  </a:cubicBezTo>
                  <a:cubicBezTo>
                    <a:pt x="7947" y="24179"/>
                    <a:pt x="7983" y="24144"/>
                    <a:pt x="7983" y="24051"/>
                  </a:cubicBezTo>
                  <a:cubicBezTo>
                    <a:pt x="7983" y="23885"/>
                    <a:pt x="7849" y="23785"/>
                    <a:pt x="7716" y="23785"/>
                  </a:cubicBezTo>
                  <a:close/>
                  <a:moveTo>
                    <a:pt x="12635" y="23785"/>
                  </a:moveTo>
                  <a:cubicBezTo>
                    <a:pt x="12357" y="23800"/>
                    <a:pt x="12652" y="24179"/>
                    <a:pt x="12805" y="24179"/>
                  </a:cubicBezTo>
                  <a:cubicBezTo>
                    <a:pt x="12853" y="24179"/>
                    <a:pt x="12886" y="24144"/>
                    <a:pt x="12886" y="24051"/>
                  </a:cubicBezTo>
                  <a:cubicBezTo>
                    <a:pt x="12886" y="23891"/>
                    <a:pt x="12763" y="23792"/>
                    <a:pt x="12635" y="23785"/>
                  </a:cubicBezTo>
                  <a:close/>
                  <a:moveTo>
                    <a:pt x="22493" y="23785"/>
                  </a:moveTo>
                  <a:cubicBezTo>
                    <a:pt x="22185" y="23785"/>
                    <a:pt x="22509" y="24179"/>
                    <a:pt x="22675" y="24179"/>
                  </a:cubicBezTo>
                  <a:cubicBezTo>
                    <a:pt x="22724" y="24179"/>
                    <a:pt x="22760" y="24144"/>
                    <a:pt x="22760" y="24051"/>
                  </a:cubicBezTo>
                  <a:cubicBezTo>
                    <a:pt x="22760" y="23885"/>
                    <a:pt x="22627" y="23785"/>
                    <a:pt x="22493" y="23785"/>
                  </a:cubicBezTo>
                  <a:close/>
                  <a:moveTo>
                    <a:pt x="5290" y="27182"/>
                  </a:moveTo>
                  <a:cubicBezTo>
                    <a:pt x="5276" y="27182"/>
                    <a:pt x="5262" y="27183"/>
                    <a:pt x="5247" y="27187"/>
                  </a:cubicBezTo>
                  <a:cubicBezTo>
                    <a:pt x="4943" y="27187"/>
                    <a:pt x="5256" y="27553"/>
                    <a:pt x="5423" y="27553"/>
                  </a:cubicBezTo>
                  <a:cubicBezTo>
                    <a:pt x="5476" y="27553"/>
                    <a:pt x="5514" y="27517"/>
                    <a:pt x="5514" y="27420"/>
                  </a:cubicBezTo>
                  <a:cubicBezTo>
                    <a:pt x="5514" y="27301"/>
                    <a:pt x="5408" y="27182"/>
                    <a:pt x="5290" y="27182"/>
                  </a:cubicBezTo>
                  <a:close/>
                  <a:moveTo>
                    <a:pt x="10202" y="27182"/>
                  </a:moveTo>
                  <a:cubicBezTo>
                    <a:pt x="10185" y="27182"/>
                    <a:pt x="10169" y="27183"/>
                    <a:pt x="10151" y="27187"/>
                  </a:cubicBezTo>
                  <a:lnTo>
                    <a:pt x="10184" y="27187"/>
                  </a:lnTo>
                  <a:cubicBezTo>
                    <a:pt x="9880" y="27187"/>
                    <a:pt x="10192" y="27553"/>
                    <a:pt x="10345" y="27553"/>
                  </a:cubicBezTo>
                  <a:cubicBezTo>
                    <a:pt x="10393" y="27553"/>
                    <a:pt x="10426" y="27517"/>
                    <a:pt x="10418" y="27420"/>
                  </a:cubicBezTo>
                  <a:cubicBezTo>
                    <a:pt x="10418" y="27301"/>
                    <a:pt x="10338" y="27182"/>
                    <a:pt x="10202" y="27182"/>
                  </a:cubicBezTo>
                  <a:close/>
                  <a:moveTo>
                    <a:pt x="15121" y="27187"/>
                  </a:moveTo>
                  <a:cubicBezTo>
                    <a:pt x="14792" y="27187"/>
                    <a:pt x="15098" y="27553"/>
                    <a:pt x="15264" y="27553"/>
                  </a:cubicBezTo>
                  <a:cubicBezTo>
                    <a:pt x="15316" y="27553"/>
                    <a:pt x="15355" y="27517"/>
                    <a:pt x="15355" y="27420"/>
                  </a:cubicBezTo>
                  <a:cubicBezTo>
                    <a:pt x="15355" y="27287"/>
                    <a:pt x="15255" y="27187"/>
                    <a:pt x="15121" y="27187"/>
                  </a:cubicBezTo>
                  <a:close/>
                  <a:moveTo>
                    <a:pt x="20067" y="27182"/>
                  </a:moveTo>
                  <a:cubicBezTo>
                    <a:pt x="20053" y="27182"/>
                    <a:pt x="20039" y="27183"/>
                    <a:pt x="20025" y="27187"/>
                  </a:cubicBezTo>
                  <a:cubicBezTo>
                    <a:pt x="19720" y="27187"/>
                    <a:pt x="20033" y="27553"/>
                    <a:pt x="20200" y="27553"/>
                  </a:cubicBezTo>
                  <a:cubicBezTo>
                    <a:pt x="20253" y="27553"/>
                    <a:pt x="20292" y="27517"/>
                    <a:pt x="20292" y="27420"/>
                  </a:cubicBezTo>
                  <a:cubicBezTo>
                    <a:pt x="20292" y="27301"/>
                    <a:pt x="20185" y="27182"/>
                    <a:pt x="20067" y="27182"/>
                  </a:cubicBezTo>
                  <a:close/>
                  <a:moveTo>
                    <a:pt x="24979" y="27182"/>
                  </a:moveTo>
                  <a:cubicBezTo>
                    <a:pt x="24963" y="27182"/>
                    <a:pt x="24946" y="27183"/>
                    <a:pt x="24928" y="27187"/>
                  </a:cubicBezTo>
                  <a:lnTo>
                    <a:pt x="24962" y="27187"/>
                  </a:lnTo>
                  <a:cubicBezTo>
                    <a:pt x="24657" y="27187"/>
                    <a:pt x="24970" y="27553"/>
                    <a:pt x="25122" y="27553"/>
                  </a:cubicBezTo>
                  <a:cubicBezTo>
                    <a:pt x="25171" y="27553"/>
                    <a:pt x="25203" y="27517"/>
                    <a:pt x="25195" y="27420"/>
                  </a:cubicBezTo>
                  <a:cubicBezTo>
                    <a:pt x="25195" y="27301"/>
                    <a:pt x="25115" y="27182"/>
                    <a:pt x="24979" y="27182"/>
                  </a:cubicBezTo>
                  <a:close/>
                  <a:moveTo>
                    <a:pt x="29907" y="27182"/>
                  </a:moveTo>
                  <a:cubicBezTo>
                    <a:pt x="29893" y="27182"/>
                    <a:pt x="29879" y="27183"/>
                    <a:pt x="29865" y="27187"/>
                  </a:cubicBezTo>
                  <a:lnTo>
                    <a:pt x="29898" y="27187"/>
                  </a:lnTo>
                  <a:cubicBezTo>
                    <a:pt x="29569" y="27187"/>
                    <a:pt x="29875" y="27553"/>
                    <a:pt x="30041" y="27553"/>
                  </a:cubicBezTo>
                  <a:cubicBezTo>
                    <a:pt x="30093" y="27553"/>
                    <a:pt x="30132" y="27517"/>
                    <a:pt x="30132" y="27420"/>
                  </a:cubicBezTo>
                  <a:cubicBezTo>
                    <a:pt x="30132" y="27301"/>
                    <a:pt x="30025" y="27182"/>
                    <a:pt x="29907" y="27182"/>
                  </a:cubicBezTo>
                  <a:close/>
                  <a:moveTo>
                    <a:pt x="27397" y="30589"/>
                  </a:moveTo>
                  <a:cubicBezTo>
                    <a:pt x="27402" y="30589"/>
                    <a:pt x="27408" y="30590"/>
                    <a:pt x="27414" y="30590"/>
                  </a:cubicBezTo>
                  <a:lnTo>
                    <a:pt x="27414" y="30590"/>
                  </a:lnTo>
                  <a:cubicBezTo>
                    <a:pt x="27419" y="30590"/>
                    <a:pt x="27424" y="30589"/>
                    <a:pt x="27430" y="30589"/>
                  </a:cubicBezTo>
                  <a:close/>
                  <a:moveTo>
                    <a:pt x="12619" y="30589"/>
                  </a:moveTo>
                  <a:cubicBezTo>
                    <a:pt x="12625" y="30589"/>
                    <a:pt x="12630" y="30590"/>
                    <a:pt x="12635" y="30590"/>
                  </a:cubicBezTo>
                  <a:lnTo>
                    <a:pt x="12635" y="30590"/>
                  </a:lnTo>
                  <a:cubicBezTo>
                    <a:pt x="12641" y="30590"/>
                    <a:pt x="12647" y="30589"/>
                    <a:pt x="12653" y="30589"/>
                  </a:cubicBezTo>
                  <a:close/>
                  <a:moveTo>
                    <a:pt x="7716" y="30589"/>
                  </a:moveTo>
                  <a:cubicBezTo>
                    <a:pt x="7405" y="30589"/>
                    <a:pt x="7737" y="30971"/>
                    <a:pt x="7902" y="30971"/>
                  </a:cubicBezTo>
                  <a:cubicBezTo>
                    <a:pt x="7949" y="30971"/>
                    <a:pt x="7983" y="30939"/>
                    <a:pt x="7983" y="30856"/>
                  </a:cubicBezTo>
                  <a:cubicBezTo>
                    <a:pt x="7983" y="30689"/>
                    <a:pt x="7849" y="30589"/>
                    <a:pt x="7716" y="30589"/>
                  </a:cubicBezTo>
                  <a:close/>
                  <a:moveTo>
                    <a:pt x="12635" y="30590"/>
                  </a:moveTo>
                  <a:cubicBezTo>
                    <a:pt x="12355" y="30604"/>
                    <a:pt x="12657" y="30971"/>
                    <a:pt x="12809" y="30971"/>
                  </a:cubicBezTo>
                  <a:cubicBezTo>
                    <a:pt x="12854" y="30971"/>
                    <a:pt x="12886" y="30939"/>
                    <a:pt x="12886" y="30856"/>
                  </a:cubicBezTo>
                  <a:cubicBezTo>
                    <a:pt x="12886" y="30696"/>
                    <a:pt x="12763" y="30597"/>
                    <a:pt x="12635" y="30590"/>
                  </a:cubicBezTo>
                  <a:close/>
                  <a:moveTo>
                    <a:pt x="17556" y="30589"/>
                  </a:moveTo>
                  <a:cubicBezTo>
                    <a:pt x="17272" y="30589"/>
                    <a:pt x="17589" y="30971"/>
                    <a:pt x="17746" y="30971"/>
                  </a:cubicBezTo>
                  <a:cubicBezTo>
                    <a:pt x="17791" y="30971"/>
                    <a:pt x="17823" y="30939"/>
                    <a:pt x="17823" y="30856"/>
                  </a:cubicBezTo>
                  <a:cubicBezTo>
                    <a:pt x="17823" y="30689"/>
                    <a:pt x="17690" y="30589"/>
                    <a:pt x="17556" y="30589"/>
                  </a:cubicBezTo>
                  <a:close/>
                  <a:moveTo>
                    <a:pt x="22493" y="30589"/>
                  </a:moveTo>
                  <a:cubicBezTo>
                    <a:pt x="22183" y="30589"/>
                    <a:pt x="22514" y="30971"/>
                    <a:pt x="22679" y="30971"/>
                  </a:cubicBezTo>
                  <a:cubicBezTo>
                    <a:pt x="22726" y="30971"/>
                    <a:pt x="22760" y="30939"/>
                    <a:pt x="22760" y="30856"/>
                  </a:cubicBezTo>
                  <a:cubicBezTo>
                    <a:pt x="22760" y="30689"/>
                    <a:pt x="22627" y="30589"/>
                    <a:pt x="22493" y="30589"/>
                  </a:cubicBezTo>
                  <a:close/>
                  <a:moveTo>
                    <a:pt x="27414" y="30590"/>
                  </a:moveTo>
                  <a:cubicBezTo>
                    <a:pt x="27131" y="30603"/>
                    <a:pt x="27434" y="30971"/>
                    <a:pt x="27587" y="30971"/>
                  </a:cubicBezTo>
                  <a:cubicBezTo>
                    <a:pt x="27632" y="30971"/>
                    <a:pt x="27663" y="30939"/>
                    <a:pt x="27663" y="30856"/>
                  </a:cubicBezTo>
                  <a:cubicBezTo>
                    <a:pt x="27663" y="30695"/>
                    <a:pt x="27570" y="30596"/>
                    <a:pt x="27414" y="30590"/>
                  </a:cubicBezTo>
                  <a:close/>
                  <a:moveTo>
                    <a:pt x="32333" y="30589"/>
                  </a:moveTo>
                  <a:cubicBezTo>
                    <a:pt x="32049" y="30589"/>
                    <a:pt x="32366" y="30971"/>
                    <a:pt x="32523" y="30971"/>
                  </a:cubicBezTo>
                  <a:cubicBezTo>
                    <a:pt x="32568" y="30971"/>
                    <a:pt x="32600" y="30939"/>
                    <a:pt x="32600" y="30856"/>
                  </a:cubicBezTo>
                  <a:cubicBezTo>
                    <a:pt x="32600" y="30689"/>
                    <a:pt x="32467" y="30589"/>
                    <a:pt x="32333" y="30589"/>
                  </a:cubicBezTo>
                  <a:close/>
                  <a:moveTo>
                    <a:pt x="5290" y="33987"/>
                  </a:moveTo>
                  <a:cubicBezTo>
                    <a:pt x="5276" y="33987"/>
                    <a:pt x="5262" y="33988"/>
                    <a:pt x="5247" y="33992"/>
                  </a:cubicBezTo>
                  <a:cubicBezTo>
                    <a:pt x="5238" y="33991"/>
                    <a:pt x="5228" y="33991"/>
                    <a:pt x="5220" y="33991"/>
                  </a:cubicBezTo>
                  <a:cubicBezTo>
                    <a:pt x="4961" y="33991"/>
                    <a:pt x="5267" y="34354"/>
                    <a:pt x="5428" y="34354"/>
                  </a:cubicBezTo>
                  <a:cubicBezTo>
                    <a:pt x="5478" y="34354"/>
                    <a:pt x="5514" y="34318"/>
                    <a:pt x="5514" y="34225"/>
                  </a:cubicBezTo>
                  <a:cubicBezTo>
                    <a:pt x="5514" y="34106"/>
                    <a:pt x="5408" y="33987"/>
                    <a:pt x="5290" y="33987"/>
                  </a:cubicBezTo>
                  <a:close/>
                  <a:moveTo>
                    <a:pt x="15091" y="33991"/>
                  </a:moveTo>
                  <a:cubicBezTo>
                    <a:pt x="14808" y="33991"/>
                    <a:pt x="15110" y="34354"/>
                    <a:pt x="15269" y="34354"/>
                  </a:cubicBezTo>
                  <a:cubicBezTo>
                    <a:pt x="15319" y="34354"/>
                    <a:pt x="15355" y="34318"/>
                    <a:pt x="15355" y="34225"/>
                  </a:cubicBezTo>
                  <a:cubicBezTo>
                    <a:pt x="15355" y="34092"/>
                    <a:pt x="15255" y="33992"/>
                    <a:pt x="15121" y="33992"/>
                  </a:cubicBezTo>
                  <a:cubicBezTo>
                    <a:pt x="15111" y="33991"/>
                    <a:pt x="15101" y="33991"/>
                    <a:pt x="15091" y="33991"/>
                  </a:cubicBezTo>
                  <a:close/>
                  <a:moveTo>
                    <a:pt x="20067" y="33987"/>
                  </a:moveTo>
                  <a:cubicBezTo>
                    <a:pt x="20053" y="33987"/>
                    <a:pt x="20039" y="33988"/>
                    <a:pt x="20025" y="33992"/>
                  </a:cubicBezTo>
                  <a:cubicBezTo>
                    <a:pt x="20015" y="33991"/>
                    <a:pt x="20006" y="33991"/>
                    <a:pt x="19997" y="33991"/>
                  </a:cubicBezTo>
                  <a:cubicBezTo>
                    <a:pt x="19738" y="33991"/>
                    <a:pt x="20045" y="34354"/>
                    <a:pt x="20205" y="34354"/>
                  </a:cubicBezTo>
                  <a:cubicBezTo>
                    <a:pt x="20256" y="34354"/>
                    <a:pt x="20292" y="34318"/>
                    <a:pt x="20292" y="34225"/>
                  </a:cubicBezTo>
                  <a:cubicBezTo>
                    <a:pt x="20292" y="34106"/>
                    <a:pt x="20185" y="33987"/>
                    <a:pt x="20067" y="33987"/>
                  </a:cubicBezTo>
                  <a:close/>
                  <a:moveTo>
                    <a:pt x="24979" y="33987"/>
                  </a:moveTo>
                  <a:cubicBezTo>
                    <a:pt x="24965" y="33987"/>
                    <a:pt x="24950" y="33988"/>
                    <a:pt x="24935" y="33991"/>
                  </a:cubicBezTo>
                  <a:lnTo>
                    <a:pt x="24935" y="33991"/>
                  </a:lnTo>
                  <a:cubicBezTo>
                    <a:pt x="24934" y="33991"/>
                    <a:pt x="24934" y="33991"/>
                    <a:pt x="24934" y="33991"/>
                  </a:cubicBezTo>
                  <a:cubicBezTo>
                    <a:pt x="24675" y="33991"/>
                    <a:pt x="24981" y="34354"/>
                    <a:pt x="25127" y="34354"/>
                  </a:cubicBezTo>
                  <a:cubicBezTo>
                    <a:pt x="25173" y="34354"/>
                    <a:pt x="25203" y="34318"/>
                    <a:pt x="25195" y="34225"/>
                  </a:cubicBezTo>
                  <a:cubicBezTo>
                    <a:pt x="25195" y="34106"/>
                    <a:pt x="25115" y="33987"/>
                    <a:pt x="24979" y="33987"/>
                  </a:cubicBezTo>
                  <a:close/>
                  <a:moveTo>
                    <a:pt x="29907" y="33987"/>
                  </a:moveTo>
                  <a:cubicBezTo>
                    <a:pt x="29895" y="33987"/>
                    <a:pt x="29883" y="33988"/>
                    <a:pt x="29870" y="33991"/>
                  </a:cubicBezTo>
                  <a:lnTo>
                    <a:pt x="29870" y="33991"/>
                  </a:lnTo>
                  <a:cubicBezTo>
                    <a:pt x="29870" y="33991"/>
                    <a:pt x="29869" y="33991"/>
                    <a:pt x="29868" y="33991"/>
                  </a:cubicBezTo>
                  <a:cubicBezTo>
                    <a:pt x="29585" y="33991"/>
                    <a:pt x="29887" y="34354"/>
                    <a:pt x="30046" y="34354"/>
                  </a:cubicBezTo>
                  <a:cubicBezTo>
                    <a:pt x="30096" y="34354"/>
                    <a:pt x="30132" y="34318"/>
                    <a:pt x="30132" y="34225"/>
                  </a:cubicBezTo>
                  <a:cubicBezTo>
                    <a:pt x="30132" y="34106"/>
                    <a:pt x="30025" y="33987"/>
                    <a:pt x="29907" y="33987"/>
                  </a:cubicBezTo>
                  <a:close/>
                  <a:moveTo>
                    <a:pt x="10202" y="33987"/>
                  </a:moveTo>
                  <a:cubicBezTo>
                    <a:pt x="10185" y="33987"/>
                    <a:pt x="10169" y="33988"/>
                    <a:pt x="10151" y="33992"/>
                  </a:cubicBezTo>
                  <a:lnTo>
                    <a:pt x="10184" y="33992"/>
                  </a:lnTo>
                  <a:cubicBezTo>
                    <a:pt x="9880" y="33992"/>
                    <a:pt x="10192" y="34358"/>
                    <a:pt x="10345" y="34358"/>
                  </a:cubicBezTo>
                  <a:cubicBezTo>
                    <a:pt x="10393" y="34358"/>
                    <a:pt x="10426" y="34321"/>
                    <a:pt x="10418" y="34225"/>
                  </a:cubicBezTo>
                  <a:cubicBezTo>
                    <a:pt x="10418" y="34106"/>
                    <a:pt x="10338" y="33987"/>
                    <a:pt x="10202" y="33987"/>
                  </a:cubicBezTo>
                  <a:close/>
                  <a:moveTo>
                    <a:pt x="7686" y="37393"/>
                  </a:moveTo>
                  <a:cubicBezTo>
                    <a:pt x="7403" y="37393"/>
                    <a:pt x="7704" y="37756"/>
                    <a:pt x="7864" y="37756"/>
                  </a:cubicBezTo>
                  <a:cubicBezTo>
                    <a:pt x="7913" y="37756"/>
                    <a:pt x="7949" y="37721"/>
                    <a:pt x="7949" y="37628"/>
                  </a:cubicBezTo>
                  <a:cubicBezTo>
                    <a:pt x="7949" y="37494"/>
                    <a:pt x="7849" y="37394"/>
                    <a:pt x="7716" y="37394"/>
                  </a:cubicBezTo>
                  <a:cubicBezTo>
                    <a:pt x="7705" y="37393"/>
                    <a:pt x="7695" y="37393"/>
                    <a:pt x="7686" y="37393"/>
                  </a:cubicBezTo>
                  <a:close/>
                  <a:moveTo>
                    <a:pt x="12592" y="37393"/>
                  </a:moveTo>
                  <a:cubicBezTo>
                    <a:pt x="12332" y="37393"/>
                    <a:pt x="12639" y="37756"/>
                    <a:pt x="12800" y="37756"/>
                  </a:cubicBezTo>
                  <a:cubicBezTo>
                    <a:pt x="12850" y="37756"/>
                    <a:pt x="12886" y="37721"/>
                    <a:pt x="12886" y="37628"/>
                  </a:cubicBezTo>
                  <a:cubicBezTo>
                    <a:pt x="12886" y="37494"/>
                    <a:pt x="12753" y="37394"/>
                    <a:pt x="12619" y="37394"/>
                  </a:cubicBezTo>
                  <a:cubicBezTo>
                    <a:pt x="12610" y="37393"/>
                    <a:pt x="12600" y="37393"/>
                    <a:pt x="12592" y="37393"/>
                  </a:cubicBezTo>
                  <a:close/>
                  <a:moveTo>
                    <a:pt x="22463" y="37393"/>
                  </a:moveTo>
                  <a:cubicBezTo>
                    <a:pt x="22180" y="37393"/>
                    <a:pt x="22481" y="37756"/>
                    <a:pt x="22641" y="37756"/>
                  </a:cubicBezTo>
                  <a:cubicBezTo>
                    <a:pt x="22691" y="37756"/>
                    <a:pt x="22727" y="37721"/>
                    <a:pt x="22727" y="37628"/>
                  </a:cubicBezTo>
                  <a:cubicBezTo>
                    <a:pt x="22727" y="37494"/>
                    <a:pt x="22627" y="37394"/>
                    <a:pt x="22493" y="37394"/>
                  </a:cubicBezTo>
                  <a:cubicBezTo>
                    <a:pt x="22482" y="37393"/>
                    <a:pt x="22472" y="37393"/>
                    <a:pt x="22463" y="37393"/>
                  </a:cubicBezTo>
                  <a:close/>
                  <a:moveTo>
                    <a:pt x="32306" y="37393"/>
                  </a:moveTo>
                  <a:cubicBezTo>
                    <a:pt x="32045" y="37393"/>
                    <a:pt x="32333" y="37756"/>
                    <a:pt x="32485" y="37756"/>
                  </a:cubicBezTo>
                  <a:cubicBezTo>
                    <a:pt x="32533" y="37756"/>
                    <a:pt x="32567" y="37721"/>
                    <a:pt x="32567" y="37628"/>
                  </a:cubicBezTo>
                  <a:cubicBezTo>
                    <a:pt x="32567" y="37494"/>
                    <a:pt x="32467" y="37394"/>
                    <a:pt x="32333" y="37394"/>
                  </a:cubicBezTo>
                  <a:cubicBezTo>
                    <a:pt x="32324" y="37393"/>
                    <a:pt x="32314" y="37393"/>
                    <a:pt x="32306" y="37393"/>
                  </a:cubicBezTo>
                  <a:close/>
                  <a:moveTo>
                    <a:pt x="2779" y="37394"/>
                  </a:moveTo>
                  <a:cubicBezTo>
                    <a:pt x="2475" y="37394"/>
                    <a:pt x="2768" y="37760"/>
                    <a:pt x="2926" y="37760"/>
                  </a:cubicBezTo>
                  <a:cubicBezTo>
                    <a:pt x="2976" y="37760"/>
                    <a:pt x="3013" y="37724"/>
                    <a:pt x="3013" y="37628"/>
                  </a:cubicBezTo>
                  <a:cubicBezTo>
                    <a:pt x="3013" y="37494"/>
                    <a:pt x="2912" y="37394"/>
                    <a:pt x="2779" y="37394"/>
                  </a:cubicBezTo>
                  <a:close/>
                  <a:moveTo>
                    <a:pt x="17556" y="37394"/>
                  </a:moveTo>
                  <a:cubicBezTo>
                    <a:pt x="17252" y="37394"/>
                    <a:pt x="17545" y="37760"/>
                    <a:pt x="17703" y="37760"/>
                  </a:cubicBezTo>
                  <a:cubicBezTo>
                    <a:pt x="17753" y="37760"/>
                    <a:pt x="17790" y="37724"/>
                    <a:pt x="17790" y="37628"/>
                  </a:cubicBezTo>
                  <a:cubicBezTo>
                    <a:pt x="17790" y="37494"/>
                    <a:pt x="17690" y="37394"/>
                    <a:pt x="17556" y="37394"/>
                  </a:cubicBezTo>
                  <a:close/>
                  <a:moveTo>
                    <a:pt x="27397" y="37394"/>
                  </a:moveTo>
                  <a:cubicBezTo>
                    <a:pt x="27092" y="37394"/>
                    <a:pt x="27405" y="37760"/>
                    <a:pt x="27572" y="37760"/>
                  </a:cubicBezTo>
                  <a:cubicBezTo>
                    <a:pt x="27625" y="37760"/>
                    <a:pt x="27663" y="37724"/>
                    <a:pt x="27663" y="37628"/>
                  </a:cubicBezTo>
                  <a:cubicBezTo>
                    <a:pt x="27663" y="37494"/>
                    <a:pt x="27530" y="37394"/>
                    <a:pt x="27397" y="37394"/>
                  </a:cubicBezTo>
                  <a:close/>
                  <a:moveTo>
                    <a:pt x="10151" y="40763"/>
                  </a:moveTo>
                  <a:cubicBezTo>
                    <a:pt x="10157" y="40763"/>
                    <a:pt x="10162" y="40763"/>
                    <a:pt x="10168" y="40764"/>
                  </a:cubicBezTo>
                  <a:lnTo>
                    <a:pt x="10168" y="40764"/>
                  </a:lnTo>
                  <a:cubicBezTo>
                    <a:pt x="10173" y="40763"/>
                    <a:pt x="10179" y="40763"/>
                    <a:pt x="10184" y="40763"/>
                  </a:cubicBezTo>
                  <a:close/>
                  <a:moveTo>
                    <a:pt x="24928" y="40763"/>
                  </a:moveTo>
                  <a:cubicBezTo>
                    <a:pt x="24934" y="40763"/>
                    <a:pt x="24939" y="40763"/>
                    <a:pt x="24944" y="40764"/>
                  </a:cubicBezTo>
                  <a:lnTo>
                    <a:pt x="24944" y="40764"/>
                  </a:lnTo>
                  <a:cubicBezTo>
                    <a:pt x="24950" y="40763"/>
                    <a:pt x="24956" y="40763"/>
                    <a:pt x="24962" y="40763"/>
                  </a:cubicBezTo>
                  <a:close/>
                  <a:moveTo>
                    <a:pt x="5247" y="40763"/>
                  </a:moveTo>
                  <a:cubicBezTo>
                    <a:pt x="4940" y="40763"/>
                    <a:pt x="5263" y="41158"/>
                    <a:pt x="5414" y="41158"/>
                  </a:cubicBezTo>
                  <a:cubicBezTo>
                    <a:pt x="5459" y="41158"/>
                    <a:pt x="5489" y="41123"/>
                    <a:pt x="5481" y="41030"/>
                  </a:cubicBezTo>
                  <a:cubicBezTo>
                    <a:pt x="5481" y="40897"/>
                    <a:pt x="5381" y="40763"/>
                    <a:pt x="5247" y="40763"/>
                  </a:cubicBezTo>
                  <a:close/>
                  <a:moveTo>
                    <a:pt x="10168" y="40764"/>
                  </a:moveTo>
                  <a:cubicBezTo>
                    <a:pt x="9862" y="40777"/>
                    <a:pt x="10171" y="41158"/>
                    <a:pt x="10333" y="41158"/>
                  </a:cubicBezTo>
                  <a:cubicBezTo>
                    <a:pt x="10382" y="41158"/>
                    <a:pt x="10418" y="41123"/>
                    <a:pt x="10418" y="41030"/>
                  </a:cubicBezTo>
                  <a:cubicBezTo>
                    <a:pt x="10418" y="40869"/>
                    <a:pt x="10324" y="40770"/>
                    <a:pt x="10168" y="40764"/>
                  </a:cubicBezTo>
                  <a:close/>
                  <a:moveTo>
                    <a:pt x="15088" y="40763"/>
                  </a:moveTo>
                  <a:cubicBezTo>
                    <a:pt x="14780" y="40763"/>
                    <a:pt x="15104" y="41158"/>
                    <a:pt x="15269" y="41158"/>
                  </a:cubicBezTo>
                  <a:cubicBezTo>
                    <a:pt x="15319" y="41158"/>
                    <a:pt x="15355" y="41123"/>
                    <a:pt x="15355" y="41030"/>
                  </a:cubicBezTo>
                  <a:cubicBezTo>
                    <a:pt x="15355" y="40897"/>
                    <a:pt x="15255" y="40763"/>
                    <a:pt x="15121" y="40763"/>
                  </a:cubicBezTo>
                  <a:close/>
                  <a:moveTo>
                    <a:pt x="20025" y="40763"/>
                  </a:moveTo>
                  <a:cubicBezTo>
                    <a:pt x="19717" y="40763"/>
                    <a:pt x="20040" y="41158"/>
                    <a:pt x="20191" y="41158"/>
                  </a:cubicBezTo>
                  <a:cubicBezTo>
                    <a:pt x="20236" y="41158"/>
                    <a:pt x="20266" y="41123"/>
                    <a:pt x="20258" y="41030"/>
                  </a:cubicBezTo>
                  <a:cubicBezTo>
                    <a:pt x="20258" y="40897"/>
                    <a:pt x="20158" y="40763"/>
                    <a:pt x="20025" y="40763"/>
                  </a:cubicBezTo>
                  <a:close/>
                  <a:moveTo>
                    <a:pt x="24944" y="40764"/>
                  </a:moveTo>
                  <a:cubicBezTo>
                    <a:pt x="24665" y="40778"/>
                    <a:pt x="24961" y="41158"/>
                    <a:pt x="25114" y="41158"/>
                  </a:cubicBezTo>
                  <a:cubicBezTo>
                    <a:pt x="25161" y="41158"/>
                    <a:pt x="25195" y="41123"/>
                    <a:pt x="25195" y="41030"/>
                  </a:cubicBezTo>
                  <a:cubicBezTo>
                    <a:pt x="25195" y="40901"/>
                    <a:pt x="25101" y="40772"/>
                    <a:pt x="24944" y="40764"/>
                  </a:cubicBezTo>
                  <a:close/>
                  <a:moveTo>
                    <a:pt x="29865" y="40763"/>
                  </a:moveTo>
                  <a:cubicBezTo>
                    <a:pt x="29557" y="40763"/>
                    <a:pt x="29881" y="41158"/>
                    <a:pt x="30047" y="41158"/>
                  </a:cubicBezTo>
                  <a:cubicBezTo>
                    <a:pt x="30096" y="41158"/>
                    <a:pt x="30132" y="41123"/>
                    <a:pt x="30132" y="41030"/>
                  </a:cubicBezTo>
                  <a:cubicBezTo>
                    <a:pt x="30132" y="40897"/>
                    <a:pt x="29998" y="40763"/>
                    <a:pt x="29865" y="40763"/>
                  </a:cubicBezTo>
                  <a:close/>
                  <a:moveTo>
                    <a:pt x="2779" y="44166"/>
                  </a:moveTo>
                  <a:cubicBezTo>
                    <a:pt x="2471" y="44166"/>
                    <a:pt x="2775" y="44561"/>
                    <a:pt x="2932" y="44561"/>
                  </a:cubicBezTo>
                  <a:cubicBezTo>
                    <a:pt x="2979" y="44561"/>
                    <a:pt x="3013" y="44525"/>
                    <a:pt x="3013" y="44433"/>
                  </a:cubicBezTo>
                  <a:cubicBezTo>
                    <a:pt x="3013" y="44299"/>
                    <a:pt x="2912" y="44199"/>
                    <a:pt x="2779" y="44199"/>
                  </a:cubicBezTo>
                  <a:lnTo>
                    <a:pt x="2779" y="44166"/>
                  </a:lnTo>
                  <a:close/>
                  <a:moveTo>
                    <a:pt x="7683" y="44166"/>
                  </a:moveTo>
                  <a:cubicBezTo>
                    <a:pt x="7375" y="44166"/>
                    <a:pt x="7698" y="44561"/>
                    <a:pt x="7864" y="44561"/>
                  </a:cubicBezTo>
                  <a:cubicBezTo>
                    <a:pt x="7914" y="44561"/>
                    <a:pt x="7949" y="44525"/>
                    <a:pt x="7949" y="44433"/>
                  </a:cubicBezTo>
                  <a:cubicBezTo>
                    <a:pt x="7916" y="44299"/>
                    <a:pt x="7816" y="44199"/>
                    <a:pt x="7716" y="44199"/>
                  </a:cubicBezTo>
                  <a:lnTo>
                    <a:pt x="7683" y="44166"/>
                  </a:lnTo>
                  <a:close/>
                  <a:moveTo>
                    <a:pt x="12619" y="44166"/>
                  </a:moveTo>
                  <a:cubicBezTo>
                    <a:pt x="12311" y="44166"/>
                    <a:pt x="12615" y="44561"/>
                    <a:pt x="12772" y="44561"/>
                  </a:cubicBezTo>
                  <a:cubicBezTo>
                    <a:pt x="12819" y="44561"/>
                    <a:pt x="12853" y="44525"/>
                    <a:pt x="12853" y="44433"/>
                  </a:cubicBezTo>
                  <a:cubicBezTo>
                    <a:pt x="12853" y="44299"/>
                    <a:pt x="12753" y="44199"/>
                    <a:pt x="12619" y="44199"/>
                  </a:cubicBezTo>
                  <a:lnTo>
                    <a:pt x="12619" y="44166"/>
                  </a:lnTo>
                  <a:close/>
                  <a:moveTo>
                    <a:pt x="17556" y="44166"/>
                  </a:moveTo>
                  <a:cubicBezTo>
                    <a:pt x="17248" y="44166"/>
                    <a:pt x="17552" y="44561"/>
                    <a:pt x="17709" y="44561"/>
                  </a:cubicBezTo>
                  <a:cubicBezTo>
                    <a:pt x="17756" y="44561"/>
                    <a:pt x="17790" y="44525"/>
                    <a:pt x="17790" y="44433"/>
                  </a:cubicBezTo>
                  <a:cubicBezTo>
                    <a:pt x="17790" y="44299"/>
                    <a:pt x="17690" y="44199"/>
                    <a:pt x="17556" y="44199"/>
                  </a:cubicBezTo>
                  <a:lnTo>
                    <a:pt x="17556" y="44166"/>
                  </a:lnTo>
                  <a:close/>
                  <a:moveTo>
                    <a:pt x="22460" y="44166"/>
                  </a:moveTo>
                  <a:cubicBezTo>
                    <a:pt x="22152" y="44166"/>
                    <a:pt x="22476" y="44561"/>
                    <a:pt x="22641" y="44561"/>
                  </a:cubicBezTo>
                  <a:cubicBezTo>
                    <a:pt x="22691" y="44561"/>
                    <a:pt x="22727" y="44525"/>
                    <a:pt x="22727" y="44433"/>
                  </a:cubicBezTo>
                  <a:cubicBezTo>
                    <a:pt x="22693" y="44299"/>
                    <a:pt x="22593" y="44199"/>
                    <a:pt x="22493" y="44199"/>
                  </a:cubicBezTo>
                  <a:lnTo>
                    <a:pt x="22460" y="44166"/>
                  </a:lnTo>
                  <a:close/>
                  <a:moveTo>
                    <a:pt x="27397" y="44166"/>
                  </a:moveTo>
                  <a:cubicBezTo>
                    <a:pt x="27089" y="44166"/>
                    <a:pt x="27412" y="44561"/>
                    <a:pt x="27578" y="44561"/>
                  </a:cubicBezTo>
                  <a:cubicBezTo>
                    <a:pt x="27628" y="44561"/>
                    <a:pt x="27663" y="44525"/>
                    <a:pt x="27663" y="44433"/>
                  </a:cubicBezTo>
                  <a:cubicBezTo>
                    <a:pt x="27630" y="44299"/>
                    <a:pt x="27530" y="44199"/>
                    <a:pt x="27397" y="44199"/>
                  </a:cubicBezTo>
                  <a:lnTo>
                    <a:pt x="27397" y="44166"/>
                  </a:lnTo>
                  <a:close/>
                  <a:moveTo>
                    <a:pt x="32333" y="44166"/>
                  </a:moveTo>
                  <a:cubicBezTo>
                    <a:pt x="32026" y="44166"/>
                    <a:pt x="32330" y="44561"/>
                    <a:pt x="32486" y="44561"/>
                  </a:cubicBezTo>
                  <a:cubicBezTo>
                    <a:pt x="32533" y="44561"/>
                    <a:pt x="32567" y="44525"/>
                    <a:pt x="32567" y="44433"/>
                  </a:cubicBezTo>
                  <a:cubicBezTo>
                    <a:pt x="32567" y="44299"/>
                    <a:pt x="32467" y="44199"/>
                    <a:pt x="32333" y="44199"/>
                  </a:cubicBezTo>
                  <a:lnTo>
                    <a:pt x="32333" y="44166"/>
                  </a:lnTo>
                  <a:close/>
                  <a:moveTo>
                    <a:pt x="311" y="47568"/>
                  </a:moveTo>
                  <a:cubicBezTo>
                    <a:pt x="0" y="47568"/>
                    <a:pt x="332" y="47949"/>
                    <a:pt x="496" y="47949"/>
                  </a:cubicBezTo>
                  <a:cubicBezTo>
                    <a:pt x="544" y="47949"/>
                    <a:pt x="577" y="47917"/>
                    <a:pt x="577" y="47835"/>
                  </a:cubicBezTo>
                  <a:cubicBezTo>
                    <a:pt x="577" y="47668"/>
                    <a:pt x="444" y="47568"/>
                    <a:pt x="311" y="47568"/>
                  </a:cubicBezTo>
                  <a:close/>
                  <a:moveTo>
                    <a:pt x="5247" y="47568"/>
                  </a:moveTo>
                  <a:cubicBezTo>
                    <a:pt x="4937" y="47568"/>
                    <a:pt x="5249" y="47949"/>
                    <a:pt x="5404" y="47949"/>
                  </a:cubicBezTo>
                  <a:cubicBezTo>
                    <a:pt x="5449" y="47949"/>
                    <a:pt x="5481" y="47917"/>
                    <a:pt x="5481" y="47835"/>
                  </a:cubicBezTo>
                  <a:cubicBezTo>
                    <a:pt x="5481" y="47668"/>
                    <a:pt x="5381" y="47568"/>
                    <a:pt x="5247" y="47568"/>
                  </a:cubicBezTo>
                  <a:close/>
                  <a:moveTo>
                    <a:pt x="10151" y="47568"/>
                  </a:moveTo>
                  <a:cubicBezTo>
                    <a:pt x="9866" y="47568"/>
                    <a:pt x="10184" y="47949"/>
                    <a:pt x="10340" y="47949"/>
                  </a:cubicBezTo>
                  <a:cubicBezTo>
                    <a:pt x="10386" y="47949"/>
                    <a:pt x="10418" y="47917"/>
                    <a:pt x="10418" y="47835"/>
                  </a:cubicBezTo>
                  <a:cubicBezTo>
                    <a:pt x="10418" y="47668"/>
                    <a:pt x="10284" y="47568"/>
                    <a:pt x="10151" y="47568"/>
                  </a:cubicBezTo>
                  <a:close/>
                  <a:moveTo>
                    <a:pt x="15088" y="47568"/>
                  </a:moveTo>
                  <a:cubicBezTo>
                    <a:pt x="14777" y="47568"/>
                    <a:pt x="15109" y="47949"/>
                    <a:pt x="15273" y="47949"/>
                  </a:cubicBezTo>
                  <a:cubicBezTo>
                    <a:pt x="15321" y="47949"/>
                    <a:pt x="15355" y="47917"/>
                    <a:pt x="15355" y="47835"/>
                  </a:cubicBezTo>
                  <a:cubicBezTo>
                    <a:pt x="15355" y="47702"/>
                    <a:pt x="15221" y="47568"/>
                    <a:pt x="15121" y="47568"/>
                  </a:cubicBezTo>
                  <a:close/>
                  <a:moveTo>
                    <a:pt x="20025" y="47568"/>
                  </a:moveTo>
                  <a:cubicBezTo>
                    <a:pt x="19714" y="47568"/>
                    <a:pt x="20026" y="47949"/>
                    <a:pt x="20181" y="47949"/>
                  </a:cubicBezTo>
                  <a:cubicBezTo>
                    <a:pt x="20226" y="47949"/>
                    <a:pt x="20258" y="47917"/>
                    <a:pt x="20258" y="47835"/>
                  </a:cubicBezTo>
                  <a:cubicBezTo>
                    <a:pt x="20258" y="47668"/>
                    <a:pt x="20158" y="47568"/>
                    <a:pt x="20025" y="47568"/>
                  </a:cubicBezTo>
                  <a:close/>
                  <a:moveTo>
                    <a:pt x="24928" y="47568"/>
                  </a:moveTo>
                  <a:cubicBezTo>
                    <a:pt x="24644" y="47568"/>
                    <a:pt x="24961" y="47949"/>
                    <a:pt x="25118" y="47949"/>
                  </a:cubicBezTo>
                  <a:cubicBezTo>
                    <a:pt x="25163" y="47949"/>
                    <a:pt x="25195" y="47917"/>
                    <a:pt x="25195" y="47835"/>
                  </a:cubicBezTo>
                  <a:cubicBezTo>
                    <a:pt x="25195" y="47668"/>
                    <a:pt x="25095" y="47568"/>
                    <a:pt x="24928" y="47568"/>
                  </a:cubicBezTo>
                  <a:close/>
                  <a:moveTo>
                    <a:pt x="29865" y="47568"/>
                  </a:moveTo>
                  <a:cubicBezTo>
                    <a:pt x="29555" y="47568"/>
                    <a:pt x="29886" y="47949"/>
                    <a:pt x="30051" y="47949"/>
                  </a:cubicBezTo>
                  <a:cubicBezTo>
                    <a:pt x="30098" y="47949"/>
                    <a:pt x="30132" y="47917"/>
                    <a:pt x="30132" y="47835"/>
                  </a:cubicBezTo>
                  <a:cubicBezTo>
                    <a:pt x="30132" y="47668"/>
                    <a:pt x="29998" y="47568"/>
                    <a:pt x="29865" y="47568"/>
                  </a:cubicBezTo>
                  <a:close/>
                  <a:moveTo>
                    <a:pt x="2779" y="50971"/>
                  </a:moveTo>
                  <a:cubicBezTo>
                    <a:pt x="2471" y="50971"/>
                    <a:pt x="2775" y="51365"/>
                    <a:pt x="2932" y="51365"/>
                  </a:cubicBezTo>
                  <a:cubicBezTo>
                    <a:pt x="2979" y="51365"/>
                    <a:pt x="3013" y="51330"/>
                    <a:pt x="3013" y="51238"/>
                  </a:cubicBezTo>
                  <a:cubicBezTo>
                    <a:pt x="3013" y="51104"/>
                    <a:pt x="2912" y="50971"/>
                    <a:pt x="2779" y="50971"/>
                  </a:cubicBezTo>
                  <a:close/>
                  <a:moveTo>
                    <a:pt x="7683" y="50971"/>
                  </a:moveTo>
                  <a:cubicBezTo>
                    <a:pt x="7375" y="50971"/>
                    <a:pt x="7698" y="51365"/>
                    <a:pt x="7864" y="51365"/>
                  </a:cubicBezTo>
                  <a:cubicBezTo>
                    <a:pt x="7914" y="51365"/>
                    <a:pt x="7949" y="51330"/>
                    <a:pt x="7949" y="51238"/>
                  </a:cubicBezTo>
                  <a:cubicBezTo>
                    <a:pt x="7949" y="51104"/>
                    <a:pt x="7849" y="50971"/>
                    <a:pt x="7716" y="50971"/>
                  </a:cubicBezTo>
                  <a:close/>
                  <a:moveTo>
                    <a:pt x="12619" y="50971"/>
                  </a:moveTo>
                  <a:cubicBezTo>
                    <a:pt x="12311" y="50971"/>
                    <a:pt x="12615" y="51365"/>
                    <a:pt x="12772" y="51365"/>
                  </a:cubicBezTo>
                  <a:cubicBezTo>
                    <a:pt x="12819" y="51365"/>
                    <a:pt x="12853" y="51330"/>
                    <a:pt x="12853" y="51238"/>
                  </a:cubicBezTo>
                  <a:cubicBezTo>
                    <a:pt x="12853" y="51104"/>
                    <a:pt x="12753" y="50971"/>
                    <a:pt x="12619" y="50971"/>
                  </a:cubicBezTo>
                  <a:close/>
                  <a:moveTo>
                    <a:pt x="17556" y="50971"/>
                  </a:moveTo>
                  <a:cubicBezTo>
                    <a:pt x="17248" y="50971"/>
                    <a:pt x="17552" y="51365"/>
                    <a:pt x="17709" y="51365"/>
                  </a:cubicBezTo>
                  <a:cubicBezTo>
                    <a:pt x="17756" y="51365"/>
                    <a:pt x="17790" y="51330"/>
                    <a:pt x="17790" y="51238"/>
                  </a:cubicBezTo>
                  <a:cubicBezTo>
                    <a:pt x="17790" y="51104"/>
                    <a:pt x="17690" y="50971"/>
                    <a:pt x="17556" y="50971"/>
                  </a:cubicBezTo>
                  <a:close/>
                  <a:moveTo>
                    <a:pt x="22460" y="50971"/>
                  </a:moveTo>
                  <a:cubicBezTo>
                    <a:pt x="22152" y="50971"/>
                    <a:pt x="22476" y="51365"/>
                    <a:pt x="22641" y="51365"/>
                  </a:cubicBezTo>
                  <a:cubicBezTo>
                    <a:pt x="22691" y="51365"/>
                    <a:pt x="22727" y="51330"/>
                    <a:pt x="22727" y="51238"/>
                  </a:cubicBezTo>
                  <a:cubicBezTo>
                    <a:pt x="22727" y="51104"/>
                    <a:pt x="22627" y="50971"/>
                    <a:pt x="22493" y="50971"/>
                  </a:cubicBezTo>
                  <a:close/>
                  <a:moveTo>
                    <a:pt x="27397" y="50971"/>
                  </a:moveTo>
                  <a:cubicBezTo>
                    <a:pt x="27089" y="50971"/>
                    <a:pt x="27412" y="51365"/>
                    <a:pt x="27578" y="51365"/>
                  </a:cubicBezTo>
                  <a:cubicBezTo>
                    <a:pt x="27628" y="51365"/>
                    <a:pt x="27663" y="51330"/>
                    <a:pt x="27663" y="51238"/>
                  </a:cubicBezTo>
                  <a:cubicBezTo>
                    <a:pt x="27663" y="51104"/>
                    <a:pt x="27530" y="50971"/>
                    <a:pt x="27397" y="50971"/>
                  </a:cubicBezTo>
                  <a:close/>
                  <a:moveTo>
                    <a:pt x="32333" y="50971"/>
                  </a:moveTo>
                  <a:cubicBezTo>
                    <a:pt x="32026" y="50971"/>
                    <a:pt x="32330" y="51365"/>
                    <a:pt x="32486" y="51365"/>
                  </a:cubicBezTo>
                  <a:cubicBezTo>
                    <a:pt x="32533" y="51365"/>
                    <a:pt x="32567" y="51330"/>
                    <a:pt x="32567" y="51238"/>
                  </a:cubicBezTo>
                  <a:cubicBezTo>
                    <a:pt x="32567" y="51104"/>
                    <a:pt x="32467" y="50971"/>
                    <a:pt x="32333" y="50971"/>
                  </a:cubicBezTo>
                  <a:close/>
                  <a:moveTo>
                    <a:pt x="311" y="54373"/>
                  </a:moveTo>
                  <a:cubicBezTo>
                    <a:pt x="6" y="54373"/>
                    <a:pt x="299" y="54739"/>
                    <a:pt x="458" y="54739"/>
                  </a:cubicBezTo>
                  <a:cubicBezTo>
                    <a:pt x="508" y="54739"/>
                    <a:pt x="544" y="54703"/>
                    <a:pt x="544" y="54607"/>
                  </a:cubicBezTo>
                  <a:cubicBezTo>
                    <a:pt x="544" y="54473"/>
                    <a:pt x="444" y="54373"/>
                    <a:pt x="311" y="54373"/>
                  </a:cubicBezTo>
                  <a:close/>
                  <a:moveTo>
                    <a:pt x="5214" y="54373"/>
                  </a:moveTo>
                  <a:cubicBezTo>
                    <a:pt x="4935" y="54373"/>
                    <a:pt x="5234" y="54739"/>
                    <a:pt x="5394" y="54739"/>
                  </a:cubicBezTo>
                  <a:cubicBezTo>
                    <a:pt x="5444" y="54739"/>
                    <a:pt x="5481" y="54703"/>
                    <a:pt x="5481" y="54607"/>
                  </a:cubicBezTo>
                  <a:cubicBezTo>
                    <a:pt x="5481" y="54473"/>
                    <a:pt x="5381" y="54373"/>
                    <a:pt x="5247" y="54373"/>
                  </a:cubicBezTo>
                  <a:close/>
                  <a:moveTo>
                    <a:pt x="10151" y="54373"/>
                  </a:moveTo>
                  <a:cubicBezTo>
                    <a:pt x="9847" y="54373"/>
                    <a:pt x="10159" y="54739"/>
                    <a:pt x="10327" y="54739"/>
                  </a:cubicBezTo>
                  <a:cubicBezTo>
                    <a:pt x="10379" y="54739"/>
                    <a:pt x="10418" y="54703"/>
                    <a:pt x="10418" y="54607"/>
                  </a:cubicBezTo>
                  <a:cubicBezTo>
                    <a:pt x="10418" y="54473"/>
                    <a:pt x="10284" y="54373"/>
                    <a:pt x="10151" y="54373"/>
                  </a:cubicBezTo>
                  <a:close/>
                  <a:moveTo>
                    <a:pt x="15088" y="54373"/>
                  </a:moveTo>
                  <a:cubicBezTo>
                    <a:pt x="14784" y="54373"/>
                    <a:pt x="15077" y="54739"/>
                    <a:pt x="15235" y="54739"/>
                  </a:cubicBezTo>
                  <a:cubicBezTo>
                    <a:pt x="15285" y="54739"/>
                    <a:pt x="15321" y="54703"/>
                    <a:pt x="15321" y="54607"/>
                  </a:cubicBezTo>
                  <a:cubicBezTo>
                    <a:pt x="15321" y="54473"/>
                    <a:pt x="15221" y="54373"/>
                    <a:pt x="15121" y="54373"/>
                  </a:cubicBezTo>
                  <a:close/>
                  <a:moveTo>
                    <a:pt x="19991" y="54373"/>
                  </a:moveTo>
                  <a:cubicBezTo>
                    <a:pt x="19712" y="54373"/>
                    <a:pt x="20012" y="54739"/>
                    <a:pt x="20171" y="54739"/>
                  </a:cubicBezTo>
                  <a:cubicBezTo>
                    <a:pt x="20222" y="54739"/>
                    <a:pt x="20258" y="54703"/>
                    <a:pt x="20258" y="54607"/>
                  </a:cubicBezTo>
                  <a:cubicBezTo>
                    <a:pt x="20258" y="54473"/>
                    <a:pt x="20158" y="54373"/>
                    <a:pt x="20025" y="54373"/>
                  </a:cubicBezTo>
                  <a:close/>
                  <a:moveTo>
                    <a:pt x="24928" y="54373"/>
                  </a:moveTo>
                  <a:cubicBezTo>
                    <a:pt x="24624" y="54373"/>
                    <a:pt x="24936" y="54739"/>
                    <a:pt x="25104" y="54739"/>
                  </a:cubicBezTo>
                  <a:cubicBezTo>
                    <a:pt x="25157" y="54739"/>
                    <a:pt x="25195" y="54703"/>
                    <a:pt x="25195" y="54607"/>
                  </a:cubicBezTo>
                  <a:cubicBezTo>
                    <a:pt x="25195" y="54473"/>
                    <a:pt x="25062" y="54373"/>
                    <a:pt x="24928" y="54373"/>
                  </a:cubicBezTo>
                  <a:close/>
                  <a:moveTo>
                    <a:pt x="29865" y="54373"/>
                  </a:moveTo>
                  <a:cubicBezTo>
                    <a:pt x="29561" y="54373"/>
                    <a:pt x="29854" y="54739"/>
                    <a:pt x="30012" y="54739"/>
                  </a:cubicBezTo>
                  <a:cubicBezTo>
                    <a:pt x="30062" y="54739"/>
                    <a:pt x="30099" y="54703"/>
                    <a:pt x="30099" y="54607"/>
                  </a:cubicBezTo>
                  <a:cubicBezTo>
                    <a:pt x="30099" y="54473"/>
                    <a:pt x="29998" y="54373"/>
                    <a:pt x="29865" y="54373"/>
                  </a:cubicBezTo>
                  <a:close/>
                  <a:moveTo>
                    <a:pt x="34769" y="54373"/>
                  </a:moveTo>
                  <a:cubicBezTo>
                    <a:pt x="34490" y="54373"/>
                    <a:pt x="34789" y="54739"/>
                    <a:pt x="34948" y="54739"/>
                  </a:cubicBezTo>
                  <a:cubicBezTo>
                    <a:pt x="34999" y="54739"/>
                    <a:pt x="35035" y="54703"/>
                    <a:pt x="35035" y="54607"/>
                  </a:cubicBezTo>
                  <a:cubicBezTo>
                    <a:pt x="35035" y="54473"/>
                    <a:pt x="34935" y="54373"/>
                    <a:pt x="34802" y="54373"/>
                  </a:cubicBezTo>
                  <a:close/>
                  <a:moveTo>
                    <a:pt x="2779" y="57776"/>
                  </a:moveTo>
                  <a:cubicBezTo>
                    <a:pt x="2469" y="57776"/>
                    <a:pt x="2780" y="58157"/>
                    <a:pt x="2936" y="58157"/>
                  </a:cubicBezTo>
                  <a:cubicBezTo>
                    <a:pt x="2981" y="58157"/>
                    <a:pt x="3013" y="58125"/>
                    <a:pt x="3013" y="58042"/>
                  </a:cubicBezTo>
                  <a:cubicBezTo>
                    <a:pt x="3013" y="57876"/>
                    <a:pt x="2912" y="57776"/>
                    <a:pt x="2779" y="57776"/>
                  </a:cubicBezTo>
                  <a:close/>
                  <a:moveTo>
                    <a:pt x="17556" y="57776"/>
                  </a:moveTo>
                  <a:cubicBezTo>
                    <a:pt x="17246" y="57776"/>
                    <a:pt x="17557" y="58157"/>
                    <a:pt x="17713" y="58157"/>
                  </a:cubicBezTo>
                  <a:cubicBezTo>
                    <a:pt x="17758" y="58157"/>
                    <a:pt x="17790" y="58125"/>
                    <a:pt x="17790" y="58042"/>
                  </a:cubicBezTo>
                  <a:cubicBezTo>
                    <a:pt x="17790" y="57876"/>
                    <a:pt x="17690" y="57776"/>
                    <a:pt x="17556" y="57776"/>
                  </a:cubicBezTo>
                  <a:close/>
                  <a:moveTo>
                    <a:pt x="27397" y="57776"/>
                  </a:moveTo>
                  <a:cubicBezTo>
                    <a:pt x="27086" y="57776"/>
                    <a:pt x="27418" y="58157"/>
                    <a:pt x="27582" y="58157"/>
                  </a:cubicBezTo>
                  <a:cubicBezTo>
                    <a:pt x="27630" y="58157"/>
                    <a:pt x="27663" y="58125"/>
                    <a:pt x="27663" y="58042"/>
                  </a:cubicBezTo>
                  <a:cubicBezTo>
                    <a:pt x="27663" y="57876"/>
                    <a:pt x="27530" y="57776"/>
                    <a:pt x="27397" y="57776"/>
                  </a:cubicBezTo>
                  <a:close/>
                  <a:moveTo>
                    <a:pt x="7683" y="57776"/>
                  </a:moveTo>
                  <a:cubicBezTo>
                    <a:pt x="7375" y="57776"/>
                    <a:pt x="7698" y="58170"/>
                    <a:pt x="7864" y="58170"/>
                  </a:cubicBezTo>
                  <a:cubicBezTo>
                    <a:pt x="7914" y="58170"/>
                    <a:pt x="7949" y="58135"/>
                    <a:pt x="7949" y="58042"/>
                  </a:cubicBezTo>
                  <a:cubicBezTo>
                    <a:pt x="7949" y="57876"/>
                    <a:pt x="7849" y="57776"/>
                    <a:pt x="7716" y="57776"/>
                  </a:cubicBezTo>
                  <a:close/>
                  <a:moveTo>
                    <a:pt x="12619" y="57776"/>
                  </a:moveTo>
                  <a:cubicBezTo>
                    <a:pt x="12311" y="57776"/>
                    <a:pt x="12615" y="58170"/>
                    <a:pt x="12772" y="58170"/>
                  </a:cubicBezTo>
                  <a:cubicBezTo>
                    <a:pt x="12819" y="58170"/>
                    <a:pt x="12853" y="58135"/>
                    <a:pt x="12853" y="58042"/>
                  </a:cubicBezTo>
                  <a:cubicBezTo>
                    <a:pt x="12853" y="57876"/>
                    <a:pt x="12753" y="57776"/>
                    <a:pt x="12619" y="57776"/>
                  </a:cubicBezTo>
                  <a:close/>
                  <a:moveTo>
                    <a:pt x="22460" y="57776"/>
                  </a:moveTo>
                  <a:cubicBezTo>
                    <a:pt x="22152" y="57776"/>
                    <a:pt x="22476" y="58170"/>
                    <a:pt x="22641" y="58170"/>
                  </a:cubicBezTo>
                  <a:cubicBezTo>
                    <a:pt x="22691" y="58170"/>
                    <a:pt x="22727" y="58135"/>
                    <a:pt x="22727" y="58042"/>
                  </a:cubicBezTo>
                  <a:cubicBezTo>
                    <a:pt x="22727" y="57876"/>
                    <a:pt x="22627" y="57776"/>
                    <a:pt x="22493" y="57776"/>
                  </a:cubicBezTo>
                  <a:close/>
                  <a:moveTo>
                    <a:pt x="32333" y="57776"/>
                  </a:moveTo>
                  <a:cubicBezTo>
                    <a:pt x="32026" y="57776"/>
                    <a:pt x="32330" y="58170"/>
                    <a:pt x="32486" y="58170"/>
                  </a:cubicBezTo>
                  <a:cubicBezTo>
                    <a:pt x="32533" y="58170"/>
                    <a:pt x="32567" y="58135"/>
                    <a:pt x="32567" y="58042"/>
                  </a:cubicBezTo>
                  <a:cubicBezTo>
                    <a:pt x="32567" y="57876"/>
                    <a:pt x="32467" y="57776"/>
                    <a:pt x="32333" y="577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7"/>
            <p:cNvSpPr/>
            <p:nvPr/>
          </p:nvSpPr>
          <p:spPr>
            <a:xfrm>
              <a:off x="5585463" y="2548575"/>
              <a:ext cx="928927" cy="1228665"/>
            </a:xfrm>
            <a:custGeom>
              <a:avLst/>
              <a:gdLst/>
              <a:ahLst/>
              <a:cxnLst/>
              <a:rect l="l" t="t" r="r" b="b"/>
              <a:pathLst>
                <a:path w="39328" h="52018" extrusionOk="0">
                  <a:moveTo>
                    <a:pt x="37708" y="0"/>
                  </a:moveTo>
                  <a:cubicBezTo>
                    <a:pt x="36525" y="0"/>
                    <a:pt x="34496" y="1174"/>
                    <a:pt x="32390" y="2643"/>
                  </a:cubicBezTo>
                  <a:cubicBezTo>
                    <a:pt x="15144" y="14719"/>
                    <a:pt x="0" y="31831"/>
                    <a:pt x="1201" y="37435"/>
                  </a:cubicBezTo>
                  <a:cubicBezTo>
                    <a:pt x="2502" y="43372"/>
                    <a:pt x="13944" y="50344"/>
                    <a:pt x="24184" y="52012"/>
                  </a:cubicBezTo>
                  <a:cubicBezTo>
                    <a:pt x="24207" y="52016"/>
                    <a:pt x="24230" y="52017"/>
                    <a:pt x="24253" y="52017"/>
                  </a:cubicBezTo>
                  <a:cubicBezTo>
                    <a:pt x="26404" y="52017"/>
                    <a:pt x="33268" y="37126"/>
                    <a:pt x="31156" y="36334"/>
                  </a:cubicBezTo>
                  <a:cubicBezTo>
                    <a:pt x="29488" y="35734"/>
                    <a:pt x="21916" y="33298"/>
                    <a:pt x="21049" y="32231"/>
                  </a:cubicBezTo>
                  <a:cubicBezTo>
                    <a:pt x="20415" y="31497"/>
                    <a:pt x="32824" y="15186"/>
                    <a:pt x="36960" y="6613"/>
                  </a:cubicBezTo>
                  <a:cubicBezTo>
                    <a:pt x="39327" y="1696"/>
                    <a:pt x="39130" y="0"/>
                    <a:pt x="37708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7"/>
            <p:cNvSpPr/>
            <p:nvPr/>
          </p:nvSpPr>
          <p:spPr>
            <a:xfrm>
              <a:off x="6042479" y="3392668"/>
              <a:ext cx="872216" cy="517349"/>
            </a:xfrm>
            <a:custGeom>
              <a:avLst/>
              <a:gdLst/>
              <a:ahLst/>
              <a:cxnLst/>
              <a:rect l="l" t="t" r="r" b="b"/>
              <a:pathLst>
                <a:path w="36927" h="21903" extrusionOk="0">
                  <a:moveTo>
                    <a:pt x="7472" y="1"/>
                  </a:moveTo>
                  <a:cubicBezTo>
                    <a:pt x="7472" y="1"/>
                    <a:pt x="0" y="15045"/>
                    <a:pt x="734" y="15278"/>
                  </a:cubicBezTo>
                  <a:cubicBezTo>
                    <a:pt x="3625" y="16183"/>
                    <a:pt x="6251" y="16671"/>
                    <a:pt x="9740" y="16671"/>
                  </a:cubicBezTo>
                  <a:cubicBezTo>
                    <a:pt x="10880" y="16671"/>
                    <a:pt x="12113" y="16619"/>
                    <a:pt x="13477" y="16512"/>
                  </a:cubicBezTo>
                  <a:cubicBezTo>
                    <a:pt x="13477" y="16512"/>
                    <a:pt x="18867" y="21903"/>
                    <a:pt x="21774" y="21903"/>
                  </a:cubicBezTo>
                  <a:cubicBezTo>
                    <a:pt x="22101" y="21903"/>
                    <a:pt x="22397" y="21835"/>
                    <a:pt x="22650" y="21683"/>
                  </a:cubicBezTo>
                  <a:cubicBezTo>
                    <a:pt x="23565" y="21136"/>
                    <a:pt x="23429" y="20299"/>
                    <a:pt x="22948" y="19501"/>
                  </a:cubicBezTo>
                  <a:lnTo>
                    <a:pt x="22948" y="19501"/>
                  </a:lnTo>
                  <a:cubicBezTo>
                    <a:pt x="23976" y="20417"/>
                    <a:pt x="25220" y="21268"/>
                    <a:pt x="26294" y="21268"/>
                  </a:cubicBezTo>
                  <a:cubicBezTo>
                    <a:pt x="26547" y="21268"/>
                    <a:pt x="26790" y="21220"/>
                    <a:pt x="27020" y="21116"/>
                  </a:cubicBezTo>
                  <a:cubicBezTo>
                    <a:pt x="28349" y="20476"/>
                    <a:pt x="28125" y="19319"/>
                    <a:pt x="27576" y="18329"/>
                  </a:cubicBezTo>
                  <a:lnTo>
                    <a:pt x="27576" y="18329"/>
                  </a:lnTo>
                  <a:cubicBezTo>
                    <a:pt x="28366" y="19165"/>
                    <a:pt x="29399" y="19982"/>
                    <a:pt x="30428" y="19982"/>
                  </a:cubicBezTo>
                  <a:cubicBezTo>
                    <a:pt x="30752" y="19982"/>
                    <a:pt x="31075" y="19901"/>
                    <a:pt x="31389" y="19715"/>
                  </a:cubicBezTo>
                  <a:cubicBezTo>
                    <a:pt x="33314" y="18603"/>
                    <a:pt x="31647" y="16191"/>
                    <a:pt x="30956" y="15327"/>
                  </a:cubicBezTo>
                  <a:lnTo>
                    <a:pt x="30956" y="15327"/>
                  </a:lnTo>
                  <a:cubicBezTo>
                    <a:pt x="31448" y="15875"/>
                    <a:pt x="32548" y="16943"/>
                    <a:pt x="33654" y="16943"/>
                  </a:cubicBezTo>
                  <a:cubicBezTo>
                    <a:pt x="34101" y="16943"/>
                    <a:pt x="34550" y="16768"/>
                    <a:pt x="34959" y="16312"/>
                  </a:cubicBezTo>
                  <a:cubicBezTo>
                    <a:pt x="36927" y="14144"/>
                    <a:pt x="28187" y="5838"/>
                    <a:pt x="25852" y="4204"/>
                  </a:cubicBezTo>
                  <a:cubicBezTo>
                    <a:pt x="24318" y="3103"/>
                    <a:pt x="20382" y="2035"/>
                    <a:pt x="18047" y="1602"/>
                  </a:cubicBezTo>
                  <a:cubicBezTo>
                    <a:pt x="13877" y="868"/>
                    <a:pt x="7472" y="1"/>
                    <a:pt x="7472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7"/>
            <p:cNvSpPr/>
            <p:nvPr/>
          </p:nvSpPr>
          <p:spPr>
            <a:xfrm>
              <a:off x="6544708" y="3655630"/>
              <a:ext cx="151782" cy="177056"/>
            </a:xfrm>
            <a:custGeom>
              <a:avLst/>
              <a:gdLst/>
              <a:ahLst/>
              <a:cxnLst/>
              <a:rect l="l" t="t" r="r" b="b"/>
              <a:pathLst>
                <a:path w="6426" h="7496" extrusionOk="0">
                  <a:moveTo>
                    <a:pt x="97" y="1"/>
                  </a:moveTo>
                  <a:cubicBezTo>
                    <a:pt x="56" y="1"/>
                    <a:pt x="1" y="50"/>
                    <a:pt x="55" y="77"/>
                  </a:cubicBezTo>
                  <a:cubicBezTo>
                    <a:pt x="655" y="677"/>
                    <a:pt x="1189" y="1311"/>
                    <a:pt x="1722" y="1978"/>
                  </a:cubicBezTo>
                  <a:cubicBezTo>
                    <a:pt x="2256" y="2612"/>
                    <a:pt x="2757" y="3212"/>
                    <a:pt x="3290" y="3879"/>
                  </a:cubicBezTo>
                  <a:cubicBezTo>
                    <a:pt x="3824" y="4513"/>
                    <a:pt x="4358" y="5080"/>
                    <a:pt x="4858" y="5681"/>
                  </a:cubicBezTo>
                  <a:cubicBezTo>
                    <a:pt x="5125" y="5981"/>
                    <a:pt x="5392" y="6314"/>
                    <a:pt x="5625" y="6615"/>
                  </a:cubicBezTo>
                  <a:cubicBezTo>
                    <a:pt x="5859" y="6915"/>
                    <a:pt x="6092" y="7215"/>
                    <a:pt x="6359" y="7482"/>
                  </a:cubicBezTo>
                  <a:cubicBezTo>
                    <a:pt x="6369" y="7492"/>
                    <a:pt x="6379" y="7496"/>
                    <a:pt x="6388" y="7496"/>
                  </a:cubicBezTo>
                  <a:cubicBezTo>
                    <a:pt x="6409" y="7496"/>
                    <a:pt x="6426" y="7472"/>
                    <a:pt x="6426" y="7449"/>
                  </a:cubicBezTo>
                  <a:cubicBezTo>
                    <a:pt x="6259" y="7115"/>
                    <a:pt x="6059" y="6815"/>
                    <a:pt x="5859" y="6548"/>
                  </a:cubicBezTo>
                  <a:cubicBezTo>
                    <a:pt x="5592" y="6181"/>
                    <a:pt x="5358" y="5847"/>
                    <a:pt x="5125" y="5480"/>
                  </a:cubicBezTo>
                  <a:cubicBezTo>
                    <a:pt x="4658" y="4813"/>
                    <a:pt x="4191" y="4146"/>
                    <a:pt x="3657" y="3512"/>
                  </a:cubicBezTo>
                  <a:cubicBezTo>
                    <a:pt x="3123" y="2912"/>
                    <a:pt x="2556" y="2312"/>
                    <a:pt x="1989" y="1744"/>
                  </a:cubicBezTo>
                  <a:cubicBezTo>
                    <a:pt x="1389" y="1211"/>
                    <a:pt x="688" y="610"/>
                    <a:pt x="121" y="10"/>
                  </a:cubicBezTo>
                  <a:cubicBezTo>
                    <a:pt x="115" y="4"/>
                    <a:pt x="106" y="1"/>
                    <a:pt x="9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7"/>
            <p:cNvSpPr/>
            <p:nvPr/>
          </p:nvSpPr>
          <p:spPr>
            <a:xfrm>
              <a:off x="6639267" y="3598913"/>
              <a:ext cx="143657" cy="167466"/>
            </a:xfrm>
            <a:custGeom>
              <a:avLst/>
              <a:gdLst/>
              <a:ahLst/>
              <a:cxnLst/>
              <a:rect l="l" t="t" r="r" b="b"/>
              <a:pathLst>
                <a:path w="6082" h="7090" extrusionOk="0">
                  <a:moveTo>
                    <a:pt x="84" y="0"/>
                  </a:moveTo>
                  <a:cubicBezTo>
                    <a:pt x="34" y="0"/>
                    <a:pt x="1" y="49"/>
                    <a:pt x="54" y="76"/>
                  </a:cubicBezTo>
                  <a:cubicBezTo>
                    <a:pt x="1022" y="1277"/>
                    <a:pt x="2023" y="2444"/>
                    <a:pt x="3023" y="3578"/>
                  </a:cubicBezTo>
                  <a:cubicBezTo>
                    <a:pt x="3524" y="4145"/>
                    <a:pt x="5658" y="6814"/>
                    <a:pt x="5925" y="7048"/>
                  </a:cubicBezTo>
                  <a:cubicBezTo>
                    <a:pt x="5946" y="7078"/>
                    <a:pt x="5969" y="7090"/>
                    <a:pt x="5991" y="7090"/>
                  </a:cubicBezTo>
                  <a:cubicBezTo>
                    <a:pt x="6041" y="7090"/>
                    <a:pt x="6082" y="7027"/>
                    <a:pt x="6059" y="6981"/>
                  </a:cubicBezTo>
                  <a:cubicBezTo>
                    <a:pt x="5759" y="6314"/>
                    <a:pt x="3924" y="3845"/>
                    <a:pt x="3390" y="3211"/>
                  </a:cubicBezTo>
                  <a:cubicBezTo>
                    <a:pt x="2423" y="2044"/>
                    <a:pt x="1322" y="977"/>
                    <a:pt x="121" y="9"/>
                  </a:cubicBezTo>
                  <a:cubicBezTo>
                    <a:pt x="108" y="3"/>
                    <a:pt x="96" y="0"/>
                    <a:pt x="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7"/>
            <p:cNvSpPr/>
            <p:nvPr/>
          </p:nvSpPr>
          <p:spPr>
            <a:xfrm>
              <a:off x="6447787" y="3706064"/>
              <a:ext cx="142972" cy="151735"/>
            </a:xfrm>
            <a:custGeom>
              <a:avLst/>
              <a:gdLst/>
              <a:ahLst/>
              <a:cxnLst/>
              <a:rect l="l" t="t" r="r" b="b"/>
              <a:pathLst>
                <a:path w="6053" h="6424" extrusionOk="0">
                  <a:moveTo>
                    <a:pt x="84" y="1"/>
                  </a:moveTo>
                  <a:cubicBezTo>
                    <a:pt x="34" y="1"/>
                    <a:pt x="1" y="49"/>
                    <a:pt x="55" y="76"/>
                  </a:cubicBezTo>
                  <a:cubicBezTo>
                    <a:pt x="1089" y="1111"/>
                    <a:pt x="2123" y="2111"/>
                    <a:pt x="3124" y="3212"/>
                  </a:cubicBezTo>
                  <a:cubicBezTo>
                    <a:pt x="3624" y="3746"/>
                    <a:pt x="5425" y="5947"/>
                    <a:pt x="5926" y="6414"/>
                  </a:cubicBezTo>
                  <a:cubicBezTo>
                    <a:pt x="5938" y="6421"/>
                    <a:pt x="5951" y="6423"/>
                    <a:pt x="5963" y="6423"/>
                  </a:cubicBezTo>
                  <a:cubicBezTo>
                    <a:pt x="6014" y="6423"/>
                    <a:pt x="6053" y="6375"/>
                    <a:pt x="6026" y="6348"/>
                  </a:cubicBezTo>
                  <a:cubicBezTo>
                    <a:pt x="5258" y="5113"/>
                    <a:pt x="4391" y="3979"/>
                    <a:pt x="3457" y="2878"/>
                  </a:cubicBezTo>
                  <a:cubicBezTo>
                    <a:pt x="2423" y="1844"/>
                    <a:pt x="1289" y="877"/>
                    <a:pt x="121" y="10"/>
                  </a:cubicBezTo>
                  <a:cubicBezTo>
                    <a:pt x="109" y="3"/>
                    <a:pt x="96" y="1"/>
                    <a:pt x="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7"/>
            <p:cNvSpPr/>
            <p:nvPr/>
          </p:nvSpPr>
          <p:spPr>
            <a:xfrm>
              <a:off x="5895904" y="2536811"/>
              <a:ext cx="631528" cy="634410"/>
            </a:xfrm>
            <a:custGeom>
              <a:avLst/>
              <a:gdLst/>
              <a:ahLst/>
              <a:cxnLst/>
              <a:rect l="l" t="t" r="r" b="b"/>
              <a:pathLst>
                <a:path w="26737" h="26859" extrusionOk="0">
                  <a:moveTo>
                    <a:pt x="24917" y="1"/>
                  </a:moveTo>
                  <a:cubicBezTo>
                    <a:pt x="23586" y="1"/>
                    <a:pt x="21293" y="1179"/>
                    <a:pt x="18181" y="3375"/>
                  </a:cubicBezTo>
                  <a:cubicBezTo>
                    <a:pt x="11276" y="8212"/>
                    <a:pt x="1" y="18119"/>
                    <a:pt x="1" y="18119"/>
                  </a:cubicBezTo>
                  <a:lnTo>
                    <a:pt x="12577" y="26858"/>
                  </a:lnTo>
                  <a:cubicBezTo>
                    <a:pt x="12577" y="26858"/>
                    <a:pt x="22584" y="12415"/>
                    <a:pt x="25252" y="5543"/>
                  </a:cubicBezTo>
                  <a:cubicBezTo>
                    <a:pt x="26736" y="1751"/>
                    <a:pt x="26540" y="1"/>
                    <a:pt x="24917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6446511" y="2588945"/>
              <a:ext cx="13605" cy="9330"/>
            </a:xfrm>
            <a:custGeom>
              <a:avLst/>
              <a:gdLst/>
              <a:ahLst/>
              <a:cxnLst/>
              <a:rect l="l" t="t" r="r" b="b"/>
              <a:pathLst>
                <a:path w="576" h="395" extrusionOk="0">
                  <a:moveTo>
                    <a:pt x="309" y="0"/>
                  </a:moveTo>
                  <a:cubicBezTo>
                    <a:pt x="1" y="0"/>
                    <a:pt x="325" y="395"/>
                    <a:pt x="490" y="395"/>
                  </a:cubicBezTo>
                  <a:cubicBezTo>
                    <a:pt x="540" y="395"/>
                    <a:pt x="576" y="359"/>
                    <a:pt x="576" y="267"/>
                  </a:cubicBezTo>
                  <a:cubicBezTo>
                    <a:pt x="576" y="134"/>
                    <a:pt x="442" y="0"/>
                    <a:pt x="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7"/>
            <p:cNvSpPr/>
            <p:nvPr/>
          </p:nvSpPr>
          <p:spPr>
            <a:xfrm>
              <a:off x="6214023" y="2749695"/>
              <a:ext cx="12849" cy="9023"/>
            </a:xfrm>
            <a:custGeom>
              <a:avLst/>
              <a:gdLst/>
              <a:ahLst/>
              <a:cxnLst/>
              <a:rect l="l" t="t" r="r" b="b"/>
              <a:pathLst>
                <a:path w="544" h="382" extrusionOk="0">
                  <a:moveTo>
                    <a:pt x="310" y="0"/>
                  </a:moveTo>
                  <a:cubicBezTo>
                    <a:pt x="0" y="0"/>
                    <a:pt x="312" y="381"/>
                    <a:pt x="467" y="381"/>
                  </a:cubicBezTo>
                  <a:cubicBezTo>
                    <a:pt x="512" y="381"/>
                    <a:pt x="544" y="349"/>
                    <a:pt x="544" y="267"/>
                  </a:cubicBezTo>
                  <a:cubicBezTo>
                    <a:pt x="544" y="100"/>
                    <a:pt x="444" y="0"/>
                    <a:pt x="3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7"/>
            <p:cNvSpPr/>
            <p:nvPr/>
          </p:nvSpPr>
          <p:spPr>
            <a:xfrm>
              <a:off x="6329913" y="2749695"/>
              <a:ext cx="13582" cy="9330"/>
            </a:xfrm>
            <a:custGeom>
              <a:avLst/>
              <a:gdLst/>
              <a:ahLst/>
              <a:cxnLst/>
              <a:rect l="l" t="t" r="r" b="b"/>
              <a:pathLst>
                <a:path w="575" h="395" extrusionOk="0">
                  <a:moveTo>
                    <a:pt x="308" y="0"/>
                  </a:moveTo>
                  <a:cubicBezTo>
                    <a:pt x="0" y="0"/>
                    <a:pt x="324" y="395"/>
                    <a:pt x="490" y="395"/>
                  </a:cubicBezTo>
                  <a:cubicBezTo>
                    <a:pt x="539" y="395"/>
                    <a:pt x="575" y="359"/>
                    <a:pt x="575" y="267"/>
                  </a:cubicBezTo>
                  <a:cubicBezTo>
                    <a:pt x="575" y="100"/>
                    <a:pt x="441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7"/>
            <p:cNvSpPr/>
            <p:nvPr/>
          </p:nvSpPr>
          <p:spPr>
            <a:xfrm>
              <a:off x="6447480" y="2749695"/>
              <a:ext cx="7133" cy="10251"/>
            </a:xfrm>
            <a:custGeom>
              <a:avLst/>
              <a:gdLst/>
              <a:ahLst/>
              <a:cxnLst/>
              <a:rect l="l" t="t" r="r" b="b"/>
              <a:pathLst>
                <a:path w="302" h="434" extrusionOk="0">
                  <a:moveTo>
                    <a:pt x="268" y="0"/>
                  </a:moveTo>
                  <a:cubicBezTo>
                    <a:pt x="134" y="0"/>
                    <a:pt x="1" y="100"/>
                    <a:pt x="1" y="267"/>
                  </a:cubicBezTo>
                  <a:cubicBezTo>
                    <a:pt x="1" y="300"/>
                    <a:pt x="34" y="367"/>
                    <a:pt x="68" y="434"/>
                  </a:cubicBezTo>
                  <a:cubicBezTo>
                    <a:pt x="134" y="267"/>
                    <a:pt x="201" y="134"/>
                    <a:pt x="3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7"/>
            <p:cNvSpPr/>
            <p:nvPr/>
          </p:nvSpPr>
          <p:spPr>
            <a:xfrm>
              <a:off x="6272251" y="2670064"/>
              <a:ext cx="12944" cy="8598"/>
            </a:xfrm>
            <a:custGeom>
              <a:avLst/>
              <a:gdLst/>
              <a:ahLst/>
              <a:cxnLst/>
              <a:rect l="l" t="t" r="r" b="b"/>
              <a:pathLst>
                <a:path w="548" h="364" extrusionOk="0">
                  <a:moveTo>
                    <a:pt x="284" y="1"/>
                  </a:moveTo>
                  <a:cubicBezTo>
                    <a:pt x="1" y="1"/>
                    <a:pt x="302" y="364"/>
                    <a:pt x="462" y="364"/>
                  </a:cubicBezTo>
                  <a:cubicBezTo>
                    <a:pt x="511" y="364"/>
                    <a:pt x="547" y="328"/>
                    <a:pt x="547" y="236"/>
                  </a:cubicBezTo>
                  <a:cubicBezTo>
                    <a:pt x="547" y="102"/>
                    <a:pt x="447" y="2"/>
                    <a:pt x="314" y="2"/>
                  </a:cubicBezTo>
                  <a:cubicBezTo>
                    <a:pt x="303" y="1"/>
                    <a:pt x="293" y="1"/>
                    <a:pt x="2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7"/>
            <p:cNvSpPr/>
            <p:nvPr/>
          </p:nvSpPr>
          <p:spPr>
            <a:xfrm>
              <a:off x="6388307" y="2670111"/>
              <a:ext cx="13511" cy="8669"/>
            </a:xfrm>
            <a:custGeom>
              <a:avLst/>
              <a:gdLst/>
              <a:ahLst/>
              <a:cxnLst/>
              <a:rect l="l" t="t" r="r" b="b"/>
              <a:pathLst>
                <a:path w="572" h="367" extrusionOk="0">
                  <a:moveTo>
                    <a:pt x="304" y="0"/>
                  </a:moveTo>
                  <a:cubicBezTo>
                    <a:pt x="0" y="0"/>
                    <a:pt x="313" y="366"/>
                    <a:pt x="480" y="366"/>
                  </a:cubicBezTo>
                  <a:cubicBezTo>
                    <a:pt x="533" y="366"/>
                    <a:pt x="571" y="330"/>
                    <a:pt x="571" y="234"/>
                  </a:cubicBezTo>
                  <a:cubicBezTo>
                    <a:pt x="571" y="100"/>
                    <a:pt x="438" y="0"/>
                    <a:pt x="3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7"/>
            <p:cNvSpPr/>
            <p:nvPr/>
          </p:nvSpPr>
          <p:spPr>
            <a:xfrm>
              <a:off x="5982597" y="2910420"/>
              <a:ext cx="11834" cy="11857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34" y="1"/>
                  </a:moveTo>
                  <a:cubicBezTo>
                    <a:pt x="100" y="1"/>
                    <a:pt x="0" y="101"/>
                    <a:pt x="0" y="234"/>
                  </a:cubicBezTo>
                  <a:cubicBezTo>
                    <a:pt x="0" y="368"/>
                    <a:pt x="100" y="501"/>
                    <a:pt x="234" y="501"/>
                  </a:cubicBezTo>
                  <a:cubicBezTo>
                    <a:pt x="367" y="501"/>
                    <a:pt x="501" y="368"/>
                    <a:pt x="501" y="234"/>
                  </a:cubicBezTo>
                  <a:cubicBezTo>
                    <a:pt x="501" y="101"/>
                    <a:pt x="367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7"/>
            <p:cNvSpPr/>
            <p:nvPr/>
          </p:nvSpPr>
          <p:spPr>
            <a:xfrm>
              <a:off x="6097542" y="2910420"/>
              <a:ext cx="13511" cy="8692"/>
            </a:xfrm>
            <a:custGeom>
              <a:avLst/>
              <a:gdLst/>
              <a:ahLst/>
              <a:cxnLst/>
              <a:rect l="l" t="t" r="r" b="b"/>
              <a:pathLst>
                <a:path w="572" h="368" extrusionOk="0">
                  <a:moveTo>
                    <a:pt x="305" y="1"/>
                  </a:moveTo>
                  <a:cubicBezTo>
                    <a:pt x="0" y="1"/>
                    <a:pt x="313" y="367"/>
                    <a:pt x="480" y="367"/>
                  </a:cubicBezTo>
                  <a:cubicBezTo>
                    <a:pt x="533" y="367"/>
                    <a:pt x="571" y="331"/>
                    <a:pt x="571" y="234"/>
                  </a:cubicBezTo>
                  <a:cubicBezTo>
                    <a:pt x="571" y="101"/>
                    <a:pt x="438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7"/>
            <p:cNvSpPr/>
            <p:nvPr/>
          </p:nvSpPr>
          <p:spPr>
            <a:xfrm>
              <a:off x="6214165" y="2910420"/>
              <a:ext cx="12708" cy="8692"/>
            </a:xfrm>
            <a:custGeom>
              <a:avLst/>
              <a:gdLst/>
              <a:ahLst/>
              <a:cxnLst/>
              <a:rect l="l" t="t" r="r" b="b"/>
              <a:pathLst>
                <a:path w="538" h="368" extrusionOk="0">
                  <a:moveTo>
                    <a:pt x="304" y="1"/>
                  </a:moveTo>
                  <a:cubicBezTo>
                    <a:pt x="0" y="1"/>
                    <a:pt x="293" y="367"/>
                    <a:pt x="452" y="367"/>
                  </a:cubicBezTo>
                  <a:cubicBezTo>
                    <a:pt x="501" y="367"/>
                    <a:pt x="538" y="331"/>
                    <a:pt x="538" y="234"/>
                  </a:cubicBezTo>
                  <a:cubicBezTo>
                    <a:pt x="538" y="101"/>
                    <a:pt x="438" y="1"/>
                    <a:pt x="3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7"/>
            <p:cNvSpPr/>
            <p:nvPr/>
          </p:nvSpPr>
          <p:spPr>
            <a:xfrm>
              <a:off x="6329984" y="2910420"/>
              <a:ext cx="13511" cy="8692"/>
            </a:xfrm>
            <a:custGeom>
              <a:avLst/>
              <a:gdLst/>
              <a:ahLst/>
              <a:cxnLst/>
              <a:rect l="l" t="t" r="r" b="b"/>
              <a:pathLst>
                <a:path w="572" h="368" extrusionOk="0">
                  <a:moveTo>
                    <a:pt x="305" y="1"/>
                  </a:moveTo>
                  <a:cubicBezTo>
                    <a:pt x="1" y="1"/>
                    <a:pt x="313" y="367"/>
                    <a:pt x="481" y="367"/>
                  </a:cubicBezTo>
                  <a:cubicBezTo>
                    <a:pt x="533" y="367"/>
                    <a:pt x="572" y="331"/>
                    <a:pt x="572" y="234"/>
                  </a:cubicBezTo>
                  <a:cubicBezTo>
                    <a:pt x="572" y="101"/>
                    <a:pt x="438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7"/>
            <p:cNvSpPr/>
            <p:nvPr/>
          </p:nvSpPr>
          <p:spPr>
            <a:xfrm>
              <a:off x="6041700" y="2832420"/>
              <a:ext cx="11054" cy="9472"/>
            </a:xfrm>
            <a:custGeom>
              <a:avLst/>
              <a:gdLst/>
              <a:ahLst/>
              <a:cxnLst/>
              <a:rect l="l" t="t" r="r" b="b"/>
              <a:pathLst>
                <a:path w="468" h="401" extrusionOk="0">
                  <a:moveTo>
                    <a:pt x="400" y="1"/>
                  </a:moveTo>
                  <a:lnTo>
                    <a:pt x="0" y="301"/>
                  </a:lnTo>
                  <a:cubicBezTo>
                    <a:pt x="67" y="368"/>
                    <a:pt x="133" y="401"/>
                    <a:pt x="200" y="401"/>
                  </a:cubicBezTo>
                  <a:cubicBezTo>
                    <a:pt x="334" y="401"/>
                    <a:pt x="467" y="301"/>
                    <a:pt x="467" y="167"/>
                  </a:cubicBezTo>
                  <a:cubicBezTo>
                    <a:pt x="467" y="101"/>
                    <a:pt x="434" y="34"/>
                    <a:pt x="4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7"/>
            <p:cNvSpPr/>
            <p:nvPr/>
          </p:nvSpPr>
          <p:spPr>
            <a:xfrm>
              <a:off x="6154968" y="2830057"/>
              <a:ext cx="13605" cy="9354"/>
            </a:xfrm>
            <a:custGeom>
              <a:avLst/>
              <a:gdLst/>
              <a:ahLst/>
              <a:cxnLst/>
              <a:rect l="l" t="t" r="r" b="b"/>
              <a:pathLst>
                <a:path w="576" h="396" extrusionOk="0">
                  <a:moveTo>
                    <a:pt x="309" y="1"/>
                  </a:moveTo>
                  <a:cubicBezTo>
                    <a:pt x="1" y="1"/>
                    <a:pt x="324" y="395"/>
                    <a:pt x="490" y="395"/>
                  </a:cubicBezTo>
                  <a:cubicBezTo>
                    <a:pt x="540" y="395"/>
                    <a:pt x="576" y="360"/>
                    <a:pt x="576" y="267"/>
                  </a:cubicBezTo>
                  <a:cubicBezTo>
                    <a:pt x="576" y="134"/>
                    <a:pt x="475" y="1"/>
                    <a:pt x="3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7"/>
            <p:cNvSpPr/>
            <p:nvPr/>
          </p:nvSpPr>
          <p:spPr>
            <a:xfrm>
              <a:off x="6271779" y="2830057"/>
              <a:ext cx="13416" cy="9354"/>
            </a:xfrm>
            <a:custGeom>
              <a:avLst/>
              <a:gdLst/>
              <a:ahLst/>
              <a:cxnLst/>
              <a:rect l="l" t="t" r="r" b="b"/>
              <a:pathLst>
                <a:path w="568" h="396" extrusionOk="0">
                  <a:moveTo>
                    <a:pt x="334" y="1"/>
                  </a:moveTo>
                  <a:cubicBezTo>
                    <a:pt x="0" y="1"/>
                    <a:pt x="318" y="395"/>
                    <a:pt x="483" y="395"/>
                  </a:cubicBezTo>
                  <a:cubicBezTo>
                    <a:pt x="532" y="395"/>
                    <a:pt x="567" y="360"/>
                    <a:pt x="567" y="267"/>
                  </a:cubicBezTo>
                  <a:cubicBezTo>
                    <a:pt x="567" y="134"/>
                    <a:pt x="467" y="1"/>
                    <a:pt x="3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7"/>
            <p:cNvSpPr/>
            <p:nvPr/>
          </p:nvSpPr>
          <p:spPr>
            <a:xfrm>
              <a:off x="6388212" y="2830057"/>
              <a:ext cx="13605" cy="9354"/>
            </a:xfrm>
            <a:custGeom>
              <a:avLst/>
              <a:gdLst/>
              <a:ahLst/>
              <a:cxnLst/>
              <a:rect l="l" t="t" r="r" b="b"/>
              <a:pathLst>
                <a:path w="576" h="396" extrusionOk="0">
                  <a:moveTo>
                    <a:pt x="308" y="1"/>
                  </a:moveTo>
                  <a:cubicBezTo>
                    <a:pt x="0" y="1"/>
                    <a:pt x="324" y="395"/>
                    <a:pt x="490" y="395"/>
                  </a:cubicBezTo>
                  <a:cubicBezTo>
                    <a:pt x="540" y="395"/>
                    <a:pt x="575" y="360"/>
                    <a:pt x="575" y="267"/>
                  </a:cubicBezTo>
                  <a:cubicBezTo>
                    <a:pt x="575" y="134"/>
                    <a:pt x="442" y="1"/>
                    <a:pt x="3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7"/>
            <p:cNvSpPr/>
            <p:nvPr/>
          </p:nvSpPr>
          <p:spPr>
            <a:xfrm>
              <a:off x="6097448" y="3070390"/>
              <a:ext cx="13605" cy="9354"/>
            </a:xfrm>
            <a:custGeom>
              <a:avLst/>
              <a:gdLst/>
              <a:ahLst/>
              <a:cxnLst/>
              <a:rect l="l" t="t" r="r" b="b"/>
              <a:pathLst>
                <a:path w="576" h="396" extrusionOk="0">
                  <a:moveTo>
                    <a:pt x="309" y="0"/>
                  </a:moveTo>
                  <a:cubicBezTo>
                    <a:pt x="1" y="0"/>
                    <a:pt x="324" y="395"/>
                    <a:pt x="490" y="395"/>
                  </a:cubicBezTo>
                  <a:cubicBezTo>
                    <a:pt x="540" y="395"/>
                    <a:pt x="575" y="360"/>
                    <a:pt x="575" y="267"/>
                  </a:cubicBezTo>
                  <a:cubicBezTo>
                    <a:pt x="575" y="134"/>
                    <a:pt x="442" y="0"/>
                    <a:pt x="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7"/>
            <p:cNvSpPr/>
            <p:nvPr/>
          </p:nvSpPr>
          <p:spPr>
            <a:xfrm>
              <a:off x="6214070" y="3070390"/>
              <a:ext cx="12802" cy="9354"/>
            </a:xfrm>
            <a:custGeom>
              <a:avLst/>
              <a:gdLst/>
              <a:ahLst/>
              <a:cxnLst/>
              <a:rect l="l" t="t" r="r" b="b"/>
              <a:pathLst>
                <a:path w="542" h="396" extrusionOk="0">
                  <a:moveTo>
                    <a:pt x="308" y="0"/>
                  </a:moveTo>
                  <a:cubicBezTo>
                    <a:pt x="1" y="0"/>
                    <a:pt x="305" y="395"/>
                    <a:pt x="461" y="395"/>
                  </a:cubicBezTo>
                  <a:cubicBezTo>
                    <a:pt x="508" y="395"/>
                    <a:pt x="542" y="360"/>
                    <a:pt x="542" y="267"/>
                  </a:cubicBezTo>
                  <a:cubicBezTo>
                    <a:pt x="542" y="134"/>
                    <a:pt x="442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7"/>
            <p:cNvSpPr/>
            <p:nvPr/>
          </p:nvSpPr>
          <p:spPr>
            <a:xfrm>
              <a:off x="6039149" y="2990807"/>
              <a:ext cx="13605" cy="9354"/>
            </a:xfrm>
            <a:custGeom>
              <a:avLst/>
              <a:gdLst/>
              <a:ahLst/>
              <a:cxnLst/>
              <a:rect l="l" t="t" r="r" b="b"/>
              <a:pathLst>
                <a:path w="576" h="396" extrusionOk="0">
                  <a:moveTo>
                    <a:pt x="308" y="0"/>
                  </a:moveTo>
                  <a:cubicBezTo>
                    <a:pt x="0" y="0"/>
                    <a:pt x="324" y="395"/>
                    <a:pt x="490" y="395"/>
                  </a:cubicBezTo>
                  <a:cubicBezTo>
                    <a:pt x="540" y="395"/>
                    <a:pt x="575" y="360"/>
                    <a:pt x="575" y="267"/>
                  </a:cubicBezTo>
                  <a:cubicBezTo>
                    <a:pt x="575" y="134"/>
                    <a:pt x="442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7"/>
            <p:cNvSpPr/>
            <p:nvPr/>
          </p:nvSpPr>
          <p:spPr>
            <a:xfrm>
              <a:off x="6155039" y="2990807"/>
              <a:ext cx="13534" cy="9448"/>
            </a:xfrm>
            <a:custGeom>
              <a:avLst/>
              <a:gdLst/>
              <a:ahLst/>
              <a:cxnLst/>
              <a:rect l="l" t="t" r="r" b="b"/>
              <a:pathLst>
                <a:path w="573" h="400" extrusionOk="0">
                  <a:moveTo>
                    <a:pt x="306" y="0"/>
                  </a:moveTo>
                  <a:cubicBezTo>
                    <a:pt x="1" y="26"/>
                    <a:pt x="315" y="399"/>
                    <a:pt x="482" y="399"/>
                  </a:cubicBezTo>
                  <a:cubicBezTo>
                    <a:pt x="535" y="399"/>
                    <a:pt x="573" y="363"/>
                    <a:pt x="573" y="267"/>
                  </a:cubicBezTo>
                  <a:cubicBezTo>
                    <a:pt x="573" y="134"/>
                    <a:pt x="472" y="0"/>
                    <a:pt x="3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7"/>
            <p:cNvSpPr/>
            <p:nvPr/>
          </p:nvSpPr>
          <p:spPr>
            <a:xfrm>
              <a:off x="6271779" y="2990807"/>
              <a:ext cx="13416" cy="9354"/>
            </a:xfrm>
            <a:custGeom>
              <a:avLst/>
              <a:gdLst/>
              <a:ahLst/>
              <a:cxnLst/>
              <a:rect l="l" t="t" r="r" b="b"/>
              <a:pathLst>
                <a:path w="568" h="396" extrusionOk="0">
                  <a:moveTo>
                    <a:pt x="334" y="0"/>
                  </a:moveTo>
                  <a:cubicBezTo>
                    <a:pt x="0" y="0"/>
                    <a:pt x="318" y="395"/>
                    <a:pt x="483" y="395"/>
                  </a:cubicBezTo>
                  <a:cubicBezTo>
                    <a:pt x="532" y="395"/>
                    <a:pt x="567" y="360"/>
                    <a:pt x="567" y="267"/>
                  </a:cubicBezTo>
                  <a:cubicBezTo>
                    <a:pt x="567" y="134"/>
                    <a:pt x="467" y="0"/>
                    <a:pt x="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7"/>
            <p:cNvSpPr/>
            <p:nvPr/>
          </p:nvSpPr>
          <p:spPr>
            <a:xfrm>
              <a:off x="5965471" y="2921310"/>
              <a:ext cx="249427" cy="180811"/>
            </a:xfrm>
            <a:custGeom>
              <a:avLst/>
              <a:gdLst/>
              <a:ahLst/>
              <a:cxnLst/>
              <a:rect l="l" t="t" r="r" b="b"/>
              <a:pathLst>
                <a:path w="10560" h="7655" extrusionOk="0">
                  <a:moveTo>
                    <a:pt x="97" y="0"/>
                  </a:moveTo>
                  <a:cubicBezTo>
                    <a:pt x="42" y="0"/>
                    <a:pt x="1" y="78"/>
                    <a:pt x="58" y="107"/>
                  </a:cubicBezTo>
                  <a:cubicBezTo>
                    <a:pt x="4795" y="4143"/>
                    <a:pt x="9565" y="6979"/>
                    <a:pt x="10499" y="7646"/>
                  </a:cubicBezTo>
                  <a:cubicBezTo>
                    <a:pt x="10505" y="7652"/>
                    <a:pt x="10512" y="7655"/>
                    <a:pt x="10518" y="7655"/>
                  </a:cubicBezTo>
                  <a:cubicBezTo>
                    <a:pt x="10543" y="7655"/>
                    <a:pt x="10559" y="7606"/>
                    <a:pt x="10532" y="7579"/>
                  </a:cubicBezTo>
                  <a:cubicBezTo>
                    <a:pt x="9565" y="6945"/>
                    <a:pt x="4461" y="2942"/>
                    <a:pt x="125" y="7"/>
                  </a:cubicBezTo>
                  <a:cubicBezTo>
                    <a:pt x="116" y="2"/>
                    <a:pt x="106" y="0"/>
                    <a:pt x="9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7"/>
            <p:cNvSpPr/>
            <p:nvPr/>
          </p:nvSpPr>
          <p:spPr>
            <a:xfrm>
              <a:off x="6171692" y="2895137"/>
              <a:ext cx="195196" cy="278480"/>
            </a:xfrm>
            <a:custGeom>
              <a:avLst/>
              <a:gdLst/>
              <a:ahLst/>
              <a:cxnLst/>
              <a:rect l="l" t="t" r="r" b="b"/>
              <a:pathLst>
                <a:path w="8264" h="11790" extrusionOk="0">
                  <a:moveTo>
                    <a:pt x="8208" y="0"/>
                  </a:moveTo>
                  <a:cubicBezTo>
                    <a:pt x="8196" y="0"/>
                    <a:pt x="8183" y="4"/>
                    <a:pt x="8173" y="14"/>
                  </a:cubicBezTo>
                  <a:cubicBezTo>
                    <a:pt x="7340" y="1215"/>
                    <a:pt x="6606" y="2549"/>
                    <a:pt x="5872" y="3717"/>
                  </a:cubicBezTo>
                  <a:cubicBezTo>
                    <a:pt x="5105" y="4918"/>
                    <a:pt x="4371" y="6085"/>
                    <a:pt x="3604" y="7253"/>
                  </a:cubicBezTo>
                  <a:cubicBezTo>
                    <a:pt x="2069" y="9654"/>
                    <a:pt x="2369" y="9087"/>
                    <a:pt x="868" y="11522"/>
                  </a:cubicBezTo>
                  <a:cubicBezTo>
                    <a:pt x="601" y="11356"/>
                    <a:pt x="368" y="11222"/>
                    <a:pt x="101" y="11089"/>
                  </a:cubicBezTo>
                  <a:cubicBezTo>
                    <a:pt x="68" y="11089"/>
                    <a:pt x="1" y="11122"/>
                    <a:pt x="34" y="11155"/>
                  </a:cubicBezTo>
                  <a:cubicBezTo>
                    <a:pt x="301" y="11389"/>
                    <a:pt x="635" y="11589"/>
                    <a:pt x="935" y="11789"/>
                  </a:cubicBezTo>
                  <a:cubicBezTo>
                    <a:pt x="2069" y="10455"/>
                    <a:pt x="3070" y="9021"/>
                    <a:pt x="4004" y="7486"/>
                  </a:cubicBezTo>
                  <a:cubicBezTo>
                    <a:pt x="4404" y="6786"/>
                    <a:pt x="4838" y="6085"/>
                    <a:pt x="5238" y="5385"/>
                  </a:cubicBezTo>
                  <a:lnTo>
                    <a:pt x="5338" y="5251"/>
                  </a:lnTo>
                  <a:cubicBezTo>
                    <a:pt x="5638" y="4918"/>
                    <a:pt x="5905" y="4584"/>
                    <a:pt x="6205" y="4217"/>
                  </a:cubicBezTo>
                  <a:cubicBezTo>
                    <a:pt x="6506" y="3850"/>
                    <a:pt x="6806" y="3483"/>
                    <a:pt x="7039" y="3083"/>
                  </a:cubicBezTo>
                  <a:cubicBezTo>
                    <a:pt x="7306" y="2683"/>
                    <a:pt x="7573" y="2282"/>
                    <a:pt x="7840" y="1916"/>
                  </a:cubicBezTo>
                  <a:cubicBezTo>
                    <a:pt x="7887" y="1868"/>
                    <a:pt x="7851" y="1821"/>
                    <a:pt x="7802" y="1821"/>
                  </a:cubicBezTo>
                  <a:cubicBezTo>
                    <a:pt x="7782" y="1821"/>
                    <a:pt x="7759" y="1829"/>
                    <a:pt x="7740" y="1849"/>
                  </a:cubicBezTo>
                  <a:cubicBezTo>
                    <a:pt x="7440" y="2249"/>
                    <a:pt x="7139" y="2616"/>
                    <a:pt x="6806" y="2983"/>
                  </a:cubicBezTo>
                  <a:cubicBezTo>
                    <a:pt x="6639" y="3150"/>
                    <a:pt x="6506" y="3317"/>
                    <a:pt x="6372" y="3483"/>
                  </a:cubicBezTo>
                  <a:cubicBezTo>
                    <a:pt x="7039" y="2383"/>
                    <a:pt x="7706" y="1248"/>
                    <a:pt x="8240" y="48"/>
                  </a:cubicBezTo>
                  <a:cubicBezTo>
                    <a:pt x="8264" y="24"/>
                    <a:pt x="8237" y="0"/>
                    <a:pt x="82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7"/>
            <p:cNvSpPr/>
            <p:nvPr/>
          </p:nvSpPr>
          <p:spPr>
            <a:xfrm>
              <a:off x="6540220" y="2546024"/>
              <a:ext cx="919739" cy="959185"/>
            </a:xfrm>
            <a:custGeom>
              <a:avLst/>
              <a:gdLst/>
              <a:ahLst/>
              <a:cxnLst/>
              <a:rect l="l" t="t" r="r" b="b"/>
              <a:pathLst>
                <a:path w="38939" h="40609" extrusionOk="0">
                  <a:moveTo>
                    <a:pt x="1934" y="0"/>
                  </a:moveTo>
                  <a:cubicBezTo>
                    <a:pt x="230" y="0"/>
                    <a:pt x="1" y="1502"/>
                    <a:pt x="2880" y="5787"/>
                  </a:cubicBezTo>
                  <a:cubicBezTo>
                    <a:pt x="6883" y="11791"/>
                    <a:pt x="21426" y="25267"/>
                    <a:pt x="21660" y="25801"/>
                  </a:cubicBezTo>
                  <a:cubicBezTo>
                    <a:pt x="22060" y="26635"/>
                    <a:pt x="21393" y="28269"/>
                    <a:pt x="17357" y="32239"/>
                  </a:cubicBezTo>
                  <a:cubicBezTo>
                    <a:pt x="15892" y="33704"/>
                    <a:pt x="30745" y="40608"/>
                    <a:pt x="34419" y="40608"/>
                  </a:cubicBezTo>
                  <a:cubicBezTo>
                    <a:pt x="34844" y="40608"/>
                    <a:pt x="35120" y="40516"/>
                    <a:pt x="35203" y="40311"/>
                  </a:cubicBezTo>
                  <a:cubicBezTo>
                    <a:pt x="36871" y="36242"/>
                    <a:pt x="38939" y="29437"/>
                    <a:pt x="37571" y="25634"/>
                  </a:cubicBezTo>
                  <a:cubicBezTo>
                    <a:pt x="35336" y="19563"/>
                    <a:pt x="22794" y="10490"/>
                    <a:pt x="9351" y="2951"/>
                  </a:cubicBezTo>
                  <a:cubicBezTo>
                    <a:pt x="6480" y="1346"/>
                    <a:pt x="3546" y="0"/>
                    <a:pt x="1934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7"/>
            <p:cNvSpPr/>
            <p:nvPr/>
          </p:nvSpPr>
          <p:spPr>
            <a:xfrm>
              <a:off x="6704370" y="3192517"/>
              <a:ext cx="694948" cy="603704"/>
            </a:xfrm>
            <a:custGeom>
              <a:avLst/>
              <a:gdLst/>
              <a:ahLst/>
              <a:cxnLst/>
              <a:rect l="l" t="t" r="r" b="b"/>
              <a:pathLst>
                <a:path w="29422" h="25559" extrusionOk="0">
                  <a:moveTo>
                    <a:pt x="16312" y="1"/>
                  </a:moveTo>
                  <a:cubicBezTo>
                    <a:pt x="16312" y="1"/>
                    <a:pt x="6939" y="7306"/>
                    <a:pt x="5504" y="9975"/>
                  </a:cubicBezTo>
                  <a:cubicBezTo>
                    <a:pt x="4303" y="12243"/>
                    <a:pt x="0" y="21583"/>
                    <a:pt x="2669" y="23217"/>
                  </a:cubicBezTo>
                  <a:cubicBezTo>
                    <a:pt x="2846" y="23323"/>
                    <a:pt x="3029" y="23371"/>
                    <a:pt x="3215" y="23371"/>
                  </a:cubicBezTo>
                  <a:cubicBezTo>
                    <a:pt x="4844" y="23371"/>
                    <a:pt x="6672" y="19715"/>
                    <a:pt x="6672" y="19715"/>
                  </a:cubicBezTo>
                  <a:cubicBezTo>
                    <a:pt x="6705" y="20616"/>
                    <a:pt x="7039" y="21450"/>
                    <a:pt x="7639" y="22083"/>
                  </a:cubicBezTo>
                  <a:cubicBezTo>
                    <a:pt x="7979" y="22423"/>
                    <a:pt x="8423" y="22540"/>
                    <a:pt x="8875" y="22540"/>
                  </a:cubicBezTo>
                  <a:cubicBezTo>
                    <a:pt x="9889" y="22540"/>
                    <a:pt x="10942" y="21950"/>
                    <a:pt x="10942" y="21950"/>
                  </a:cubicBezTo>
                  <a:cubicBezTo>
                    <a:pt x="11175" y="22851"/>
                    <a:pt x="11675" y="23684"/>
                    <a:pt x="12376" y="24285"/>
                  </a:cubicBezTo>
                  <a:cubicBezTo>
                    <a:pt x="12765" y="24607"/>
                    <a:pt x="13291" y="24715"/>
                    <a:pt x="13820" y="24715"/>
                  </a:cubicBezTo>
                  <a:cubicBezTo>
                    <a:pt x="14878" y="24715"/>
                    <a:pt x="15945" y="24285"/>
                    <a:pt x="15945" y="24285"/>
                  </a:cubicBezTo>
                  <a:cubicBezTo>
                    <a:pt x="16612" y="25019"/>
                    <a:pt x="17546" y="25452"/>
                    <a:pt x="18514" y="25552"/>
                  </a:cubicBezTo>
                  <a:cubicBezTo>
                    <a:pt x="18579" y="25557"/>
                    <a:pt x="18644" y="25559"/>
                    <a:pt x="18708" y="25559"/>
                  </a:cubicBezTo>
                  <a:cubicBezTo>
                    <a:pt x="21264" y="25559"/>
                    <a:pt x="23521" y="22400"/>
                    <a:pt x="24985" y="20415"/>
                  </a:cubicBezTo>
                  <a:cubicBezTo>
                    <a:pt x="26486" y="18347"/>
                    <a:pt x="28821" y="11109"/>
                    <a:pt x="29421" y="9774"/>
                  </a:cubicBezTo>
                  <a:lnTo>
                    <a:pt x="16312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7"/>
            <p:cNvSpPr/>
            <p:nvPr/>
          </p:nvSpPr>
          <p:spPr>
            <a:xfrm>
              <a:off x="6860677" y="3475889"/>
              <a:ext cx="83048" cy="183527"/>
            </a:xfrm>
            <a:custGeom>
              <a:avLst/>
              <a:gdLst/>
              <a:ahLst/>
              <a:cxnLst/>
              <a:rect l="l" t="t" r="r" b="b"/>
              <a:pathLst>
                <a:path w="3516" h="7770" extrusionOk="0">
                  <a:moveTo>
                    <a:pt x="3428" y="0"/>
                  </a:moveTo>
                  <a:cubicBezTo>
                    <a:pt x="3413" y="0"/>
                    <a:pt x="3399" y="4"/>
                    <a:pt x="3391" y="13"/>
                  </a:cubicBezTo>
                  <a:cubicBezTo>
                    <a:pt x="2090" y="2449"/>
                    <a:pt x="722" y="4984"/>
                    <a:pt x="21" y="7686"/>
                  </a:cubicBezTo>
                  <a:cubicBezTo>
                    <a:pt x="0" y="7728"/>
                    <a:pt x="46" y="7770"/>
                    <a:pt x="91" y="7770"/>
                  </a:cubicBezTo>
                  <a:cubicBezTo>
                    <a:pt x="117" y="7770"/>
                    <a:pt x="143" y="7756"/>
                    <a:pt x="155" y="7719"/>
                  </a:cubicBezTo>
                  <a:cubicBezTo>
                    <a:pt x="1389" y="5284"/>
                    <a:pt x="2123" y="2482"/>
                    <a:pt x="3491" y="80"/>
                  </a:cubicBezTo>
                  <a:cubicBezTo>
                    <a:pt x="3515" y="31"/>
                    <a:pt x="3468" y="0"/>
                    <a:pt x="34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7"/>
            <p:cNvSpPr/>
            <p:nvPr/>
          </p:nvSpPr>
          <p:spPr>
            <a:xfrm>
              <a:off x="6959677" y="3548386"/>
              <a:ext cx="103810" cy="161348"/>
            </a:xfrm>
            <a:custGeom>
              <a:avLst/>
              <a:gdLst/>
              <a:ahLst/>
              <a:cxnLst/>
              <a:rect l="l" t="t" r="r" b="b"/>
              <a:pathLst>
                <a:path w="4395" h="6831" extrusionOk="0">
                  <a:moveTo>
                    <a:pt x="4335" y="0"/>
                  </a:moveTo>
                  <a:cubicBezTo>
                    <a:pt x="4323" y="0"/>
                    <a:pt x="4312" y="4"/>
                    <a:pt x="4303" y="13"/>
                  </a:cubicBezTo>
                  <a:cubicBezTo>
                    <a:pt x="3503" y="1114"/>
                    <a:pt x="2735" y="2215"/>
                    <a:pt x="1968" y="3349"/>
                  </a:cubicBezTo>
                  <a:cubicBezTo>
                    <a:pt x="1601" y="3916"/>
                    <a:pt x="1234" y="4483"/>
                    <a:pt x="901" y="5050"/>
                  </a:cubicBezTo>
                  <a:cubicBezTo>
                    <a:pt x="534" y="5551"/>
                    <a:pt x="234" y="6118"/>
                    <a:pt x="0" y="6718"/>
                  </a:cubicBezTo>
                  <a:cubicBezTo>
                    <a:pt x="0" y="6793"/>
                    <a:pt x="56" y="6831"/>
                    <a:pt x="113" y="6831"/>
                  </a:cubicBezTo>
                  <a:cubicBezTo>
                    <a:pt x="131" y="6831"/>
                    <a:pt x="150" y="6827"/>
                    <a:pt x="167" y="6818"/>
                  </a:cubicBezTo>
                  <a:cubicBezTo>
                    <a:pt x="567" y="6318"/>
                    <a:pt x="901" y="5784"/>
                    <a:pt x="1201" y="5217"/>
                  </a:cubicBezTo>
                  <a:cubicBezTo>
                    <a:pt x="1535" y="4617"/>
                    <a:pt x="1868" y="4050"/>
                    <a:pt x="2235" y="3482"/>
                  </a:cubicBezTo>
                  <a:cubicBezTo>
                    <a:pt x="2902" y="2315"/>
                    <a:pt x="3636" y="1181"/>
                    <a:pt x="4370" y="80"/>
                  </a:cubicBezTo>
                  <a:cubicBezTo>
                    <a:pt x="4394" y="31"/>
                    <a:pt x="4365" y="0"/>
                    <a:pt x="43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7"/>
            <p:cNvSpPr/>
            <p:nvPr/>
          </p:nvSpPr>
          <p:spPr>
            <a:xfrm>
              <a:off x="7081804" y="3621284"/>
              <a:ext cx="95897" cy="145216"/>
            </a:xfrm>
            <a:custGeom>
              <a:avLst/>
              <a:gdLst/>
              <a:ahLst/>
              <a:cxnLst/>
              <a:rect l="l" t="t" r="r" b="b"/>
              <a:pathLst>
                <a:path w="4060" h="6148" extrusionOk="0">
                  <a:moveTo>
                    <a:pt x="4007" y="1"/>
                  </a:moveTo>
                  <a:cubicBezTo>
                    <a:pt x="3994" y="1"/>
                    <a:pt x="3980" y="9"/>
                    <a:pt x="3970" y="30"/>
                  </a:cubicBezTo>
                  <a:cubicBezTo>
                    <a:pt x="3303" y="1064"/>
                    <a:pt x="2602" y="2098"/>
                    <a:pt x="1935" y="3098"/>
                  </a:cubicBezTo>
                  <a:cubicBezTo>
                    <a:pt x="1568" y="3632"/>
                    <a:pt x="1235" y="4132"/>
                    <a:pt x="868" y="4633"/>
                  </a:cubicBezTo>
                  <a:cubicBezTo>
                    <a:pt x="501" y="5066"/>
                    <a:pt x="201" y="5567"/>
                    <a:pt x="0" y="6101"/>
                  </a:cubicBezTo>
                  <a:cubicBezTo>
                    <a:pt x="0" y="6124"/>
                    <a:pt x="17" y="6148"/>
                    <a:pt x="39" y="6148"/>
                  </a:cubicBezTo>
                  <a:cubicBezTo>
                    <a:pt x="48" y="6148"/>
                    <a:pt x="57" y="6144"/>
                    <a:pt x="67" y="6134"/>
                  </a:cubicBezTo>
                  <a:cubicBezTo>
                    <a:pt x="467" y="5767"/>
                    <a:pt x="801" y="5300"/>
                    <a:pt x="1068" y="4800"/>
                  </a:cubicBezTo>
                  <a:cubicBezTo>
                    <a:pt x="1401" y="4299"/>
                    <a:pt x="1735" y="3799"/>
                    <a:pt x="2069" y="3265"/>
                  </a:cubicBezTo>
                  <a:cubicBezTo>
                    <a:pt x="2736" y="2198"/>
                    <a:pt x="3370" y="1130"/>
                    <a:pt x="4037" y="63"/>
                  </a:cubicBezTo>
                  <a:cubicBezTo>
                    <a:pt x="4060" y="40"/>
                    <a:pt x="4035" y="1"/>
                    <a:pt x="40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7"/>
            <p:cNvSpPr/>
            <p:nvPr/>
          </p:nvSpPr>
          <p:spPr>
            <a:xfrm>
              <a:off x="6538472" y="2536693"/>
              <a:ext cx="681177" cy="569903"/>
            </a:xfrm>
            <a:custGeom>
              <a:avLst/>
              <a:gdLst/>
              <a:ahLst/>
              <a:cxnLst/>
              <a:rect l="l" t="t" r="r" b="b"/>
              <a:pathLst>
                <a:path w="28839" h="24128" extrusionOk="0">
                  <a:moveTo>
                    <a:pt x="2079" y="0"/>
                  </a:moveTo>
                  <a:cubicBezTo>
                    <a:pt x="109" y="0"/>
                    <a:pt x="0" y="1741"/>
                    <a:pt x="2120" y="5548"/>
                  </a:cubicBezTo>
                  <a:cubicBezTo>
                    <a:pt x="5722" y="12019"/>
                    <a:pt x="18498" y="24128"/>
                    <a:pt x="18498" y="24128"/>
                  </a:cubicBezTo>
                  <a:lnTo>
                    <a:pt x="28839" y="14621"/>
                  </a:lnTo>
                  <a:cubicBezTo>
                    <a:pt x="28839" y="14621"/>
                    <a:pt x="16330" y="6315"/>
                    <a:pt x="8825" y="2446"/>
                  </a:cubicBezTo>
                  <a:cubicBezTo>
                    <a:pt x="5748" y="853"/>
                    <a:pt x="3458" y="0"/>
                    <a:pt x="2079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7"/>
            <p:cNvSpPr/>
            <p:nvPr/>
          </p:nvSpPr>
          <p:spPr>
            <a:xfrm>
              <a:off x="6538472" y="2536693"/>
              <a:ext cx="681177" cy="569903"/>
            </a:xfrm>
            <a:custGeom>
              <a:avLst/>
              <a:gdLst/>
              <a:ahLst/>
              <a:cxnLst/>
              <a:rect l="l" t="t" r="r" b="b"/>
              <a:pathLst>
                <a:path w="28839" h="24128" extrusionOk="0">
                  <a:moveTo>
                    <a:pt x="2079" y="0"/>
                  </a:moveTo>
                  <a:cubicBezTo>
                    <a:pt x="109" y="0"/>
                    <a:pt x="0" y="1741"/>
                    <a:pt x="2120" y="5548"/>
                  </a:cubicBezTo>
                  <a:cubicBezTo>
                    <a:pt x="5722" y="12019"/>
                    <a:pt x="18498" y="24128"/>
                    <a:pt x="18498" y="24128"/>
                  </a:cubicBezTo>
                  <a:lnTo>
                    <a:pt x="28839" y="14621"/>
                  </a:lnTo>
                  <a:cubicBezTo>
                    <a:pt x="28839" y="14621"/>
                    <a:pt x="16330" y="6315"/>
                    <a:pt x="8825" y="2446"/>
                  </a:cubicBezTo>
                  <a:cubicBezTo>
                    <a:pt x="5748" y="853"/>
                    <a:pt x="3458" y="0"/>
                    <a:pt x="2079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7"/>
            <p:cNvSpPr/>
            <p:nvPr/>
          </p:nvSpPr>
          <p:spPr>
            <a:xfrm>
              <a:off x="6563134" y="2588945"/>
              <a:ext cx="12826" cy="9330"/>
            </a:xfrm>
            <a:custGeom>
              <a:avLst/>
              <a:gdLst/>
              <a:ahLst/>
              <a:cxnLst/>
              <a:rect l="l" t="t" r="r" b="b"/>
              <a:pathLst>
                <a:path w="543" h="395" extrusionOk="0">
                  <a:moveTo>
                    <a:pt x="309" y="0"/>
                  </a:moveTo>
                  <a:cubicBezTo>
                    <a:pt x="1" y="0"/>
                    <a:pt x="305" y="395"/>
                    <a:pt x="461" y="395"/>
                  </a:cubicBezTo>
                  <a:cubicBezTo>
                    <a:pt x="508" y="395"/>
                    <a:pt x="542" y="359"/>
                    <a:pt x="542" y="267"/>
                  </a:cubicBezTo>
                  <a:cubicBezTo>
                    <a:pt x="542" y="134"/>
                    <a:pt x="442" y="0"/>
                    <a:pt x="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678976" y="2588945"/>
              <a:ext cx="13605" cy="9330"/>
            </a:xfrm>
            <a:custGeom>
              <a:avLst/>
              <a:gdLst/>
              <a:ahLst/>
              <a:cxnLst/>
              <a:rect l="l" t="t" r="r" b="b"/>
              <a:pathLst>
                <a:path w="576" h="395" extrusionOk="0">
                  <a:moveTo>
                    <a:pt x="308" y="0"/>
                  </a:moveTo>
                  <a:cubicBezTo>
                    <a:pt x="0" y="0"/>
                    <a:pt x="324" y="395"/>
                    <a:pt x="490" y="395"/>
                  </a:cubicBezTo>
                  <a:cubicBezTo>
                    <a:pt x="540" y="395"/>
                    <a:pt x="575" y="359"/>
                    <a:pt x="575" y="267"/>
                  </a:cubicBezTo>
                  <a:cubicBezTo>
                    <a:pt x="575" y="134"/>
                    <a:pt x="475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678976" y="2749695"/>
              <a:ext cx="13605" cy="9330"/>
            </a:xfrm>
            <a:custGeom>
              <a:avLst/>
              <a:gdLst/>
              <a:ahLst/>
              <a:cxnLst/>
              <a:rect l="l" t="t" r="r" b="b"/>
              <a:pathLst>
                <a:path w="576" h="395" extrusionOk="0">
                  <a:moveTo>
                    <a:pt x="308" y="0"/>
                  </a:moveTo>
                  <a:cubicBezTo>
                    <a:pt x="0" y="0"/>
                    <a:pt x="324" y="395"/>
                    <a:pt x="490" y="395"/>
                  </a:cubicBezTo>
                  <a:cubicBezTo>
                    <a:pt x="540" y="395"/>
                    <a:pt x="575" y="359"/>
                    <a:pt x="575" y="267"/>
                  </a:cubicBezTo>
                  <a:cubicBezTo>
                    <a:pt x="575" y="100"/>
                    <a:pt x="475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95528" y="2749695"/>
              <a:ext cx="13652" cy="9023"/>
            </a:xfrm>
            <a:custGeom>
              <a:avLst/>
              <a:gdLst/>
              <a:ahLst/>
              <a:cxnLst/>
              <a:rect l="l" t="t" r="r" b="b"/>
              <a:pathLst>
                <a:path w="578" h="382" extrusionOk="0">
                  <a:moveTo>
                    <a:pt x="311" y="0"/>
                  </a:moveTo>
                  <a:cubicBezTo>
                    <a:pt x="1" y="0"/>
                    <a:pt x="332" y="381"/>
                    <a:pt x="497" y="381"/>
                  </a:cubicBezTo>
                  <a:cubicBezTo>
                    <a:pt x="544" y="381"/>
                    <a:pt x="578" y="349"/>
                    <a:pt x="578" y="267"/>
                  </a:cubicBezTo>
                  <a:cubicBezTo>
                    <a:pt x="578" y="100"/>
                    <a:pt x="444" y="0"/>
                    <a:pt x="3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12197" y="2749695"/>
              <a:ext cx="12826" cy="9330"/>
            </a:xfrm>
            <a:custGeom>
              <a:avLst/>
              <a:gdLst/>
              <a:ahLst/>
              <a:cxnLst/>
              <a:rect l="l" t="t" r="r" b="b"/>
              <a:pathLst>
                <a:path w="543" h="395" extrusionOk="0">
                  <a:moveTo>
                    <a:pt x="309" y="0"/>
                  </a:moveTo>
                  <a:cubicBezTo>
                    <a:pt x="1" y="0"/>
                    <a:pt x="305" y="395"/>
                    <a:pt x="462" y="395"/>
                  </a:cubicBezTo>
                  <a:cubicBezTo>
                    <a:pt x="509" y="395"/>
                    <a:pt x="542" y="359"/>
                    <a:pt x="542" y="267"/>
                  </a:cubicBezTo>
                  <a:cubicBezTo>
                    <a:pt x="542" y="100"/>
                    <a:pt x="442" y="0"/>
                    <a:pt x="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6621338" y="2670111"/>
              <a:ext cx="12920" cy="8669"/>
            </a:xfrm>
            <a:custGeom>
              <a:avLst/>
              <a:gdLst/>
              <a:ahLst/>
              <a:cxnLst/>
              <a:rect l="l" t="t" r="r" b="b"/>
              <a:pathLst>
                <a:path w="547" h="367" extrusionOk="0">
                  <a:moveTo>
                    <a:pt x="280" y="0"/>
                  </a:moveTo>
                  <a:cubicBezTo>
                    <a:pt x="1" y="0"/>
                    <a:pt x="300" y="366"/>
                    <a:pt x="460" y="366"/>
                  </a:cubicBezTo>
                  <a:cubicBezTo>
                    <a:pt x="510" y="366"/>
                    <a:pt x="547" y="330"/>
                    <a:pt x="547" y="234"/>
                  </a:cubicBezTo>
                  <a:cubicBezTo>
                    <a:pt x="547" y="100"/>
                    <a:pt x="447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737370" y="2669970"/>
              <a:ext cx="13511" cy="8810"/>
            </a:xfrm>
            <a:custGeom>
              <a:avLst/>
              <a:gdLst/>
              <a:ahLst/>
              <a:cxnLst/>
              <a:rect l="l" t="t" r="r" b="b"/>
              <a:pathLst>
                <a:path w="572" h="373" extrusionOk="0">
                  <a:moveTo>
                    <a:pt x="347" y="1"/>
                  </a:moveTo>
                  <a:cubicBezTo>
                    <a:pt x="333" y="1"/>
                    <a:pt x="319" y="2"/>
                    <a:pt x="305" y="6"/>
                  </a:cubicBezTo>
                  <a:cubicBezTo>
                    <a:pt x="0" y="6"/>
                    <a:pt x="313" y="372"/>
                    <a:pt x="480" y="372"/>
                  </a:cubicBezTo>
                  <a:cubicBezTo>
                    <a:pt x="533" y="372"/>
                    <a:pt x="571" y="336"/>
                    <a:pt x="571" y="240"/>
                  </a:cubicBezTo>
                  <a:cubicBezTo>
                    <a:pt x="571" y="120"/>
                    <a:pt x="465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854394" y="2670064"/>
              <a:ext cx="12495" cy="8598"/>
            </a:xfrm>
            <a:custGeom>
              <a:avLst/>
              <a:gdLst/>
              <a:ahLst/>
              <a:cxnLst/>
              <a:rect l="l" t="t" r="r" b="b"/>
              <a:pathLst>
                <a:path w="529" h="364" extrusionOk="0">
                  <a:moveTo>
                    <a:pt x="260" y="1"/>
                  </a:moveTo>
                  <a:cubicBezTo>
                    <a:pt x="1" y="1"/>
                    <a:pt x="307" y="364"/>
                    <a:pt x="453" y="364"/>
                  </a:cubicBezTo>
                  <a:cubicBezTo>
                    <a:pt x="499" y="364"/>
                    <a:pt x="529" y="328"/>
                    <a:pt x="521" y="236"/>
                  </a:cubicBezTo>
                  <a:cubicBezTo>
                    <a:pt x="521" y="102"/>
                    <a:pt x="421" y="2"/>
                    <a:pt x="287" y="2"/>
                  </a:cubicBezTo>
                  <a:cubicBezTo>
                    <a:pt x="278" y="1"/>
                    <a:pt x="268" y="1"/>
                    <a:pt x="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796567" y="2910420"/>
              <a:ext cx="11834" cy="11857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67" y="1"/>
                  </a:moveTo>
                  <a:cubicBezTo>
                    <a:pt x="134" y="1"/>
                    <a:pt x="0" y="101"/>
                    <a:pt x="0" y="234"/>
                  </a:cubicBezTo>
                  <a:cubicBezTo>
                    <a:pt x="0" y="368"/>
                    <a:pt x="134" y="501"/>
                    <a:pt x="267" y="501"/>
                  </a:cubicBezTo>
                  <a:cubicBezTo>
                    <a:pt x="400" y="501"/>
                    <a:pt x="501" y="368"/>
                    <a:pt x="501" y="234"/>
                  </a:cubicBezTo>
                  <a:cubicBezTo>
                    <a:pt x="501" y="101"/>
                    <a:pt x="400" y="1"/>
                    <a:pt x="2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912291" y="2910420"/>
              <a:ext cx="12731" cy="8692"/>
            </a:xfrm>
            <a:custGeom>
              <a:avLst/>
              <a:gdLst/>
              <a:ahLst/>
              <a:cxnLst/>
              <a:rect l="l" t="t" r="r" b="b"/>
              <a:pathLst>
                <a:path w="539" h="368" extrusionOk="0">
                  <a:moveTo>
                    <a:pt x="305" y="1"/>
                  </a:moveTo>
                  <a:cubicBezTo>
                    <a:pt x="1" y="1"/>
                    <a:pt x="294" y="367"/>
                    <a:pt x="452" y="367"/>
                  </a:cubicBezTo>
                  <a:cubicBezTo>
                    <a:pt x="502" y="367"/>
                    <a:pt x="538" y="331"/>
                    <a:pt x="538" y="234"/>
                  </a:cubicBezTo>
                  <a:cubicBezTo>
                    <a:pt x="538" y="101"/>
                    <a:pt x="438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7029788" y="2910420"/>
              <a:ext cx="11857" cy="11857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501"/>
                    <a:pt x="234" y="501"/>
                  </a:cubicBezTo>
                  <a:cubicBezTo>
                    <a:pt x="401" y="501"/>
                    <a:pt x="501" y="368"/>
                    <a:pt x="501" y="234"/>
                  </a:cubicBezTo>
                  <a:cubicBezTo>
                    <a:pt x="501" y="101"/>
                    <a:pt x="401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44756" y="2910420"/>
              <a:ext cx="13511" cy="8692"/>
            </a:xfrm>
            <a:custGeom>
              <a:avLst/>
              <a:gdLst/>
              <a:ahLst/>
              <a:cxnLst/>
              <a:rect l="l" t="t" r="r" b="b"/>
              <a:pathLst>
                <a:path w="572" h="368" extrusionOk="0">
                  <a:moveTo>
                    <a:pt x="304" y="1"/>
                  </a:moveTo>
                  <a:cubicBezTo>
                    <a:pt x="0" y="1"/>
                    <a:pt x="312" y="367"/>
                    <a:pt x="480" y="367"/>
                  </a:cubicBezTo>
                  <a:cubicBezTo>
                    <a:pt x="533" y="367"/>
                    <a:pt x="571" y="331"/>
                    <a:pt x="571" y="234"/>
                  </a:cubicBezTo>
                  <a:cubicBezTo>
                    <a:pt x="571" y="101"/>
                    <a:pt x="438" y="1"/>
                    <a:pt x="3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737276" y="2830057"/>
              <a:ext cx="13605" cy="9354"/>
            </a:xfrm>
            <a:custGeom>
              <a:avLst/>
              <a:gdLst/>
              <a:ahLst/>
              <a:cxnLst/>
              <a:rect l="l" t="t" r="r" b="b"/>
              <a:pathLst>
                <a:path w="576" h="396" extrusionOk="0">
                  <a:moveTo>
                    <a:pt x="309" y="1"/>
                  </a:moveTo>
                  <a:cubicBezTo>
                    <a:pt x="1" y="1"/>
                    <a:pt x="324" y="395"/>
                    <a:pt x="490" y="395"/>
                  </a:cubicBezTo>
                  <a:cubicBezTo>
                    <a:pt x="540" y="395"/>
                    <a:pt x="575" y="360"/>
                    <a:pt x="575" y="267"/>
                  </a:cubicBezTo>
                  <a:cubicBezTo>
                    <a:pt x="575" y="134"/>
                    <a:pt x="442" y="1"/>
                    <a:pt x="3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853898" y="2830057"/>
              <a:ext cx="12991" cy="9354"/>
            </a:xfrm>
            <a:custGeom>
              <a:avLst/>
              <a:gdLst/>
              <a:ahLst/>
              <a:cxnLst/>
              <a:rect l="l" t="t" r="r" b="b"/>
              <a:pathLst>
                <a:path w="550" h="396" extrusionOk="0">
                  <a:moveTo>
                    <a:pt x="308" y="1"/>
                  </a:moveTo>
                  <a:cubicBezTo>
                    <a:pt x="1" y="1"/>
                    <a:pt x="324" y="395"/>
                    <a:pt x="475" y="395"/>
                  </a:cubicBezTo>
                  <a:cubicBezTo>
                    <a:pt x="520" y="395"/>
                    <a:pt x="550" y="360"/>
                    <a:pt x="542" y="267"/>
                  </a:cubicBezTo>
                  <a:cubicBezTo>
                    <a:pt x="542" y="134"/>
                    <a:pt x="442" y="1"/>
                    <a:pt x="3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970520" y="2830057"/>
              <a:ext cx="12802" cy="9354"/>
            </a:xfrm>
            <a:custGeom>
              <a:avLst/>
              <a:gdLst/>
              <a:ahLst/>
              <a:cxnLst/>
              <a:rect l="l" t="t" r="r" b="b"/>
              <a:pathLst>
                <a:path w="542" h="396" extrusionOk="0">
                  <a:moveTo>
                    <a:pt x="308" y="1"/>
                  </a:moveTo>
                  <a:cubicBezTo>
                    <a:pt x="0" y="1"/>
                    <a:pt x="304" y="395"/>
                    <a:pt x="461" y="395"/>
                  </a:cubicBezTo>
                  <a:cubicBezTo>
                    <a:pt x="508" y="395"/>
                    <a:pt x="542" y="360"/>
                    <a:pt x="542" y="267"/>
                  </a:cubicBezTo>
                  <a:cubicBezTo>
                    <a:pt x="542" y="134"/>
                    <a:pt x="442" y="1"/>
                    <a:pt x="3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7086339" y="2830057"/>
              <a:ext cx="13605" cy="9354"/>
            </a:xfrm>
            <a:custGeom>
              <a:avLst/>
              <a:gdLst/>
              <a:ahLst/>
              <a:cxnLst/>
              <a:rect l="l" t="t" r="r" b="b"/>
              <a:pathLst>
                <a:path w="576" h="396" extrusionOk="0">
                  <a:moveTo>
                    <a:pt x="309" y="1"/>
                  </a:moveTo>
                  <a:cubicBezTo>
                    <a:pt x="1" y="1"/>
                    <a:pt x="325" y="395"/>
                    <a:pt x="490" y="395"/>
                  </a:cubicBezTo>
                  <a:cubicBezTo>
                    <a:pt x="540" y="395"/>
                    <a:pt x="576" y="360"/>
                    <a:pt x="576" y="267"/>
                  </a:cubicBezTo>
                  <a:cubicBezTo>
                    <a:pt x="576" y="134"/>
                    <a:pt x="442" y="1"/>
                    <a:pt x="3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858811" y="2991586"/>
              <a:ext cx="7889" cy="7913"/>
            </a:xfrm>
            <a:custGeom>
              <a:avLst/>
              <a:gdLst/>
              <a:ahLst/>
              <a:cxnLst/>
              <a:rect l="l" t="t" r="r" b="b"/>
              <a:pathLst>
                <a:path w="334" h="335" extrusionOk="0">
                  <a:moveTo>
                    <a:pt x="0" y="1"/>
                  </a:moveTo>
                  <a:lnTo>
                    <a:pt x="334" y="334"/>
                  </a:lnTo>
                  <a:cubicBezTo>
                    <a:pt x="334" y="301"/>
                    <a:pt x="334" y="268"/>
                    <a:pt x="334" y="234"/>
                  </a:cubicBezTo>
                  <a:cubicBezTo>
                    <a:pt x="334" y="101"/>
                    <a:pt x="234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6970520" y="2990807"/>
              <a:ext cx="12802" cy="9354"/>
            </a:xfrm>
            <a:custGeom>
              <a:avLst/>
              <a:gdLst/>
              <a:ahLst/>
              <a:cxnLst/>
              <a:rect l="l" t="t" r="r" b="b"/>
              <a:pathLst>
                <a:path w="542" h="396" extrusionOk="0">
                  <a:moveTo>
                    <a:pt x="308" y="0"/>
                  </a:moveTo>
                  <a:cubicBezTo>
                    <a:pt x="0" y="0"/>
                    <a:pt x="304" y="395"/>
                    <a:pt x="461" y="395"/>
                  </a:cubicBezTo>
                  <a:cubicBezTo>
                    <a:pt x="508" y="395"/>
                    <a:pt x="542" y="360"/>
                    <a:pt x="542" y="267"/>
                  </a:cubicBezTo>
                  <a:cubicBezTo>
                    <a:pt x="542" y="134"/>
                    <a:pt x="442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7"/>
            <p:cNvSpPr/>
            <p:nvPr/>
          </p:nvSpPr>
          <p:spPr>
            <a:xfrm>
              <a:off x="7088111" y="2990807"/>
              <a:ext cx="10251" cy="10275"/>
            </a:xfrm>
            <a:custGeom>
              <a:avLst/>
              <a:gdLst/>
              <a:ahLst/>
              <a:cxnLst/>
              <a:rect l="l" t="t" r="r" b="b"/>
              <a:pathLst>
                <a:path w="434" h="435" extrusionOk="0">
                  <a:moveTo>
                    <a:pt x="234" y="0"/>
                  </a:moveTo>
                  <a:cubicBezTo>
                    <a:pt x="100" y="0"/>
                    <a:pt x="0" y="100"/>
                    <a:pt x="0" y="267"/>
                  </a:cubicBezTo>
                  <a:cubicBezTo>
                    <a:pt x="0" y="334"/>
                    <a:pt x="34" y="401"/>
                    <a:pt x="67" y="434"/>
                  </a:cubicBezTo>
                  <a:lnTo>
                    <a:pt x="434" y="100"/>
                  </a:lnTo>
                  <a:cubicBezTo>
                    <a:pt x="401" y="34"/>
                    <a:pt x="334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7"/>
            <p:cNvSpPr/>
            <p:nvPr/>
          </p:nvSpPr>
          <p:spPr>
            <a:xfrm>
              <a:off x="6925945" y="2841561"/>
              <a:ext cx="218438" cy="203038"/>
            </a:xfrm>
            <a:custGeom>
              <a:avLst/>
              <a:gdLst/>
              <a:ahLst/>
              <a:cxnLst/>
              <a:rect l="l" t="t" r="r" b="b"/>
              <a:pathLst>
                <a:path w="9248" h="8596" extrusionOk="0">
                  <a:moveTo>
                    <a:pt x="9189" y="0"/>
                  </a:moveTo>
                  <a:cubicBezTo>
                    <a:pt x="9173" y="0"/>
                    <a:pt x="9153" y="4"/>
                    <a:pt x="9134" y="14"/>
                  </a:cubicBezTo>
                  <a:cubicBezTo>
                    <a:pt x="8366" y="781"/>
                    <a:pt x="3596" y="4884"/>
                    <a:pt x="27" y="8520"/>
                  </a:cubicBezTo>
                  <a:cubicBezTo>
                    <a:pt x="0" y="8547"/>
                    <a:pt x="39" y="8596"/>
                    <a:pt x="72" y="8596"/>
                  </a:cubicBezTo>
                  <a:cubicBezTo>
                    <a:pt x="80" y="8596"/>
                    <a:pt x="87" y="8593"/>
                    <a:pt x="94" y="8587"/>
                  </a:cubicBezTo>
                  <a:cubicBezTo>
                    <a:pt x="4831" y="4784"/>
                    <a:pt x="8400" y="814"/>
                    <a:pt x="9200" y="47"/>
                  </a:cubicBezTo>
                  <a:cubicBezTo>
                    <a:pt x="9248" y="24"/>
                    <a:pt x="9228" y="0"/>
                    <a:pt x="9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7"/>
            <p:cNvSpPr/>
            <p:nvPr/>
          </p:nvSpPr>
          <p:spPr>
            <a:xfrm>
              <a:off x="6818630" y="2813971"/>
              <a:ext cx="85103" cy="218934"/>
            </a:xfrm>
            <a:custGeom>
              <a:avLst/>
              <a:gdLst/>
              <a:ahLst/>
              <a:cxnLst/>
              <a:rect l="l" t="t" r="r" b="b"/>
              <a:pathLst>
                <a:path w="3603" h="9269" extrusionOk="0">
                  <a:moveTo>
                    <a:pt x="38" y="1"/>
                  </a:moveTo>
                  <a:cubicBezTo>
                    <a:pt x="17" y="1"/>
                    <a:pt x="0" y="24"/>
                    <a:pt x="0" y="48"/>
                  </a:cubicBezTo>
                  <a:cubicBezTo>
                    <a:pt x="467" y="748"/>
                    <a:pt x="834" y="1515"/>
                    <a:pt x="1234" y="2249"/>
                  </a:cubicBezTo>
                  <a:cubicBezTo>
                    <a:pt x="1668" y="3017"/>
                    <a:pt x="2035" y="3784"/>
                    <a:pt x="2369" y="4584"/>
                  </a:cubicBezTo>
                  <a:cubicBezTo>
                    <a:pt x="2669" y="5352"/>
                    <a:pt x="2936" y="6152"/>
                    <a:pt x="3136" y="6953"/>
                  </a:cubicBezTo>
                  <a:cubicBezTo>
                    <a:pt x="3369" y="7953"/>
                    <a:pt x="3369" y="9054"/>
                    <a:pt x="3436" y="9221"/>
                  </a:cubicBezTo>
                  <a:cubicBezTo>
                    <a:pt x="3436" y="9245"/>
                    <a:pt x="3469" y="9268"/>
                    <a:pt x="3489" y="9268"/>
                  </a:cubicBezTo>
                  <a:cubicBezTo>
                    <a:pt x="3497" y="9268"/>
                    <a:pt x="3503" y="9264"/>
                    <a:pt x="3503" y="9254"/>
                  </a:cubicBezTo>
                  <a:cubicBezTo>
                    <a:pt x="3603" y="8554"/>
                    <a:pt x="3603" y="7853"/>
                    <a:pt x="3536" y="7153"/>
                  </a:cubicBezTo>
                  <a:cubicBezTo>
                    <a:pt x="3436" y="6219"/>
                    <a:pt x="3169" y="5352"/>
                    <a:pt x="2802" y="4518"/>
                  </a:cubicBezTo>
                  <a:cubicBezTo>
                    <a:pt x="2735" y="4384"/>
                    <a:pt x="2635" y="4217"/>
                    <a:pt x="2569" y="4051"/>
                  </a:cubicBezTo>
                  <a:cubicBezTo>
                    <a:pt x="2502" y="3917"/>
                    <a:pt x="2535" y="3884"/>
                    <a:pt x="2535" y="3784"/>
                  </a:cubicBezTo>
                  <a:cubicBezTo>
                    <a:pt x="2469" y="3517"/>
                    <a:pt x="2435" y="3250"/>
                    <a:pt x="2369" y="2983"/>
                  </a:cubicBezTo>
                  <a:cubicBezTo>
                    <a:pt x="2235" y="2449"/>
                    <a:pt x="2102" y="1882"/>
                    <a:pt x="1935" y="1315"/>
                  </a:cubicBezTo>
                  <a:lnTo>
                    <a:pt x="1902" y="1315"/>
                  </a:lnTo>
                  <a:cubicBezTo>
                    <a:pt x="2002" y="1882"/>
                    <a:pt x="2102" y="2449"/>
                    <a:pt x="2168" y="3017"/>
                  </a:cubicBezTo>
                  <a:lnTo>
                    <a:pt x="2202" y="3317"/>
                  </a:lnTo>
                  <a:cubicBezTo>
                    <a:pt x="2002" y="2950"/>
                    <a:pt x="1768" y="2583"/>
                    <a:pt x="1568" y="2216"/>
                  </a:cubicBezTo>
                  <a:cubicBezTo>
                    <a:pt x="1101" y="1482"/>
                    <a:pt x="534" y="782"/>
                    <a:pt x="67" y="14"/>
                  </a:cubicBezTo>
                  <a:cubicBezTo>
                    <a:pt x="57" y="5"/>
                    <a:pt x="47" y="1"/>
                    <a:pt x="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7"/>
            <p:cNvSpPr/>
            <p:nvPr/>
          </p:nvSpPr>
          <p:spPr>
            <a:xfrm>
              <a:off x="6325354" y="2522260"/>
              <a:ext cx="460944" cy="215651"/>
            </a:xfrm>
            <a:custGeom>
              <a:avLst/>
              <a:gdLst/>
              <a:ahLst/>
              <a:cxnLst/>
              <a:rect l="l" t="t" r="r" b="b"/>
              <a:pathLst>
                <a:path w="19515" h="9130" extrusionOk="0">
                  <a:moveTo>
                    <a:pt x="8873" y="0"/>
                  </a:moveTo>
                  <a:cubicBezTo>
                    <a:pt x="8432" y="0"/>
                    <a:pt x="8008" y="38"/>
                    <a:pt x="7606" y="121"/>
                  </a:cubicBezTo>
                  <a:cubicBezTo>
                    <a:pt x="4170" y="855"/>
                    <a:pt x="1" y="3991"/>
                    <a:pt x="1" y="3991"/>
                  </a:cubicBezTo>
                  <a:cubicBezTo>
                    <a:pt x="1" y="3991"/>
                    <a:pt x="7025" y="9130"/>
                    <a:pt x="11696" y="9130"/>
                  </a:cubicBezTo>
                  <a:cubicBezTo>
                    <a:pt x="11917" y="9130"/>
                    <a:pt x="12133" y="9118"/>
                    <a:pt x="12343" y="9094"/>
                  </a:cubicBezTo>
                  <a:cubicBezTo>
                    <a:pt x="16979" y="8594"/>
                    <a:pt x="19515" y="3957"/>
                    <a:pt x="19515" y="3957"/>
                  </a:cubicBezTo>
                  <a:cubicBezTo>
                    <a:pt x="19515" y="3957"/>
                    <a:pt x="13371" y="0"/>
                    <a:pt x="8873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7"/>
            <p:cNvSpPr/>
            <p:nvPr/>
          </p:nvSpPr>
          <p:spPr>
            <a:xfrm>
              <a:off x="6478212" y="2342306"/>
              <a:ext cx="179677" cy="334105"/>
            </a:xfrm>
            <a:custGeom>
              <a:avLst/>
              <a:gdLst/>
              <a:ahLst/>
              <a:cxnLst/>
              <a:rect l="l" t="t" r="r" b="b"/>
              <a:pathLst>
                <a:path w="7607" h="14145" extrusionOk="0">
                  <a:moveTo>
                    <a:pt x="1" y="0"/>
                  </a:moveTo>
                  <a:cubicBezTo>
                    <a:pt x="1" y="1"/>
                    <a:pt x="468" y="9541"/>
                    <a:pt x="535" y="9807"/>
                  </a:cubicBezTo>
                  <a:cubicBezTo>
                    <a:pt x="787" y="10629"/>
                    <a:pt x="3195" y="14144"/>
                    <a:pt x="5773" y="14144"/>
                  </a:cubicBezTo>
                  <a:cubicBezTo>
                    <a:pt x="5917" y="14144"/>
                    <a:pt x="6061" y="14133"/>
                    <a:pt x="6205" y="14111"/>
                  </a:cubicBezTo>
                  <a:cubicBezTo>
                    <a:pt x="7606" y="13910"/>
                    <a:pt x="7039" y="8940"/>
                    <a:pt x="7039" y="8940"/>
                  </a:cubicBezTo>
                  <a:lnTo>
                    <a:pt x="7073" y="8540"/>
                  </a:lnTo>
                  <a:lnTo>
                    <a:pt x="7473" y="33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7"/>
            <p:cNvSpPr/>
            <p:nvPr/>
          </p:nvSpPr>
          <p:spPr>
            <a:xfrm>
              <a:off x="6478212" y="2343085"/>
              <a:ext cx="176512" cy="201738"/>
            </a:xfrm>
            <a:custGeom>
              <a:avLst/>
              <a:gdLst/>
              <a:ahLst/>
              <a:cxnLst/>
              <a:rect l="l" t="t" r="r" b="b"/>
              <a:pathLst>
                <a:path w="7473" h="8541" extrusionOk="0">
                  <a:moveTo>
                    <a:pt x="1" y="1"/>
                  </a:moveTo>
                  <a:cubicBezTo>
                    <a:pt x="1" y="1"/>
                    <a:pt x="68" y="1602"/>
                    <a:pt x="168" y="3537"/>
                  </a:cubicBezTo>
                  <a:cubicBezTo>
                    <a:pt x="1669" y="6105"/>
                    <a:pt x="4171" y="7906"/>
                    <a:pt x="7073" y="8540"/>
                  </a:cubicBezTo>
                  <a:lnTo>
                    <a:pt x="7473" y="33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7"/>
            <p:cNvSpPr/>
            <p:nvPr/>
          </p:nvSpPr>
          <p:spPr>
            <a:xfrm>
              <a:off x="6419133" y="1985279"/>
              <a:ext cx="411201" cy="513026"/>
            </a:xfrm>
            <a:custGeom>
              <a:avLst/>
              <a:gdLst/>
              <a:ahLst/>
              <a:cxnLst/>
              <a:rect l="l" t="t" r="r" b="b"/>
              <a:pathLst>
                <a:path w="17409" h="21720" extrusionOk="0">
                  <a:moveTo>
                    <a:pt x="8739" y="1"/>
                  </a:moveTo>
                  <a:cubicBezTo>
                    <a:pt x="8661" y="1"/>
                    <a:pt x="8584" y="2"/>
                    <a:pt x="8506" y="4"/>
                  </a:cubicBezTo>
                  <a:cubicBezTo>
                    <a:pt x="4370" y="70"/>
                    <a:pt x="0" y="2872"/>
                    <a:pt x="734" y="12079"/>
                  </a:cubicBezTo>
                  <a:cubicBezTo>
                    <a:pt x="1501" y="21285"/>
                    <a:pt x="7606" y="21652"/>
                    <a:pt x="9407" y="21719"/>
                  </a:cubicBezTo>
                  <a:cubicBezTo>
                    <a:pt x="9440" y="21720"/>
                    <a:pt x="9475" y="21720"/>
                    <a:pt x="9510" y="21720"/>
                  </a:cubicBezTo>
                  <a:cubicBezTo>
                    <a:pt x="11592" y="21720"/>
                    <a:pt x="16949" y="20698"/>
                    <a:pt x="17179" y="11645"/>
                  </a:cubicBezTo>
                  <a:cubicBezTo>
                    <a:pt x="17408" y="2611"/>
                    <a:pt x="12819" y="1"/>
                    <a:pt x="8739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7"/>
            <p:cNvSpPr/>
            <p:nvPr/>
          </p:nvSpPr>
          <p:spPr>
            <a:xfrm>
              <a:off x="6735102" y="2189116"/>
              <a:ext cx="42398" cy="24825"/>
            </a:xfrm>
            <a:custGeom>
              <a:avLst/>
              <a:gdLst/>
              <a:ahLst/>
              <a:cxnLst/>
              <a:rect l="l" t="t" r="r" b="b"/>
              <a:pathLst>
                <a:path w="1795" h="1051" extrusionOk="0">
                  <a:moveTo>
                    <a:pt x="630" y="0"/>
                  </a:moveTo>
                  <a:cubicBezTo>
                    <a:pt x="434" y="0"/>
                    <a:pt x="236" y="68"/>
                    <a:pt x="100" y="181"/>
                  </a:cubicBezTo>
                  <a:cubicBezTo>
                    <a:pt x="0" y="314"/>
                    <a:pt x="0" y="481"/>
                    <a:pt x="100" y="615"/>
                  </a:cubicBezTo>
                  <a:cubicBezTo>
                    <a:pt x="267" y="781"/>
                    <a:pt x="467" y="848"/>
                    <a:pt x="701" y="881"/>
                  </a:cubicBezTo>
                  <a:cubicBezTo>
                    <a:pt x="901" y="948"/>
                    <a:pt x="1101" y="1015"/>
                    <a:pt x="1301" y="1048"/>
                  </a:cubicBezTo>
                  <a:cubicBezTo>
                    <a:pt x="1314" y="1050"/>
                    <a:pt x="1327" y="1050"/>
                    <a:pt x="1339" y="1050"/>
                  </a:cubicBezTo>
                  <a:cubicBezTo>
                    <a:pt x="1618" y="1050"/>
                    <a:pt x="1794" y="705"/>
                    <a:pt x="1635" y="481"/>
                  </a:cubicBezTo>
                  <a:cubicBezTo>
                    <a:pt x="1435" y="248"/>
                    <a:pt x="1201" y="81"/>
                    <a:pt x="901" y="47"/>
                  </a:cubicBezTo>
                  <a:cubicBezTo>
                    <a:pt x="815" y="15"/>
                    <a:pt x="723" y="0"/>
                    <a:pt x="6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7"/>
            <p:cNvSpPr/>
            <p:nvPr/>
          </p:nvSpPr>
          <p:spPr>
            <a:xfrm>
              <a:off x="6614535" y="2182643"/>
              <a:ext cx="44146" cy="22581"/>
            </a:xfrm>
            <a:custGeom>
              <a:avLst/>
              <a:gdLst/>
              <a:ahLst/>
              <a:cxnLst/>
              <a:rect l="l" t="t" r="r" b="b"/>
              <a:pathLst>
                <a:path w="1869" h="956" extrusionOk="0">
                  <a:moveTo>
                    <a:pt x="1168" y="1"/>
                  </a:moveTo>
                  <a:cubicBezTo>
                    <a:pt x="1112" y="1"/>
                    <a:pt x="1056" y="8"/>
                    <a:pt x="1001" y="21"/>
                  </a:cubicBezTo>
                  <a:cubicBezTo>
                    <a:pt x="701" y="21"/>
                    <a:pt x="401" y="155"/>
                    <a:pt x="201" y="388"/>
                  </a:cubicBezTo>
                  <a:cubicBezTo>
                    <a:pt x="1" y="622"/>
                    <a:pt x="167" y="955"/>
                    <a:pt x="501" y="955"/>
                  </a:cubicBezTo>
                  <a:cubicBezTo>
                    <a:pt x="701" y="955"/>
                    <a:pt x="901" y="922"/>
                    <a:pt x="1101" y="889"/>
                  </a:cubicBezTo>
                  <a:cubicBezTo>
                    <a:pt x="1335" y="889"/>
                    <a:pt x="1568" y="822"/>
                    <a:pt x="1735" y="688"/>
                  </a:cubicBezTo>
                  <a:cubicBezTo>
                    <a:pt x="1835" y="555"/>
                    <a:pt x="1869" y="388"/>
                    <a:pt x="1769" y="288"/>
                  </a:cubicBezTo>
                  <a:cubicBezTo>
                    <a:pt x="1609" y="102"/>
                    <a:pt x="1387" y="1"/>
                    <a:pt x="11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7"/>
            <p:cNvSpPr/>
            <p:nvPr/>
          </p:nvSpPr>
          <p:spPr>
            <a:xfrm>
              <a:off x="6631874" y="2262392"/>
              <a:ext cx="20502" cy="38170"/>
            </a:xfrm>
            <a:custGeom>
              <a:avLst/>
              <a:gdLst/>
              <a:ahLst/>
              <a:cxnLst/>
              <a:rect l="l" t="t" r="r" b="b"/>
              <a:pathLst>
                <a:path w="868" h="1616" extrusionOk="0">
                  <a:moveTo>
                    <a:pt x="761" y="1"/>
                  </a:moveTo>
                  <a:cubicBezTo>
                    <a:pt x="751" y="1"/>
                    <a:pt x="734" y="24"/>
                    <a:pt x="734" y="48"/>
                  </a:cubicBezTo>
                  <a:cubicBezTo>
                    <a:pt x="734" y="681"/>
                    <a:pt x="601" y="1382"/>
                    <a:pt x="1" y="1582"/>
                  </a:cubicBezTo>
                  <a:lnTo>
                    <a:pt x="1" y="1615"/>
                  </a:lnTo>
                  <a:cubicBezTo>
                    <a:pt x="701" y="1549"/>
                    <a:pt x="868" y="615"/>
                    <a:pt x="768" y="14"/>
                  </a:cubicBezTo>
                  <a:cubicBezTo>
                    <a:pt x="768" y="5"/>
                    <a:pt x="765" y="1"/>
                    <a:pt x="7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7"/>
            <p:cNvSpPr/>
            <p:nvPr/>
          </p:nvSpPr>
          <p:spPr>
            <a:xfrm>
              <a:off x="6610519" y="2246022"/>
              <a:ext cx="46744" cy="47594"/>
            </a:xfrm>
            <a:custGeom>
              <a:avLst/>
              <a:gdLst/>
              <a:ahLst/>
              <a:cxnLst/>
              <a:rect l="l" t="t" r="r" b="b"/>
              <a:pathLst>
                <a:path w="1979" h="2015" extrusionOk="0">
                  <a:moveTo>
                    <a:pt x="1077" y="0"/>
                  </a:moveTo>
                  <a:cubicBezTo>
                    <a:pt x="159" y="0"/>
                    <a:pt x="1" y="1879"/>
                    <a:pt x="905" y="2008"/>
                  </a:cubicBezTo>
                  <a:cubicBezTo>
                    <a:pt x="933" y="2012"/>
                    <a:pt x="961" y="2015"/>
                    <a:pt x="988" y="2015"/>
                  </a:cubicBezTo>
                  <a:cubicBezTo>
                    <a:pt x="1817" y="2015"/>
                    <a:pt x="1979" y="104"/>
                    <a:pt x="1171" y="7"/>
                  </a:cubicBezTo>
                  <a:cubicBezTo>
                    <a:pt x="1139" y="3"/>
                    <a:pt x="1108" y="0"/>
                    <a:pt x="10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7"/>
            <p:cNvSpPr/>
            <p:nvPr/>
          </p:nvSpPr>
          <p:spPr>
            <a:xfrm>
              <a:off x="6599559" y="2243801"/>
              <a:ext cx="32218" cy="21754"/>
            </a:xfrm>
            <a:custGeom>
              <a:avLst/>
              <a:gdLst/>
              <a:ahLst/>
              <a:cxnLst/>
              <a:rect l="l" t="t" r="r" b="b"/>
              <a:pathLst>
                <a:path w="1364" h="921" extrusionOk="0">
                  <a:moveTo>
                    <a:pt x="34" y="1"/>
                  </a:moveTo>
                  <a:cubicBezTo>
                    <a:pt x="1" y="401"/>
                    <a:pt x="101" y="801"/>
                    <a:pt x="501" y="901"/>
                  </a:cubicBezTo>
                  <a:cubicBezTo>
                    <a:pt x="554" y="915"/>
                    <a:pt x="605" y="921"/>
                    <a:pt x="654" y="921"/>
                  </a:cubicBezTo>
                  <a:cubicBezTo>
                    <a:pt x="978" y="921"/>
                    <a:pt x="1219" y="649"/>
                    <a:pt x="1335" y="301"/>
                  </a:cubicBezTo>
                  <a:cubicBezTo>
                    <a:pt x="1364" y="243"/>
                    <a:pt x="1318" y="161"/>
                    <a:pt x="1262" y="161"/>
                  </a:cubicBezTo>
                  <a:cubicBezTo>
                    <a:pt x="1253" y="161"/>
                    <a:pt x="1244" y="163"/>
                    <a:pt x="1235" y="168"/>
                  </a:cubicBezTo>
                  <a:cubicBezTo>
                    <a:pt x="1035" y="268"/>
                    <a:pt x="835" y="434"/>
                    <a:pt x="635" y="434"/>
                  </a:cubicBezTo>
                  <a:cubicBezTo>
                    <a:pt x="401" y="434"/>
                    <a:pt x="201" y="201"/>
                    <a:pt x="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7"/>
            <p:cNvSpPr/>
            <p:nvPr/>
          </p:nvSpPr>
          <p:spPr>
            <a:xfrm>
              <a:off x="6731937" y="2266667"/>
              <a:ext cx="17361" cy="40201"/>
            </a:xfrm>
            <a:custGeom>
              <a:avLst/>
              <a:gdLst/>
              <a:ahLst/>
              <a:cxnLst/>
              <a:rect l="l" t="t" r="r" b="b"/>
              <a:pathLst>
                <a:path w="735" h="1702" extrusionOk="0">
                  <a:moveTo>
                    <a:pt x="134" y="0"/>
                  </a:moveTo>
                  <a:lnTo>
                    <a:pt x="134" y="0"/>
                  </a:lnTo>
                  <a:cubicBezTo>
                    <a:pt x="1" y="601"/>
                    <a:pt x="34" y="1568"/>
                    <a:pt x="735" y="1701"/>
                  </a:cubicBezTo>
                  <a:lnTo>
                    <a:pt x="735" y="1668"/>
                  </a:lnTo>
                  <a:cubicBezTo>
                    <a:pt x="201" y="1434"/>
                    <a:pt x="134" y="701"/>
                    <a:pt x="201" y="67"/>
                  </a:cubicBezTo>
                  <a:cubicBezTo>
                    <a:pt x="201" y="33"/>
                    <a:pt x="134" y="0"/>
                    <a:pt x="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7"/>
            <p:cNvSpPr/>
            <p:nvPr/>
          </p:nvSpPr>
          <p:spPr>
            <a:xfrm>
              <a:off x="6728039" y="2252470"/>
              <a:ext cx="45681" cy="47311"/>
            </a:xfrm>
            <a:custGeom>
              <a:avLst/>
              <a:gdLst/>
              <a:ahLst/>
              <a:cxnLst/>
              <a:rect l="l" t="t" r="r" b="b"/>
              <a:pathLst>
                <a:path w="1934" h="2003" extrusionOk="0">
                  <a:moveTo>
                    <a:pt x="933" y="1"/>
                  </a:moveTo>
                  <a:cubicBezTo>
                    <a:pt x="106" y="1"/>
                    <a:pt x="1" y="2003"/>
                    <a:pt x="943" y="2003"/>
                  </a:cubicBezTo>
                  <a:cubicBezTo>
                    <a:pt x="951" y="2003"/>
                    <a:pt x="959" y="2002"/>
                    <a:pt x="966" y="2002"/>
                  </a:cubicBezTo>
                  <a:cubicBezTo>
                    <a:pt x="1900" y="2002"/>
                    <a:pt x="1934" y="1"/>
                    <a:pt x="9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7"/>
            <p:cNvSpPr/>
            <p:nvPr/>
          </p:nvSpPr>
          <p:spPr>
            <a:xfrm>
              <a:off x="6756480" y="2253274"/>
              <a:ext cx="28273" cy="20549"/>
            </a:xfrm>
            <a:custGeom>
              <a:avLst/>
              <a:gdLst/>
              <a:ahLst/>
              <a:cxnLst/>
              <a:rect l="l" t="t" r="r" b="b"/>
              <a:pathLst>
                <a:path w="1197" h="870" extrusionOk="0">
                  <a:moveTo>
                    <a:pt x="1163" y="0"/>
                  </a:moveTo>
                  <a:cubicBezTo>
                    <a:pt x="1030" y="234"/>
                    <a:pt x="830" y="434"/>
                    <a:pt x="630" y="434"/>
                  </a:cubicBezTo>
                  <a:cubicBezTo>
                    <a:pt x="430" y="400"/>
                    <a:pt x="296" y="200"/>
                    <a:pt x="129" y="100"/>
                  </a:cubicBezTo>
                  <a:cubicBezTo>
                    <a:pt x="120" y="95"/>
                    <a:pt x="111" y="93"/>
                    <a:pt x="102" y="93"/>
                  </a:cubicBezTo>
                  <a:cubicBezTo>
                    <a:pt x="46" y="93"/>
                    <a:pt x="1" y="171"/>
                    <a:pt x="29" y="200"/>
                  </a:cubicBezTo>
                  <a:cubicBezTo>
                    <a:pt x="93" y="580"/>
                    <a:pt x="306" y="870"/>
                    <a:pt x="641" y="870"/>
                  </a:cubicBezTo>
                  <a:cubicBezTo>
                    <a:pt x="659" y="870"/>
                    <a:pt x="678" y="869"/>
                    <a:pt x="696" y="867"/>
                  </a:cubicBezTo>
                  <a:cubicBezTo>
                    <a:pt x="1063" y="834"/>
                    <a:pt x="1197" y="434"/>
                    <a:pt x="1197" y="33"/>
                  </a:cubicBezTo>
                  <a:cubicBezTo>
                    <a:pt x="1197" y="0"/>
                    <a:pt x="1163" y="0"/>
                    <a:pt x="116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7"/>
            <p:cNvSpPr/>
            <p:nvPr/>
          </p:nvSpPr>
          <p:spPr>
            <a:xfrm>
              <a:off x="6633456" y="2378826"/>
              <a:ext cx="28391" cy="19203"/>
            </a:xfrm>
            <a:custGeom>
              <a:avLst/>
              <a:gdLst/>
              <a:ahLst/>
              <a:cxnLst/>
              <a:rect l="l" t="t" r="r" b="b"/>
              <a:pathLst>
                <a:path w="1202" h="813" extrusionOk="0">
                  <a:moveTo>
                    <a:pt x="61" y="0"/>
                  </a:moveTo>
                  <a:cubicBezTo>
                    <a:pt x="45" y="0"/>
                    <a:pt x="34" y="16"/>
                    <a:pt x="34" y="56"/>
                  </a:cubicBezTo>
                  <a:cubicBezTo>
                    <a:pt x="0" y="322"/>
                    <a:pt x="100" y="589"/>
                    <a:pt x="334" y="756"/>
                  </a:cubicBezTo>
                  <a:cubicBezTo>
                    <a:pt x="434" y="794"/>
                    <a:pt x="543" y="812"/>
                    <a:pt x="653" y="812"/>
                  </a:cubicBezTo>
                  <a:cubicBezTo>
                    <a:pt x="837" y="812"/>
                    <a:pt x="1022" y="760"/>
                    <a:pt x="1168" y="656"/>
                  </a:cubicBezTo>
                  <a:cubicBezTo>
                    <a:pt x="1201" y="656"/>
                    <a:pt x="1201" y="623"/>
                    <a:pt x="1168" y="623"/>
                  </a:cubicBezTo>
                  <a:cubicBezTo>
                    <a:pt x="934" y="623"/>
                    <a:pt x="701" y="623"/>
                    <a:pt x="467" y="556"/>
                  </a:cubicBezTo>
                  <a:cubicBezTo>
                    <a:pt x="267" y="456"/>
                    <a:pt x="200" y="222"/>
                    <a:pt x="100" y="22"/>
                  </a:cubicBezTo>
                  <a:cubicBezTo>
                    <a:pt x="87" y="8"/>
                    <a:pt x="73" y="0"/>
                    <a:pt x="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7"/>
            <p:cNvSpPr/>
            <p:nvPr/>
          </p:nvSpPr>
          <p:spPr>
            <a:xfrm>
              <a:off x="6654149" y="2188927"/>
              <a:ext cx="77993" cy="177670"/>
            </a:xfrm>
            <a:custGeom>
              <a:avLst/>
              <a:gdLst/>
              <a:ahLst/>
              <a:cxnLst/>
              <a:rect l="l" t="t" r="r" b="b"/>
              <a:pathLst>
                <a:path w="3302" h="7522" extrusionOk="0">
                  <a:moveTo>
                    <a:pt x="2523" y="0"/>
                  </a:moveTo>
                  <a:cubicBezTo>
                    <a:pt x="2494" y="0"/>
                    <a:pt x="2460" y="16"/>
                    <a:pt x="2460" y="55"/>
                  </a:cubicBezTo>
                  <a:cubicBezTo>
                    <a:pt x="2460" y="2024"/>
                    <a:pt x="2827" y="3958"/>
                    <a:pt x="2860" y="5926"/>
                  </a:cubicBezTo>
                  <a:cubicBezTo>
                    <a:pt x="2560" y="5793"/>
                    <a:pt x="2226" y="5693"/>
                    <a:pt x="1893" y="5626"/>
                  </a:cubicBezTo>
                  <a:lnTo>
                    <a:pt x="1893" y="5626"/>
                  </a:lnTo>
                  <a:cubicBezTo>
                    <a:pt x="1826" y="5626"/>
                    <a:pt x="1993" y="7127"/>
                    <a:pt x="1960" y="7227"/>
                  </a:cubicBezTo>
                  <a:cubicBezTo>
                    <a:pt x="1259" y="7194"/>
                    <a:pt x="625" y="6960"/>
                    <a:pt x="92" y="6527"/>
                  </a:cubicBezTo>
                  <a:cubicBezTo>
                    <a:pt x="83" y="6518"/>
                    <a:pt x="71" y="6514"/>
                    <a:pt x="60" y="6514"/>
                  </a:cubicBezTo>
                  <a:cubicBezTo>
                    <a:pt x="30" y="6514"/>
                    <a:pt x="0" y="6545"/>
                    <a:pt x="25" y="6593"/>
                  </a:cubicBezTo>
                  <a:cubicBezTo>
                    <a:pt x="485" y="7169"/>
                    <a:pt x="1170" y="7521"/>
                    <a:pt x="1906" y="7521"/>
                  </a:cubicBezTo>
                  <a:cubicBezTo>
                    <a:pt x="2023" y="7521"/>
                    <a:pt x="2141" y="7512"/>
                    <a:pt x="2260" y="7494"/>
                  </a:cubicBezTo>
                  <a:cubicBezTo>
                    <a:pt x="2327" y="7060"/>
                    <a:pt x="2260" y="6127"/>
                    <a:pt x="2260" y="6126"/>
                  </a:cubicBezTo>
                  <a:lnTo>
                    <a:pt x="2260" y="6126"/>
                  </a:lnTo>
                  <a:cubicBezTo>
                    <a:pt x="2388" y="6178"/>
                    <a:pt x="2950" y="6446"/>
                    <a:pt x="3188" y="6446"/>
                  </a:cubicBezTo>
                  <a:cubicBezTo>
                    <a:pt x="3259" y="6446"/>
                    <a:pt x="3302" y="6422"/>
                    <a:pt x="3294" y="6360"/>
                  </a:cubicBezTo>
                  <a:cubicBezTo>
                    <a:pt x="3194" y="4325"/>
                    <a:pt x="3094" y="2057"/>
                    <a:pt x="2560" y="22"/>
                  </a:cubicBezTo>
                  <a:cubicBezTo>
                    <a:pt x="2560" y="8"/>
                    <a:pt x="2543" y="0"/>
                    <a:pt x="25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7"/>
            <p:cNvSpPr/>
            <p:nvPr/>
          </p:nvSpPr>
          <p:spPr>
            <a:xfrm>
              <a:off x="6646047" y="2343085"/>
              <a:ext cx="48090" cy="35879"/>
            </a:xfrm>
            <a:custGeom>
              <a:avLst/>
              <a:gdLst/>
              <a:ahLst/>
              <a:cxnLst/>
              <a:rect l="l" t="t" r="r" b="b"/>
              <a:pathLst>
                <a:path w="2036" h="1519" extrusionOk="0">
                  <a:moveTo>
                    <a:pt x="368" y="1"/>
                  </a:moveTo>
                  <a:cubicBezTo>
                    <a:pt x="268" y="168"/>
                    <a:pt x="201" y="334"/>
                    <a:pt x="134" y="534"/>
                  </a:cubicBezTo>
                  <a:cubicBezTo>
                    <a:pt x="1" y="868"/>
                    <a:pt x="1" y="1268"/>
                    <a:pt x="401" y="1468"/>
                  </a:cubicBezTo>
                  <a:cubicBezTo>
                    <a:pt x="501" y="1502"/>
                    <a:pt x="610" y="1519"/>
                    <a:pt x="718" y="1519"/>
                  </a:cubicBezTo>
                  <a:cubicBezTo>
                    <a:pt x="827" y="1519"/>
                    <a:pt x="935" y="1502"/>
                    <a:pt x="1035" y="1468"/>
                  </a:cubicBezTo>
                  <a:cubicBezTo>
                    <a:pt x="1402" y="1368"/>
                    <a:pt x="1736" y="1168"/>
                    <a:pt x="2036" y="868"/>
                  </a:cubicBezTo>
                  <a:cubicBezTo>
                    <a:pt x="1402" y="768"/>
                    <a:pt x="835" y="468"/>
                    <a:pt x="3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7"/>
            <p:cNvSpPr/>
            <p:nvPr/>
          </p:nvSpPr>
          <p:spPr>
            <a:xfrm>
              <a:off x="6646047" y="2355700"/>
              <a:ext cx="25250" cy="23266"/>
            </a:xfrm>
            <a:custGeom>
              <a:avLst/>
              <a:gdLst/>
              <a:ahLst/>
              <a:cxnLst/>
              <a:rect l="l" t="t" r="r" b="b"/>
              <a:pathLst>
                <a:path w="1069" h="985" extrusionOk="0">
                  <a:moveTo>
                    <a:pt x="134" y="0"/>
                  </a:moveTo>
                  <a:lnTo>
                    <a:pt x="134" y="0"/>
                  </a:lnTo>
                  <a:cubicBezTo>
                    <a:pt x="1" y="334"/>
                    <a:pt x="1" y="734"/>
                    <a:pt x="435" y="934"/>
                  </a:cubicBezTo>
                  <a:cubicBezTo>
                    <a:pt x="535" y="968"/>
                    <a:pt x="635" y="985"/>
                    <a:pt x="739" y="985"/>
                  </a:cubicBezTo>
                  <a:cubicBezTo>
                    <a:pt x="843" y="985"/>
                    <a:pt x="952" y="968"/>
                    <a:pt x="1068" y="934"/>
                  </a:cubicBezTo>
                  <a:cubicBezTo>
                    <a:pt x="1002" y="467"/>
                    <a:pt x="635" y="67"/>
                    <a:pt x="134" y="0"/>
                  </a:cubicBezTo>
                  <a:close/>
                </a:path>
              </a:pathLst>
            </a:custGeom>
            <a:solidFill>
              <a:srgbClr val="FF9A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7"/>
            <p:cNvSpPr/>
            <p:nvPr/>
          </p:nvSpPr>
          <p:spPr>
            <a:xfrm>
              <a:off x="6370259" y="1973563"/>
              <a:ext cx="461747" cy="311784"/>
            </a:xfrm>
            <a:custGeom>
              <a:avLst/>
              <a:gdLst/>
              <a:ahLst/>
              <a:cxnLst/>
              <a:rect l="l" t="t" r="r" b="b"/>
              <a:pathLst>
                <a:path w="19549" h="13200" extrusionOk="0">
                  <a:moveTo>
                    <a:pt x="10129" y="1"/>
                  </a:moveTo>
                  <a:cubicBezTo>
                    <a:pt x="8205" y="1"/>
                    <a:pt x="5968" y="589"/>
                    <a:pt x="4137" y="2701"/>
                  </a:cubicBezTo>
                  <a:cubicBezTo>
                    <a:pt x="1" y="7438"/>
                    <a:pt x="2269" y="12908"/>
                    <a:pt x="3403" y="13175"/>
                  </a:cubicBezTo>
                  <a:cubicBezTo>
                    <a:pt x="3480" y="13192"/>
                    <a:pt x="3554" y="13200"/>
                    <a:pt x="3627" y="13200"/>
                  </a:cubicBezTo>
                  <a:cubicBezTo>
                    <a:pt x="5178" y="13200"/>
                    <a:pt x="5939" y="9639"/>
                    <a:pt x="5939" y="9639"/>
                  </a:cubicBezTo>
                  <a:cubicBezTo>
                    <a:pt x="5939" y="9639"/>
                    <a:pt x="13377" y="9139"/>
                    <a:pt x="14578" y="3235"/>
                  </a:cubicBezTo>
                  <a:cubicBezTo>
                    <a:pt x="15279" y="5737"/>
                    <a:pt x="16913" y="7905"/>
                    <a:pt x="19148" y="9273"/>
                  </a:cubicBezTo>
                  <a:cubicBezTo>
                    <a:pt x="19148" y="9273"/>
                    <a:pt x="19548" y="2701"/>
                    <a:pt x="14478" y="933"/>
                  </a:cubicBezTo>
                  <a:cubicBezTo>
                    <a:pt x="14478" y="933"/>
                    <a:pt x="12551" y="1"/>
                    <a:pt x="101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7"/>
            <p:cNvSpPr/>
            <p:nvPr/>
          </p:nvSpPr>
          <p:spPr>
            <a:xfrm>
              <a:off x="6365535" y="2227195"/>
              <a:ext cx="111132" cy="139452"/>
            </a:xfrm>
            <a:custGeom>
              <a:avLst/>
              <a:gdLst/>
              <a:ahLst/>
              <a:cxnLst/>
              <a:rect l="l" t="t" r="r" b="b"/>
              <a:pathLst>
                <a:path w="4705" h="5904" extrusionOk="0">
                  <a:moveTo>
                    <a:pt x="1762" y="0"/>
                  </a:moveTo>
                  <a:cubicBezTo>
                    <a:pt x="1641" y="0"/>
                    <a:pt x="1520" y="22"/>
                    <a:pt x="1402" y="70"/>
                  </a:cubicBezTo>
                  <a:cubicBezTo>
                    <a:pt x="1" y="670"/>
                    <a:pt x="1068" y="4940"/>
                    <a:pt x="2536" y="5674"/>
                  </a:cubicBezTo>
                  <a:cubicBezTo>
                    <a:pt x="2792" y="5830"/>
                    <a:pt x="3070" y="5904"/>
                    <a:pt x="3343" y="5904"/>
                  </a:cubicBezTo>
                  <a:cubicBezTo>
                    <a:pt x="3889" y="5904"/>
                    <a:pt x="4415" y="5607"/>
                    <a:pt x="4704" y="5074"/>
                  </a:cubicBezTo>
                  <a:lnTo>
                    <a:pt x="4471" y="2572"/>
                  </a:lnTo>
                  <a:cubicBezTo>
                    <a:pt x="4471" y="2572"/>
                    <a:pt x="3073" y="0"/>
                    <a:pt x="1762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7"/>
            <p:cNvSpPr/>
            <p:nvPr/>
          </p:nvSpPr>
          <p:spPr>
            <a:xfrm>
              <a:off x="6405740" y="2257998"/>
              <a:ext cx="55176" cy="89685"/>
            </a:xfrm>
            <a:custGeom>
              <a:avLst/>
              <a:gdLst/>
              <a:ahLst/>
              <a:cxnLst/>
              <a:rect l="l" t="t" r="r" b="b"/>
              <a:pathLst>
                <a:path w="2336" h="3797" extrusionOk="0">
                  <a:moveTo>
                    <a:pt x="33" y="0"/>
                  </a:moveTo>
                  <a:cubicBezTo>
                    <a:pt x="0" y="0"/>
                    <a:pt x="0" y="34"/>
                    <a:pt x="33" y="34"/>
                  </a:cubicBezTo>
                  <a:cubicBezTo>
                    <a:pt x="1067" y="601"/>
                    <a:pt x="1501" y="1635"/>
                    <a:pt x="1768" y="2702"/>
                  </a:cubicBezTo>
                  <a:cubicBezTo>
                    <a:pt x="1633" y="2386"/>
                    <a:pt x="1314" y="2208"/>
                    <a:pt x="988" y="2208"/>
                  </a:cubicBezTo>
                  <a:cubicBezTo>
                    <a:pt x="832" y="2208"/>
                    <a:pt x="674" y="2249"/>
                    <a:pt x="534" y="2335"/>
                  </a:cubicBezTo>
                  <a:cubicBezTo>
                    <a:pt x="500" y="2335"/>
                    <a:pt x="534" y="2402"/>
                    <a:pt x="567" y="2402"/>
                  </a:cubicBezTo>
                  <a:cubicBezTo>
                    <a:pt x="637" y="2384"/>
                    <a:pt x="707" y="2376"/>
                    <a:pt x="776" y="2376"/>
                  </a:cubicBezTo>
                  <a:cubicBezTo>
                    <a:pt x="1102" y="2376"/>
                    <a:pt x="1403" y="2560"/>
                    <a:pt x="1568" y="2836"/>
                  </a:cubicBezTo>
                  <a:cubicBezTo>
                    <a:pt x="1735" y="3136"/>
                    <a:pt x="1868" y="3436"/>
                    <a:pt x="1968" y="3736"/>
                  </a:cubicBezTo>
                  <a:cubicBezTo>
                    <a:pt x="1996" y="3778"/>
                    <a:pt x="2042" y="3797"/>
                    <a:pt x="2083" y="3797"/>
                  </a:cubicBezTo>
                  <a:cubicBezTo>
                    <a:pt x="2139" y="3797"/>
                    <a:pt x="2188" y="3761"/>
                    <a:pt x="2168" y="3703"/>
                  </a:cubicBezTo>
                  <a:lnTo>
                    <a:pt x="2168" y="3669"/>
                  </a:lnTo>
                  <a:cubicBezTo>
                    <a:pt x="2335" y="2335"/>
                    <a:pt x="1468" y="300"/>
                    <a:pt x="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7"/>
            <p:cNvSpPr/>
            <p:nvPr/>
          </p:nvSpPr>
          <p:spPr>
            <a:xfrm>
              <a:off x="6429362" y="2342920"/>
              <a:ext cx="23289" cy="19864"/>
            </a:xfrm>
            <a:custGeom>
              <a:avLst/>
              <a:gdLst/>
              <a:ahLst/>
              <a:cxnLst/>
              <a:rect l="l" t="t" r="r" b="b"/>
              <a:pathLst>
                <a:path w="986" h="841" extrusionOk="0">
                  <a:moveTo>
                    <a:pt x="443" y="1"/>
                  </a:moveTo>
                  <a:cubicBezTo>
                    <a:pt x="418" y="1"/>
                    <a:pt x="393" y="3"/>
                    <a:pt x="368" y="8"/>
                  </a:cubicBezTo>
                  <a:cubicBezTo>
                    <a:pt x="168" y="74"/>
                    <a:pt x="1" y="241"/>
                    <a:pt x="34" y="475"/>
                  </a:cubicBezTo>
                  <a:cubicBezTo>
                    <a:pt x="55" y="702"/>
                    <a:pt x="255" y="840"/>
                    <a:pt x="452" y="840"/>
                  </a:cubicBezTo>
                  <a:cubicBezTo>
                    <a:pt x="573" y="840"/>
                    <a:pt x="692" y="789"/>
                    <a:pt x="768" y="675"/>
                  </a:cubicBezTo>
                  <a:cubicBezTo>
                    <a:pt x="985" y="396"/>
                    <a:pt x="769" y="1"/>
                    <a:pt x="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7"/>
            <p:cNvSpPr/>
            <p:nvPr/>
          </p:nvSpPr>
          <p:spPr>
            <a:xfrm>
              <a:off x="6544401" y="2039729"/>
              <a:ext cx="172591" cy="165482"/>
            </a:xfrm>
            <a:custGeom>
              <a:avLst/>
              <a:gdLst/>
              <a:ahLst/>
              <a:cxnLst/>
              <a:rect l="l" t="t" r="r" b="b"/>
              <a:pathLst>
                <a:path w="7307" h="7006" extrusionOk="0">
                  <a:moveTo>
                    <a:pt x="7306" y="0"/>
                  </a:moveTo>
                  <a:lnTo>
                    <a:pt x="7306" y="0"/>
                  </a:lnTo>
                  <a:cubicBezTo>
                    <a:pt x="7206" y="434"/>
                    <a:pt x="7106" y="901"/>
                    <a:pt x="6939" y="1335"/>
                  </a:cubicBezTo>
                  <a:cubicBezTo>
                    <a:pt x="6506" y="2602"/>
                    <a:pt x="5772" y="3736"/>
                    <a:pt x="4771" y="4670"/>
                  </a:cubicBezTo>
                  <a:cubicBezTo>
                    <a:pt x="4638" y="4804"/>
                    <a:pt x="4471" y="4937"/>
                    <a:pt x="4271" y="5071"/>
                  </a:cubicBezTo>
                  <a:lnTo>
                    <a:pt x="4004" y="5271"/>
                  </a:lnTo>
                  <a:lnTo>
                    <a:pt x="3737" y="5471"/>
                  </a:lnTo>
                  <a:cubicBezTo>
                    <a:pt x="3537" y="5571"/>
                    <a:pt x="3370" y="5704"/>
                    <a:pt x="3170" y="5838"/>
                  </a:cubicBezTo>
                  <a:lnTo>
                    <a:pt x="2569" y="6138"/>
                  </a:lnTo>
                  <a:lnTo>
                    <a:pt x="2269" y="6271"/>
                  </a:lnTo>
                  <a:lnTo>
                    <a:pt x="1936" y="6405"/>
                  </a:lnTo>
                  <a:lnTo>
                    <a:pt x="1302" y="6638"/>
                  </a:lnTo>
                  <a:cubicBezTo>
                    <a:pt x="868" y="6772"/>
                    <a:pt x="401" y="6872"/>
                    <a:pt x="1" y="7005"/>
                  </a:cubicBezTo>
                  <a:cubicBezTo>
                    <a:pt x="435" y="6972"/>
                    <a:pt x="902" y="6905"/>
                    <a:pt x="1369" y="6838"/>
                  </a:cubicBezTo>
                  <a:lnTo>
                    <a:pt x="2036" y="6638"/>
                  </a:lnTo>
                  <a:lnTo>
                    <a:pt x="2369" y="6538"/>
                  </a:lnTo>
                  <a:lnTo>
                    <a:pt x="2703" y="6405"/>
                  </a:lnTo>
                  <a:cubicBezTo>
                    <a:pt x="2903" y="6338"/>
                    <a:pt x="3136" y="6238"/>
                    <a:pt x="3337" y="6138"/>
                  </a:cubicBezTo>
                  <a:cubicBezTo>
                    <a:pt x="3537" y="6038"/>
                    <a:pt x="3737" y="5904"/>
                    <a:pt x="3937" y="5804"/>
                  </a:cubicBezTo>
                  <a:cubicBezTo>
                    <a:pt x="4037" y="5738"/>
                    <a:pt x="4137" y="5671"/>
                    <a:pt x="4237" y="5604"/>
                  </a:cubicBezTo>
                  <a:lnTo>
                    <a:pt x="4537" y="5404"/>
                  </a:lnTo>
                  <a:cubicBezTo>
                    <a:pt x="4704" y="5271"/>
                    <a:pt x="4904" y="5104"/>
                    <a:pt x="5071" y="4970"/>
                  </a:cubicBezTo>
                  <a:cubicBezTo>
                    <a:pt x="5772" y="4337"/>
                    <a:pt x="6305" y="3536"/>
                    <a:pt x="6706" y="2702"/>
                  </a:cubicBezTo>
                  <a:cubicBezTo>
                    <a:pt x="7073" y="1835"/>
                    <a:pt x="7273" y="934"/>
                    <a:pt x="730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7"/>
            <p:cNvSpPr/>
            <p:nvPr/>
          </p:nvSpPr>
          <p:spPr>
            <a:xfrm>
              <a:off x="6305322" y="1856349"/>
              <a:ext cx="207573" cy="176772"/>
            </a:xfrm>
            <a:custGeom>
              <a:avLst/>
              <a:gdLst/>
              <a:ahLst/>
              <a:cxnLst/>
              <a:rect l="l" t="t" r="r" b="b"/>
              <a:pathLst>
                <a:path w="8788" h="7484" extrusionOk="0">
                  <a:moveTo>
                    <a:pt x="3769" y="0"/>
                  </a:moveTo>
                  <a:cubicBezTo>
                    <a:pt x="1682" y="0"/>
                    <a:pt x="1" y="1951"/>
                    <a:pt x="1115" y="4528"/>
                  </a:cubicBezTo>
                  <a:cubicBezTo>
                    <a:pt x="1888" y="6348"/>
                    <a:pt x="4506" y="7484"/>
                    <a:pt x="6295" y="7484"/>
                  </a:cubicBezTo>
                  <a:cubicBezTo>
                    <a:pt x="6670" y="7484"/>
                    <a:pt x="7009" y="7434"/>
                    <a:pt x="7287" y="7330"/>
                  </a:cubicBezTo>
                  <a:cubicBezTo>
                    <a:pt x="8054" y="7063"/>
                    <a:pt x="8788" y="2793"/>
                    <a:pt x="5986" y="758"/>
                  </a:cubicBezTo>
                  <a:cubicBezTo>
                    <a:pt x="5265" y="235"/>
                    <a:pt x="4493" y="0"/>
                    <a:pt x="37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7"/>
            <p:cNvSpPr/>
            <p:nvPr/>
          </p:nvSpPr>
          <p:spPr>
            <a:xfrm>
              <a:off x="6300928" y="1868727"/>
              <a:ext cx="176512" cy="172898"/>
            </a:xfrm>
            <a:custGeom>
              <a:avLst/>
              <a:gdLst/>
              <a:ahLst/>
              <a:cxnLst/>
              <a:rect l="l" t="t" r="r" b="b"/>
              <a:pathLst>
                <a:path w="7473" h="7320" extrusionOk="0">
                  <a:moveTo>
                    <a:pt x="2269" y="1"/>
                  </a:moveTo>
                  <a:lnTo>
                    <a:pt x="2269" y="1"/>
                  </a:lnTo>
                  <a:cubicBezTo>
                    <a:pt x="1235" y="534"/>
                    <a:pt x="501" y="1468"/>
                    <a:pt x="201" y="2569"/>
                  </a:cubicBezTo>
                  <a:cubicBezTo>
                    <a:pt x="1" y="3170"/>
                    <a:pt x="1" y="3770"/>
                    <a:pt x="167" y="4337"/>
                  </a:cubicBezTo>
                  <a:cubicBezTo>
                    <a:pt x="301" y="4938"/>
                    <a:pt x="634" y="5438"/>
                    <a:pt x="1068" y="5872"/>
                  </a:cubicBezTo>
                  <a:cubicBezTo>
                    <a:pt x="1935" y="6639"/>
                    <a:pt x="3036" y="7139"/>
                    <a:pt x="4204" y="7239"/>
                  </a:cubicBezTo>
                  <a:cubicBezTo>
                    <a:pt x="4497" y="7294"/>
                    <a:pt x="4801" y="7319"/>
                    <a:pt x="5110" y="7319"/>
                  </a:cubicBezTo>
                  <a:cubicBezTo>
                    <a:pt x="5362" y="7319"/>
                    <a:pt x="5617" y="7303"/>
                    <a:pt x="5871" y="7273"/>
                  </a:cubicBezTo>
                  <a:cubicBezTo>
                    <a:pt x="6438" y="7239"/>
                    <a:pt x="6972" y="7072"/>
                    <a:pt x="7473" y="6806"/>
                  </a:cubicBezTo>
                  <a:lnTo>
                    <a:pt x="7473" y="6806"/>
                  </a:lnTo>
                  <a:cubicBezTo>
                    <a:pt x="7077" y="6929"/>
                    <a:pt x="6681" y="6998"/>
                    <a:pt x="6285" y="6998"/>
                  </a:cubicBezTo>
                  <a:cubicBezTo>
                    <a:pt x="6147" y="6998"/>
                    <a:pt x="6009" y="6990"/>
                    <a:pt x="5871" y="6972"/>
                  </a:cubicBezTo>
                  <a:cubicBezTo>
                    <a:pt x="5338" y="6972"/>
                    <a:pt x="4804" y="6906"/>
                    <a:pt x="4270" y="6772"/>
                  </a:cubicBezTo>
                  <a:cubicBezTo>
                    <a:pt x="3236" y="6605"/>
                    <a:pt x="2269" y="6138"/>
                    <a:pt x="1502" y="5438"/>
                  </a:cubicBezTo>
                  <a:cubicBezTo>
                    <a:pt x="734" y="4737"/>
                    <a:pt x="434" y="3670"/>
                    <a:pt x="668" y="2703"/>
                  </a:cubicBezTo>
                  <a:cubicBezTo>
                    <a:pt x="868" y="1635"/>
                    <a:pt x="1435" y="668"/>
                    <a:pt x="22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7"/>
            <p:cNvSpPr/>
            <p:nvPr/>
          </p:nvSpPr>
          <p:spPr>
            <a:xfrm>
              <a:off x="6378149" y="3868608"/>
              <a:ext cx="1028226" cy="45728"/>
            </a:xfrm>
            <a:custGeom>
              <a:avLst/>
              <a:gdLst/>
              <a:ahLst/>
              <a:cxnLst/>
              <a:rect l="l" t="t" r="r" b="b"/>
              <a:pathLst>
                <a:path w="43532" h="1936" extrusionOk="0">
                  <a:moveTo>
                    <a:pt x="1" y="0"/>
                  </a:moveTo>
                  <a:lnTo>
                    <a:pt x="1" y="1935"/>
                  </a:lnTo>
                  <a:lnTo>
                    <a:pt x="43532" y="1935"/>
                  </a:lnTo>
                  <a:lnTo>
                    <a:pt x="4353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7"/>
            <p:cNvSpPr/>
            <p:nvPr/>
          </p:nvSpPr>
          <p:spPr>
            <a:xfrm>
              <a:off x="6642126" y="3234281"/>
              <a:ext cx="1084937" cy="679996"/>
            </a:xfrm>
            <a:custGeom>
              <a:avLst/>
              <a:gdLst/>
              <a:ahLst/>
              <a:cxnLst/>
              <a:rect l="l" t="t" r="r" b="b"/>
              <a:pathLst>
                <a:path w="45933" h="28789" extrusionOk="0">
                  <a:moveTo>
                    <a:pt x="3536" y="1"/>
                  </a:moveTo>
                  <a:lnTo>
                    <a:pt x="0" y="28788"/>
                  </a:lnTo>
                  <a:lnTo>
                    <a:pt x="42397" y="28788"/>
                  </a:lnTo>
                  <a:lnTo>
                    <a:pt x="4593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3585;p52">
            <a:extLst>
              <a:ext uri="{FF2B5EF4-FFF2-40B4-BE49-F238E27FC236}">
                <a16:creationId xmlns:a16="http://schemas.microsoft.com/office/drawing/2014/main" id="{0840FBED-D0C8-A70E-F2CC-959464AC19D8}"/>
              </a:ext>
            </a:extLst>
          </p:cNvPr>
          <p:cNvGrpSpPr/>
          <p:nvPr/>
        </p:nvGrpSpPr>
        <p:grpSpPr>
          <a:xfrm>
            <a:off x="2931859" y="3339816"/>
            <a:ext cx="125190" cy="127859"/>
            <a:chOff x="4676550" y="2160575"/>
            <a:chExt cx="51400" cy="52500"/>
          </a:xfrm>
        </p:grpSpPr>
        <p:sp>
          <p:nvSpPr>
            <p:cNvPr id="5" name="Google Shape;3586;p52">
              <a:extLst>
                <a:ext uri="{FF2B5EF4-FFF2-40B4-BE49-F238E27FC236}">
                  <a16:creationId xmlns:a16="http://schemas.microsoft.com/office/drawing/2014/main" id="{10503563-BFDD-8D3A-B625-F361B665BBD4}"/>
                </a:ext>
              </a:extLst>
            </p:cNvPr>
            <p:cNvSpPr/>
            <p:nvPr/>
          </p:nvSpPr>
          <p:spPr>
            <a:xfrm>
              <a:off x="4676550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3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587;p52">
              <a:extLst>
                <a:ext uri="{FF2B5EF4-FFF2-40B4-BE49-F238E27FC236}">
                  <a16:creationId xmlns:a16="http://schemas.microsoft.com/office/drawing/2014/main" id="{5F2739B4-663D-CE25-0B9D-47D1D7DCC637}"/>
                </a:ext>
              </a:extLst>
            </p:cNvPr>
            <p:cNvSpPr/>
            <p:nvPr/>
          </p:nvSpPr>
          <p:spPr>
            <a:xfrm>
              <a:off x="4688275" y="2160575"/>
              <a:ext cx="27975" cy="52500"/>
            </a:xfrm>
            <a:custGeom>
              <a:avLst/>
              <a:gdLst/>
              <a:ahLst/>
              <a:cxnLst/>
              <a:rect l="l" t="t" r="r" b="b"/>
              <a:pathLst>
                <a:path w="1119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96" y="2100"/>
                  </a:lnTo>
                  <a:lnTo>
                    <a:pt x="1118" y="1047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588;p52">
              <a:extLst>
                <a:ext uri="{FF2B5EF4-FFF2-40B4-BE49-F238E27FC236}">
                  <a16:creationId xmlns:a16="http://schemas.microsoft.com/office/drawing/2014/main" id="{1BBECC9F-CD90-175B-AB0E-29682D263E56}"/>
                </a:ext>
              </a:extLst>
            </p:cNvPr>
            <p:cNvSpPr/>
            <p:nvPr/>
          </p:nvSpPr>
          <p:spPr>
            <a:xfrm>
              <a:off x="4700175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>
          <a:extLst>
            <a:ext uri="{FF2B5EF4-FFF2-40B4-BE49-F238E27FC236}">
              <a16:creationId xmlns:a16="http://schemas.microsoft.com/office/drawing/2014/main" id="{7376692F-1503-8EC0-E9EF-19B7386A3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214;p24">
            <a:extLst>
              <a:ext uri="{FF2B5EF4-FFF2-40B4-BE49-F238E27FC236}">
                <a16:creationId xmlns:a16="http://schemas.microsoft.com/office/drawing/2014/main" id="{0D6B715E-8199-3488-AA81-0F4B23DD2D9D}"/>
              </a:ext>
            </a:extLst>
          </p:cNvPr>
          <p:cNvGrpSpPr/>
          <p:nvPr/>
        </p:nvGrpSpPr>
        <p:grpSpPr>
          <a:xfrm>
            <a:off x="4742688" y="444769"/>
            <a:ext cx="3952663" cy="4253962"/>
            <a:chOff x="4829618" y="444769"/>
            <a:chExt cx="3865733" cy="4253962"/>
          </a:xfrm>
        </p:grpSpPr>
        <p:grpSp>
          <p:nvGrpSpPr>
            <p:cNvPr id="3" name="Google Shape;215;p24">
              <a:extLst>
                <a:ext uri="{FF2B5EF4-FFF2-40B4-BE49-F238E27FC236}">
                  <a16:creationId xmlns:a16="http://schemas.microsoft.com/office/drawing/2014/main" id="{316547B8-6072-83CF-E3F6-3ECE1BD97BFE}"/>
                </a:ext>
              </a:extLst>
            </p:cNvPr>
            <p:cNvGrpSpPr/>
            <p:nvPr/>
          </p:nvGrpSpPr>
          <p:grpSpPr>
            <a:xfrm>
              <a:off x="4829618" y="444769"/>
              <a:ext cx="3301091" cy="4253962"/>
              <a:chOff x="4413163" y="620650"/>
              <a:chExt cx="3232244" cy="4165242"/>
            </a:xfrm>
          </p:grpSpPr>
          <p:sp>
            <p:nvSpPr>
              <p:cNvPr id="13" name="Google Shape;216;p24">
                <a:extLst>
                  <a:ext uri="{FF2B5EF4-FFF2-40B4-BE49-F238E27FC236}">
                    <a16:creationId xmlns:a16="http://schemas.microsoft.com/office/drawing/2014/main" id="{1FD4DEA3-D50F-1178-8F2D-0B6ED2E9D513}"/>
                  </a:ext>
                </a:extLst>
              </p:cNvPr>
              <p:cNvSpPr/>
              <p:nvPr/>
            </p:nvSpPr>
            <p:spPr>
              <a:xfrm>
                <a:off x="7199724" y="2781605"/>
                <a:ext cx="342901" cy="626786"/>
              </a:xfrm>
              <a:custGeom>
                <a:avLst/>
                <a:gdLst/>
                <a:ahLst/>
                <a:cxnLst/>
                <a:rect l="l" t="t" r="r" b="b"/>
                <a:pathLst>
                  <a:path w="13143" h="24024" extrusionOk="0">
                    <a:moveTo>
                      <a:pt x="1029" y="1"/>
                    </a:moveTo>
                    <a:cubicBezTo>
                      <a:pt x="777" y="1"/>
                      <a:pt x="532" y="93"/>
                      <a:pt x="300" y="297"/>
                    </a:cubicBezTo>
                    <a:cubicBezTo>
                      <a:pt x="0" y="530"/>
                      <a:pt x="34" y="1498"/>
                      <a:pt x="34" y="1698"/>
                    </a:cubicBezTo>
                    <a:cubicBezTo>
                      <a:pt x="0" y="3299"/>
                      <a:pt x="134" y="4933"/>
                      <a:pt x="467" y="6501"/>
                    </a:cubicBezTo>
                    <a:cubicBezTo>
                      <a:pt x="834" y="8669"/>
                      <a:pt x="1468" y="10771"/>
                      <a:pt x="2369" y="12772"/>
                    </a:cubicBezTo>
                    <a:cubicBezTo>
                      <a:pt x="4737" y="17609"/>
                      <a:pt x="10841" y="18910"/>
                      <a:pt x="12909" y="23947"/>
                    </a:cubicBezTo>
                    <a:cubicBezTo>
                      <a:pt x="12938" y="24003"/>
                      <a:pt x="12972" y="24024"/>
                      <a:pt x="13004" y="24024"/>
                    </a:cubicBezTo>
                    <a:cubicBezTo>
                      <a:pt x="13049" y="24024"/>
                      <a:pt x="13090" y="23985"/>
                      <a:pt x="13110" y="23947"/>
                    </a:cubicBezTo>
                    <a:cubicBezTo>
                      <a:pt x="13143" y="23914"/>
                      <a:pt x="13143" y="23914"/>
                      <a:pt x="13143" y="23880"/>
                    </a:cubicBezTo>
                    <a:cubicBezTo>
                      <a:pt x="13010" y="23346"/>
                      <a:pt x="12843" y="22779"/>
                      <a:pt x="12676" y="22246"/>
                    </a:cubicBezTo>
                    <a:cubicBezTo>
                      <a:pt x="11142" y="17109"/>
                      <a:pt x="8873" y="12639"/>
                      <a:pt x="6438" y="7735"/>
                    </a:cubicBezTo>
                    <a:cubicBezTo>
                      <a:pt x="5871" y="6631"/>
                      <a:pt x="3168" y="1"/>
                      <a:pt x="1029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17;p24">
                <a:extLst>
                  <a:ext uri="{FF2B5EF4-FFF2-40B4-BE49-F238E27FC236}">
                    <a16:creationId xmlns:a16="http://schemas.microsoft.com/office/drawing/2014/main" id="{1C77CC6D-C2FD-6FF2-373F-01A81D0A7091}"/>
                  </a:ext>
                </a:extLst>
              </p:cNvPr>
              <p:cNvSpPr/>
              <p:nvPr/>
            </p:nvSpPr>
            <p:spPr>
              <a:xfrm>
                <a:off x="7226700" y="2854602"/>
                <a:ext cx="315924" cy="551777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21149" extrusionOk="0">
                    <a:moveTo>
                      <a:pt x="1227" y="737"/>
                    </a:moveTo>
                    <a:cubicBezTo>
                      <a:pt x="1576" y="737"/>
                      <a:pt x="1882" y="1426"/>
                      <a:pt x="2002" y="1635"/>
                    </a:cubicBezTo>
                    <a:cubicBezTo>
                      <a:pt x="2235" y="2102"/>
                      <a:pt x="2469" y="2602"/>
                      <a:pt x="2736" y="3103"/>
                    </a:cubicBezTo>
                    <a:cubicBezTo>
                      <a:pt x="3203" y="4070"/>
                      <a:pt x="3636" y="5071"/>
                      <a:pt x="4103" y="6038"/>
                    </a:cubicBezTo>
                    <a:cubicBezTo>
                      <a:pt x="4937" y="7839"/>
                      <a:pt x="5838" y="9607"/>
                      <a:pt x="6872" y="11309"/>
                    </a:cubicBezTo>
                    <a:cubicBezTo>
                      <a:pt x="8306" y="13810"/>
                      <a:pt x="9774" y="16279"/>
                      <a:pt x="11042" y="18881"/>
                    </a:cubicBezTo>
                    <a:cubicBezTo>
                      <a:pt x="9607" y="16812"/>
                      <a:pt x="8006" y="14911"/>
                      <a:pt x="6238" y="13143"/>
                    </a:cubicBezTo>
                    <a:cubicBezTo>
                      <a:pt x="1601" y="8373"/>
                      <a:pt x="100" y="1268"/>
                      <a:pt x="1101" y="768"/>
                    </a:cubicBezTo>
                    <a:cubicBezTo>
                      <a:pt x="1143" y="747"/>
                      <a:pt x="1185" y="737"/>
                      <a:pt x="1227" y="737"/>
                    </a:cubicBezTo>
                    <a:close/>
                    <a:moveTo>
                      <a:pt x="1103" y="0"/>
                    </a:moveTo>
                    <a:cubicBezTo>
                      <a:pt x="1047" y="0"/>
                      <a:pt x="991" y="11"/>
                      <a:pt x="934" y="34"/>
                    </a:cubicBezTo>
                    <a:cubicBezTo>
                      <a:pt x="0" y="434"/>
                      <a:pt x="567" y="2869"/>
                      <a:pt x="667" y="3503"/>
                    </a:cubicBezTo>
                    <a:cubicBezTo>
                      <a:pt x="1368" y="6972"/>
                      <a:pt x="2936" y="9807"/>
                      <a:pt x="5271" y="12476"/>
                    </a:cubicBezTo>
                    <a:cubicBezTo>
                      <a:pt x="7606" y="15145"/>
                      <a:pt x="10141" y="17546"/>
                      <a:pt x="11875" y="20582"/>
                    </a:cubicBezTo>
                    <a:cubicBezTo>
                      <a:pt x="11942" y="20782"/>
                      <a:pt x="12009" y="20949"/>
                      <a:pt x="12109" y="21149"/>
                    </a:cubicBezTo>
                    <a:cubicBezTo>
                      <a:pt x="12109" y="21116"/>
                      <a:pt x="12109" y="21116"/>
                      <a:pt x="12109" y="21082"/>
                    </a:cubicBezTo>
                    <a:cubicBezTo>
                      <a:pt x="11976" y="20548"/>
                      <a:pt x="11809" y="19981"/>
                      <a:pt x="11642" y="19448"/>
                    </a:cubicBezTo>
                    <a:cubicBezTo>
                      <a:pt x="10608" y="17179"/>
                      <a:pt x="9307" y="15011"/>
                      <a:pt x="8039" y="12843"/>
                    </a:cubicBezTo>
                    <a:cubicBezTo>
                      <a:pt x="6038" y="9474"/>
                      <a:pt x="4403" y="5971"/>
                      <a:pt x="2702" y="2436"/>
                    </a:cubicBezTo>
                    <a:cubicBezTo>
                      <a:pt x="2485" y="2000"/>
                      <a:pt x="1861" y="0"/>
                      <a:pt x="11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18;p24">
                <a:extLst>
                  <a:ext uri="{FF2B5EF4-FFF2-40B4-BE49-F238E27FC236}">
                    <a16:creationId xmlns:a16="http://schemas.microsoft.com/office/drawing/2014/main" id="{CF7ACDA0-07C6-FB97-1220-3EE8FF48556F}"/>
                  </a:ext>
                </a:extLst>
              </p:cNvPr>
              <p:cNvSpPr/>
              <p:nvPr/>
            </p:nvSpPr>
            <p:spPr>
              <a:xfrm>
                <a:off x="7367685" y="2379416"/>
                <a:ext cx="157531" cy="728485"/>
              </a:xfrm>
              <a:custGeom>
                <a:avLst/>
                <a:gdLst/>
                <a:ahLst/>
                <a:cxnLst/>
                <a:rect l="l" t="t" r="r" b="b"/>
                <a:pathLst>
                  <a:path w="6038" h="27922" extrusionOk="0">
                    <a:moveTo>
                      <a:pt x="3559" y="0"/>
                    </a:moveTo>
                    <a:cubicBezTo>
                      <a:pt x="2124" y="0"/>
                      <a:pt x="1598" y="3213"/>
                      <a:pt x="1268" y="4171"/>
                    </a:cubicBezTo>
                    <a:cubicBezTo>
                      <a:pt x="434" y="6406"/>
                      <a:pt x="34" y="8741"/>
                      <a:pt x="0" y="11143"/>
                    </a:cubicBezTo>
                    <a:cubicBezTo>
                      <a:pt x="100" y="16480"/>
                      <a:pt x="4003" y="20583"/>
                      <a:pt x="4904" y="25753"/>
                    </a:cubicBezTo>
                    <a:cubicBezTo>
                      <a:pt x="4904" y="25753"/>
                      <a:pt x="4904" y="25787"/>
                      <a:pt x="4904" y="25787"/>
                    </a:cubicBezTo>
                    <a:cubicBezTo>
                      <a:pt x="4937" y="25887"/>
                      <a:pt x="4970" y="25987"/>
                      <a:pt x="4970" y="26053"/>
                    </a:cubicBezTo>
                    <a:cubicBezTo>
                      <a:pt x="5037" y="26520"/>
                      <a:pt x="5104" y="27021"/>
                      <a:pt x="5204" y="27488"/>
                    </a:cubicBezTo>
                    <a:lnTo>
                      <a:pt x="5271" y="27888"/>
                    </a:lnTo>
                    <a:cubicBezTo>
                      <a:pt x="5271" y="27921"/>
                      <a:pt x="5337" y="27921"/>
                      <a:pt x="5337" y="27921"/>
                    </a:cubicBezTo>
                    <a:cubicBezTo>
                      <a:pt x="5337" y="27921"/>
                      <a:pt x="5371" y="27888"/>
                      <a:pt x="5371" y="27888"/>
                    </a:cubicBezTo>
                    <a:cubicBezTo>
                      <a:pt x="5304" y="27121"/>
                      <a:pt x="5204" y="26387"/>
                      <a:pt x="5137" y="25620"/>
                    </a:cubicBezTo>
                    <a:cubicBezTo>
                      <a:pt x="4937" y="23285"/>
                      <a:pt x="4870" y="20950"/>
                      <a:pt x="5037" y="18581"/>
                    </a:cubicBezTo>
                    <a:cubicBezTo>
                      <a:pt x="5237" y="16013"/>
                      <a:pt x="5504" y="13511"/>
                      <a:pt x="5671" y="10876"/>
                    </a:cubicBezTo>
                    <a:cubicBezTo>
                      <a:pt x="5804" y="8207"/>
                      <a:pt x="6038" y="5372"/>
                      <a:pt x="5404" y="2803"/>
                    </a:cubicBezTo>
                    <a:cubicBezTo>
                      <a:pt x="5204" y="1969"/>
                      <a:pt x="4737" y="35"/>
                      <a:pt x="3603" y="1"/>
                    </a:cubicBezTo>
                    <a:cubicBezTo>
                      <a:pt x="3588" y="1"/>
                      <a:pt x="3573" y="0"/>
                      <a:pt x="355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19;p24">
                <a:extLst>
                  <a:ext uri="{FF2B5EF4-FFF2-40B4-BE49-F238E27FC236}">
                    <a16:creationId xmlns:a16="http://schemas.microsoft.com/office/drawing/2014/main" id="{7C48D613-3317-4028-F914-E0B90459DFF1}"/>
                  </a:ext>
                </a:extLst>
              </p:cNvPr>
              <p:cNvSpPr/>
              <p:nvPr/>
            </p:nvSpPr>
            <p:spPr>
              <a:xfrm>
                <a:off x="7412924" y="2481581"/>
                <a:ext cx="94889" cy="627178"/>
              </a:xfrm>
              <a:custGeom>
                <a:avLst/>
                <a:gdLst/>
                <a:ahLst/>
                <a:cxnLst/>
                <a:rect l="l" t="t" r="r" b="b"/>
                <a:pathLst>
                  <a:path w="3637" h="24039" extrusionOk="0">
                    <a:moveTo>
                      <a:pt x="1928" y="417"/>
                    </a:moveTo>
                    <a:cubicBezTo>
                      <a:pt x="1941" y="417"/>
                      <a:pt x="1955" y="419"/>
                      <a:pt x="1969" y="422"/>
                    </a:cubicBezTo>
                    <a:cubicBezTo>
                      <a:pt x="2402" y="522"/>
                      <a:pt x="2236" y="2623"/>
                      <a:pt x="2236" y="2890"/>
                    </a:cubicBezTo>
                    <a:cubicBezTo>
                      <a:pt x="2236" y="3858"/>
                      <a:pt x="2236" y="4825"/>
                      <a:pt x="2169" y="5792"/>
                    </a:cubicBezTo>
                    <a:cubicBezTo>
                      <a:pt x="2136" y="7727"/>
                      <a:pt x="2036" y="9662"/>
                      <a:pt x="2136" y="11597"/>
                    </a:cubicBezTo>
                    <a:cubicBezTo>
                      <a:pt x="2269" y="13932"/>
                      <a:pt x="2536" y="16267"/>
                      <a:pt x="2803" y="18602"/>
                    </a:cubicBezTo>
                    <a:cubicBezTo>
                      <a:pt x="2402" y="16934"/>
                      <a:pt x="1935" y="15333"/>
                      <a:pt x="1335" y="13731"/>
                    </a:cubicBezTo>
                    <a:cubicBezTo>
                      <a:pt x="635" y="11830"/>
                      <a:pt x="134" y="10029"/>
                      <a:pt x="301" y="7994"/>
                    </a:cubicBezTo>
                    <a:cubicBezTo>
                      <a:pt x="501" y="6059"/>
                      <a:pt x="801" y="4124"/>
                      <a:pt x="1202" y="2223"/>
                    </a:cubicBezTo>
                    <a:cubicBezTo>
                      <a:pt x="1266" y="1836"/>
                      <a:pt x="1518" y="417"/>
                      <a:pt x="1928" y="417"/>
                    </a:cubicBezTo>
                    <a:close/>
                    <a:moveTo>
                      <a:pt x="2025" y="1"/>
                    </a:moveTo>
                    <a:cubicBezTo>
                      <a:pt x="1960" y="1"/>
                      <a:pt x="1886" y="18"/>
                      <a:pt x="1802" y="55"/>
                    </a:cubicBezTo>
                    <a:cubicBezTo>
                      <a:pt x="935" y="489"/>
                      <a:pt x="1" y="6059"/>
                      <a:pt x="1" y="8761"/>
                    </a:cubicBezTo>
                    <a:cubicBezTo>
                      <a:pt x="34" y="10196"/>
                      <a:pt x="301" y="11597"/>
                      <a:pt x="801" y="12964"/>
                    </a:cubicBezTo>
                    <a:cubicBezTo>
                      <a:pt x="1769" y="15699"/>
                      <a:pt x="2569" y="18535"/>
                      <a:pt x="3136" y="21404"/>
                    </a:cubicBezTo>
                    <a:cubicBezTo>
                      <a:pt x="3170" y="21637"/>
                      <a:pt x="3203" y="21904"/>
                      <a:pt x="3236" y="22137"/>
                    </a:cubicBezTo>
                    <a:cubicBezTo>
                      <a:pt x="3303" y="22604"/>
                      <a:pt x="3370" y="23105"/>
                      <a:pt x="3470" y="23572"/>
                    </a:cubicBezTo>
                    <a:cubicBezTo>
                      <a:pt x="3437" y="23305"/>
                      <a:pt x="3403" y="23005"/>
                      <a:pt x="3403" y="22738"/>
                    </a:cubicBezTo>
                    <a:lnTo>
                      <a:pt x="3403" y="22738"/>
                    </a:lnTo>
                    <a:cubicBezTo>
                      <a:pt x="3470" y="23171"/>
                      <a:pt x="3537" y="23605"/>
                      <a:pt x="3603" y="24039"/>
                    </a:cubicBezTo>
                    <a:cubicBezTo>
                      <a:pt x="3637" y="24039"/>
                      <a:pt x="3637" y="24005"/>
                      <a:pt x="3637" y="23972"/>
                    </a:cubicBezTo>
                    <a:cubicBezTo>
                      <a:pt x="3570" y="23205"/>
                      <a:pt x="3470" y="22471"/>
                      <a:pt x="3437" y="21704"/>
                    </a:cubicBezTo>
                    <a:cubicBezTo>
                      <a:pt x="3336" y="21170"/>
                      <a:pt x="3236" y="20636"/>
                      <a:pt x="3136" y="20103"/>
                    </a:cubicBezTo>
                    <a:cubicBezTo>
                      <a:pt x="2936" y="17668"/>
                      <a:pt x="2703" y="15266"/>
                      <a:pt x="2503" y="12831"/>
                    </a:cubicBezTo>
                    <a:cubicBezTo>
                      <a:pt x="2202" y="9228"/>
                      <a:pt x="2603" y="5626"/>
                      <a:pt x="2503" y="2023"/>
                    </a:cubicBezTo>
                    <a:cubicBezTo>
                      <a:pt x="2503" y="1630"/>
                      <a:pt x="2667" y="1"/>
                      <a:pt x="20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20;p24">
                <a:extLst>
                  <a:ext uri="{FF2B5EF4-FFF2-40B4-BE49-F238E27FC236}">
                    <a16:creationId xmlns:a16="http://schemas.microsoft.com/office/drawing/2014/main" id="{D636F710-671E-9885-C968-61ECB7581315}"/>
                  </a:ext>
                </a:extLst>
              </p:cNvPr>
              <p:cNvSpPr/>
              <p:nvPr/>
            </p:nvSpPr>
            <p:spPr>
              <a:xfrm>
                <a:off x="5432218" y="620650"/>
                <a:ext cx="2213189" cy="4165242"/>
              </a:xfrm>
              <a:custGeom>
                <a:avLst/>
                <a:gdLst/>
                <a:ahLst/>
                <a:cxnLst/>
                <a:rect l="l" t="t" r="r" b="b"/>
                <a:pathLst>
                  <a:path w="84829" h="159649" extrusionOk="0">
                    <a:moveTo>
                      <a:pt x="73954" y="4604"/>
                    </a:moveTo>
                    <a:cubicBezTo>
                      <a:pt x="77490" y="4604"/>
                      <a:pt x="80325" y="5638"/>
                      <a:pt x="80325" y="12776"/>
                    </a:cubicBezTo>
                    <a:lnTo>
                      <a:pt x="80325" y="147873"/>
                    </a:lnTo>
                    <a:cubicBezTo>
                      <a:pt x="80325" y="151709"/>
                      <a:pt x="77456" y="154811"/>
                      <a:pt x="73954" y="154811"/>
                    </a:cubicBezTo>
                    <a:lnTo>
                      <a:pt x="10875" y="154811"/>
                    </a:lnTo>
                    <a:cubicBezTo>
                      <a:pt x="7339" y="154811"/>
                      <a:pt x="4471" y="151709"/>
                      <a:pt x="4471" y="147873"/>
                    </a:cubicBezTo>
                    <a:lnTo>
                      <a:pt x="4471" y="12776"/>
                    </a:lnTo>
                    <a:cubicBezTo>
                      <a:pt x="4471" y="4971"/>
                      <a:pt x="7339" y="4604"/>
                      <a:pt x="10875" y="4604"/>
                    </a:cubicBezTo>
                    <a:lnTo>
                      <a:pt x="23518" y="4604"/>
                    </a:lnTo>
                    <a:cubicBezTo>
                      <a:pt x="24252" y="4604"/>
                      <a:pt x="24852" y="5438"/>
                      <a:pt x="24852" y="6472"/>
                    </a:cubicBezTo>
                    <a:lnTo>
                      <a:pt x="24852" y="6905"/>
                    </a:lnTo>
                    <a:cubicBezTo>
                      <a:pt x="24852" y="9341"/>
                      <a:pt x="26186" y="9341"/>
                      <a:pt x="27821" y="9341"/>
                    </a:cubicBezTo>
                    <a:lnTo>
                      <a:pt x="57008" y="9341"/>
                    </a:lnTo>
                    <a:cubicBezTo>
                      <a:pt x="58676" y="9341"/>
                      <a:pt x="59977" y="9341"/>
                      <a:pt x="59977" y="6905"/>
                    </a:cubicBezTo>
                    <a:lnTo>
                      <a:pt x="59977" y="6472"/>
                    </a:lnTo>
                    <a:cubicBezTo>
                      <a:pt x="59977" y="5438"/>
                      <a:pt x="60577" y="4604"/>
                      <a:pt x="61311" y="4604"/>
                    </a:cubicBezTo>
                    <a:close/>
                    <a:moveTo>
                      <a:pt x="7173" y="0"/>
                    </a:moveTo>
                    <a:cubicBezTo>
                      <a:pt x="3203" y="34"/>
                      <a:pt x="1" y="3303"/>
                      <a:pt x="68" y="7272"/>
                    </a:cubicBezTo>
                    <a:lnTo>
                      <a:pt x="68" y="152376"/>
                    </a:lnTo>
                    <a:cubicBezTo>
                      <a:pt x="1" y="156346"/>
                      <a:pt x="3203" y="159581"/>
                      <a:pt x="7173" y="159648"/>
                    </a:cubicBezTo>
                    <a:lnTo>
                      <a:pt x="77656" y="159648"/>
                    </a:lnTo>
                    <a:cubicBezTo>
                      <a:pt x="81626" y="159581"/>
                      <a:pt x="84828" y="156346"/>
                      <a:pt x="84795" y="152376"/>
                    </a:cubicBezTo>
                    <a:lnTo>
                      <a:pt x="84795" y="7272"/>
                    </a:lnTo>
                    <a:cubicBezTo>
                      <a:pt x="84828" y="3303"/>
                      <a:pt x="81626" y="34"/>
                      <a:pt x="7765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21;p24">
                <a:extLst>
                  <a:ext uri="{FF2B5EF4-FFF2-40B4-BE49-F238E27FC236}">
                    <a16:creationId xmlns:a16="http://schemas.microsoft.com/office/drawing/2014/main" id="{FE75C40E-726B-67A0-F9C0-890543436021}"/>
                  </a:ext>
                </a:extLst>
              </p:cNvPr>
              <p:cNvSpPr/>
              <p:nvPr/>
            </p:nvSpPr>
            <p:spPr>
              <a:xfrm>
                <a:off x="5548836" y="740738"/>
                <a:ext cx="1979057" cy="3918953"/>
              </a:xfrm>
              <a:custGeom>
                <a:avLst/>
                <a:gdLst/>
                <a:ahLst/>
                <a:cxnLst/>
                <a:rect l="l" t="t" r="r" b="b"/>
                <a:pathLst>
                  <a:path w="75855" h="150209" extrusionOk="0">
                    <a:moveTo>
                      <a:pt x="6405" y="1"/>
                    </a:moveTo>
                    <a:cubicBezTo>
                      <a:pt x="2869" y="1"/>
                      <a:pt x="1" y="1735"/>
                      <a:pt x="1" y="9508"/>
                    </a:cubicBezTo>
                    <a:lnTo>
                      <a:pt x="1" y="143270"/>
                    </a:lnTo>
                    <a:cubicBezTo>
                      <a:pt x="1" y="147106"/>
                      <a:pt x="2869" y="150208"/>
                      <a:pt x="6405" y="150208"/>
                    </a:cubicBezTo>
                    <a:lnTo>
                      <a:pt x="69484" y="150208"/>
                    </a:lnTo>
                    <a:cubicBezTo>
                      <a:pt x="72986" y="150208"/>
                      <a:pt x="75855" y="147106"/>
                      <a:pt x="75855" y="143270"/>
                    </a:cubicBezTo>
                    <a:lnTo>
                      <a:pt x="75855" y="9508"/>
                    </a:lnTo>
                    <a:cubicBezTo>
                      <a:pt x="75855" y="2369"/>
                      <a:pt x="72986" y="34"/>
                      <a:pt x="69484" y="1"/>
                    </a:cubicBezTo>
                    <a:lnTo>
                      <a:pt x="56841" y="1"/>
                    </a:lnTo>
                    <a:cubicBezTo>
                      <a:pt x="56107" y="1"/>
                      <a:pt x="55507" y="835"/>
                      <a:pt x="55507" y="1869"/>
                    </a:cubicBezTo>
                    <a:lnTo>
                      <a:pt x="55507" y="2302"/>
                    </a:lnTo>
                    <a:cubicBezTo>
                      <a:pt x="55507" y="4738"/>
                      <a:pt x="54206" y="4738"/>
                      <a:pt x="52538" y="4738"/>
                    </a:cubicBezTo>
                    <a:lnTo>
                      <a:pt x="23351" y="4738"/>
                    </a:lnTo>
                    <a:cubicBezTo>
                      <a:pt x="21716" y="4738"/>
                      <a:pt x="20382" y="4738"/>
                      <a:pt x="20382" y="2302"/>
                    </a:cubicBezTo>
                    <a:lnTo>
                      <a:pt x="20382" y="1869"/>
                    </a:lnTo>
                    <a:cubicBezTo>
                      <a:pt x="20382" y="835"/>
                      <a:pt x="19782" y="1"/>
                      <a:pt x="190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22;p24">
                <a:extLst>
                  <a:ext uri="{FF2B5EF4-FFF2-40B4-BE49-F238E27FC236}">
                    <a16:creationId xmlns:a16="http://schemas.microsoft.com/office/drawing/2014/main" id="{02FD0222-6366-5920-CCB8-61C9A2AD9BA7}"/>
                  </a:ext>
                </a:extLst>
              </p:cNvPr>
              <p:cNvSpPr/>
              <p:nvPr/>
            </p:nvSpPr>
            <p:spPr>
              <a:xfrm>
                <a:off x="5548836" y="4255714"/>
                <a:ext cx="1979057" cy="403847"/>
              </a:xfrm>
              <a:custGeom>
                <a:avLst/>
                <a:gdLst/>
                <a:ahLst/>
                <a:cxnLst/>
                <a:rect l="l" t="t" r="r" b="b"/>
                <a:pathLst>
                  <a:path w="75855" h="15479" extrusionOk="0">
                    <a:moveTo>
                      <a:pt x="1" y="1"/>
                    </a:moveTo>
                    <a:lnTo>
                      <a:pt x="1" y="8540"/>
                    </a:lnTo>
                    <a:cubicBezTo>
                      <a:pt x="1" y="12376"/>
                      <a:pt x="2869" y="15478"/>
                      <a:pt x="6405" y="15478"/>
                    </a:cubicBezTo>
                    <a:lnTo>
                      <a:pt x="69484" y="15478"/>
                    </a:lnTo>
                    <a:cubicBezTo>
                      <a:pt x="72986" y="15478"/>
                      <a:pt x="75855" y="12376"/>
                      <a:pt x="75855" y="8540"/>
                    </a:cubicBezTo>
                    <a:lnTo>
                      <a:pt x="75855" y="1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23;p24">
                <a:extLst>
                  <a:ext uri="{FF2B5EF4-FFF2-40B4-BE49-F238E27FC236}">
                    <a16:creationId xmlns:a16="http://schemas.microsoft.com/office/drawing/2014/main" id="{BF855273-98D3-33A2-4455-A9CE49BBF76B}"/>
                  </a:ext>
                </a:extLst>
              </p:cNvPr>
              <p:cNvSpPr/>
              <p:nvPr/>
            </p:nvSpPr>
            <p:spPr>
              <a:xfrm>
                <a:off x="6421697" y="759887"/>
                <a:ext cx="233271" cy="26142"/>
              </a:xfrm>
              <a:custGeom>
                <a:avLst/>
                <a:gdLst/>
                <a:ahLst/>
                <a:cxnLst/>
                <a:rect l="l" t="t" r="r" b="b"/>
                <a:pathLst>
                  <a:path w="8941" h="1002" extrusionOk="0">
                    <a:moveTo>
                      <a:pt x="501" y="1"/>
                    </a:moveTo>
                    <a:cubicBezTo>
                      <a:pt x="234" y="1"/>
                      <a:pt x="1" y="234"/>
                      <a:pt x="1" y="501"/>
                    </a:cubicBezTo>
                    <a:cubicBezTo>
                      <a:pt x="1" y="768"/>
                      <a:pt x="234" y="1001"/>
                      <a:pt x="501" y="1001"/>
                    </a:cubicBezTo>
                    <a:lnTo>
                      <a:pt x="8474" y="1001"/>
                    </a:lnTo>
                    <a:cubicBezTo>
                      <a:pt x="8741" y="968"/>
                      <a:pt x="8941" y="768"/>
                      <a:pt x="8941" y="501"/>
                    </a:cubicBezTo>
                    <a:cubicBezTo>
                      <a:pt x="8941" y="234"/>
                      <a:pt x="8741" y="1"/>
                      <a:pt x="84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24;p24">
                <a:extLst>
                  <a:ext uri="{FF2B5EF4-FFF2-40B4-BE49-F238E27FC236}">
                    <a16:creationId xmlns:a16="http://schemas.microsoft.com/office/drawing/2014/main" id="{C71B9AAF-972B-3CF2-2677-3452ED8E468B}"/>
                  </a:ext>
                </a:extLst>
              </p:cNvPr>
              <p:cNvSpPr/>
              <p:nvPr/>
            </p:nvSpPr>
            <p:spPr>
              <a:xfrm>
                <a:off x="5930023" y="1144674"/>
                <a:ext cx="1549120" cy="1879289"/>
              </a:xfrm>
              <a:custGeom>
                <a:avLst/>
                <a:gdLst/>
                <a:ahLst/>
                <a:cxnLst/>
                <a:rect l="l" t="t" r="r" b="b"/>
                <a:pathLst>
                  <a:path w="59376" h="72031" extrusionOk="0">
                    <a:moveTo>
                      <a:pt x="27499" y="0"/>
                    </a:moveTo>
                    <a:cubicBezTo>
                      <a:pt x="25758" y="0"/>
                      <a:pt x="23854" y="309"/>
                      <a:pt x="21782" y="1030"/>
                    </a:cubicBezTo>
                    <a:cubicBezTo>
                      <a:pt x="17679" y="2431"/>
                      <a:pt x="14978" y="6267"/>
                      <a:pt x="13410" y="10236"/>
                    </a:cubicBezTo>
                    <a:cubicBezTo>
                      <a:pt x="11575" y="14873"/>
                      <a:pt x="13143" y="20910"/>
                      <a:pt x="10841" y="25380"/>
                    </a:cubicBezTo>
                    <a:cubicBezTo>
                      <a:pt x="8873" y="29216"/>
                      <a:pt x="5871" y="29917"/>
                      <a:pt x="4003" y="33920"/>
                    </a:cubicBezTo>
                    <a:cubicBezTo>
                      <a:pt x="3202" y="35654"/>
                      <a:pt x="2836" y="37656"/>
                      <a:pt x="4770" y="41659"/>
                    </a:cubicBezTo>
                    <a:cubicBezTo>
                      <a:pt x="5471" y="43126"/>
                      <a:pt x="6238" y="45328"/>
                      <a:pt x="5671" y="47096"/>
                    </a:cubicBezTo>
                    <a:cubicBezTo>
                      <a:pt x="4904" y="49531"/>
                      <a:pt x="2102" y="50698"/>
                      <a:pt x="1234" y="53267"/>
                    </a:cubicBezTo>
                    <a:cubicBezTo>
                      <a:pt x="0" y="56769"/>
                      <a:pt x="1401" y="60506"/>
                      <a:pt x="3736" y="63241"/>
                    </a:cubicBezTo>
                    <a:cubicBezTo>
                      <a:pt x="9040" y="69445"/>
                      <a:pt x="17946" y="71680"/>
                      <a:pt x="25752" y="71980"/>
                    </a:cubicBezTo>
                    <a:cubicBezTo>
                      <a:pt x="26608" y="72013"/>
                      <a:pt x="27477" y="72030"/>
                      <a:pt x="28354" y="72030"/>
                    </a:cubicBezTo>
                    <a:cubicBezTo>
                      <a:pt x="35572" y="72030"/>
                      <a:pt x="43363" y="70861"/>
                      <a:pt x="49669" y="67410"/>
                    </a:cubicBezTo>
                    <a:cubicBezTo>
                      <a:pt x="52771" y="65743"/>
                      <a:pt x="55607" y="63308"/>
                      <a:pt x="57341" y="60205"/>
                    </a:cubicBezTo>
                    <a:cubicBezTo>
                      <a:pt x="59209" y="56870"/>
                      <a:pt x="59376" y="53434"/>
                      <a:pt x="57174" y="50398"/>
                    </a:cubicBezTo>
                    <a:cubicBezTo>
                      <a:pt x="55406" y="47963"/>
                      <a:pt x="51637" y="46295"/>
                      <a:pt x="51537" y="44027"/>
                    </a:cubicBezTo>
                    <a:cubicBezTo>
                      <a:pt x="51470" y="41759"/>
                      <a:pt x="53272" y="39924"/>
                      <a:pt x="53739" y="37723"/>
                    </a:cubicBezTo>
                    <a:cubicBezTo>
                      <a:pt x="54506" y="33987"/>
                      <a:pt x="52438" y="31218"/>
                      <a:pt x="49769" y="28883"/>
                    </a:cubicBezTo>
                    <a:cubicBezTo>
                      <a:pt x="43498" y="23312"/>
                      <a:pt x="44966" y="15673"/>
                      <a:pt x="41029" y="8635"/>
                    </a:cubicBezTo>
                    <a:cubicBezTo>
                      <a:pt x="39199" y="5404"/>
                      <a:pt x="34782" y="0"/>
                      <a:pt x="274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5;p24">
                <a:extLst>
                  <a:ext uri="{FF2B5EF4-FFF2-40B4-BE49-F238E27FC236}">
                    <a16:creationId xmlns:a16="http://schemas.microsoft.com/office/drawing/2014/main" id="{353A9474-FE6B-8890-AB3A-CEEF43F6EDD1}"/>
                  </a:ext>
                </a:extLst>
              </p:cNvPr>
              <p:cNvSpPr/>
              <p:nvPr/>
            </p:nvSpPr>
            <p:spPr>
              <a:xfrm>
                <a:off x="7059600" y="1607076"/>
                <a:ext cx="442147" cy="1142298"/>
              </a:xfrm>
              <a:custGeom>
                <a:avLst/>
                <a:gdLst/>
                <a:ahLst/>
                <a:cxnLst/>
                <a:rect l="l" t="t" r="r" b="b"/>
                <a:pathLst>
                  <a:path w="16947" h="43783" extrusionOk="0">
                    <a:moveTo>
                      <a:pt x="51" y="1"/>
                    </a:moveTo>
                    <a:cubicBezTo>
                      <a:pt x="26" y="1"/>
                      <a:pt x="1" y="18"/>
                      <a:pt x="1" y="51"/>
                    </a:cubicBezTo>
                    <a:cubicBezTo>
                      <a:pt x="334" y="4087"/>
                      <a:pt x="1035" y="7189"/>
                      <a:pt x="4270" y="9858"/>
                    </a:cubicBezTo>
                    <a:cubicBezTo>
                      <a:pt x="8540" y="13327"/>
                      <a:pt x="12576" y="17163"/>
                      <a:pt x="9874" y="23101"/>
                    </a:cubicBezTo>
                    <a:cubicBezTo>
                      <a:pt x="8607" y="25803"/>
                      <a:pt x="6505" y="28338"/>
                      <a:pt x="9041" y="31006"/>
                    </a:cubicBezTo>
                    <a:cubicBezTo>
                      <a:pt x="10575" y="32641"/>
                      <a:pt x="12843" y="33341"/>
                      <a:pt x="14378" y="34976"/>
                    </a:cubicBezTo>
                    <a:cubicBezTo>
                      <a:pt x="16813" y="37578"/>
                      <a:pt x="15345" y="42782"/>
                      <a:pt x="11642" y="43482"/>
                    </a:cubicBezTo>
                    <a:cubicBezTo>
                      <a:pt x="11509" y="43549"/>
                      <a:pt x="11576" y="43749"/>
                      <a:pt x="11709" y="43782"/>
                    </a:cubicBezTo>
                    <a:cubicBezTo>
                      <a:pt x="14578" y="43382"/>
                      <a:pt x="16946" y="39513"/>
                      <a:pt x="16012" y="36710"/>
                    </a:cubicBezTo>
                    <a:cubicBezTo>
                      <a:pt x="15378" y="34876"/>
                      <a:pt x="13677" y="33775"/>
                      <a:pt x="12143" y="32774"/>
                    </a:cubicBezTo>
                    <a:cubicBezTo>
                      <a:pt x="10141" y="31473"/>
                      <a:pt x="8040" y="30072"/>
                      <a:pt x="8473" y="27304"/>
                    </a:cubicBezTo>
                    <a:cubicBezTo>
                      <a:pt x="8674" y="26103"/>
                      <a:pt x="9674" y="24835"/>
                      <a:pt x="10208" y="23768"/>
                    </a:cubicBezTo>
                    <a:cubicBezTo>
                      <a:pt x="12009" y="19932"/>
                      <a:pt x="11576" y="16396"/>
                      <a:pt x="8774" y="13194"/>
                    </a:cubicBezTo>
                    <a:cubicBezTo>
                      <a:pt x="7106" y="11259"/>
                      <a:pt x="4838" y="10025"/>
                      <a:pt x="3103" y="8190"/>
                    </a:cubicBezTo>
                    <a:cubicBezTo>
                      <a:pt x="968" y="5922"/>
                      <a:pt x="468" y="2986"/>
                      <a:pt x="101" y="51"/>
                    </a:cubicBezTo>
                    <a:cubicBezTo>
                      <a:pt x="101" y="18"/>
                      <a:pt x="76" y="1"/>
                      <a:pt x="5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26;p24">
                <a:extLst>
                  <a:ext uri="{FF2B5EF4-FFF2-40B4-BE49-F238E27FC236}">
                    <a16:creationId xmlns:a16="http://schemas.microsoft.com/office/drawing/2014/main" id="{E6194648-4AFA-53C4-267E-C8B622A57B88}"/>
                  </a:ext>
                </a:extLst>
              </p:cNvPr>
              <p:cNvSpPr/>
              <p:nvPr/>
            </p:nvSpPr>
            <p:spPr>
              <a:xfrm>
                <a:off x="7048669" y="1500633"/>
                <a:ext cx="466124" cy="1327590"/>
              </a:xfrm>
              <a:custGeom>
                <a:avLst/>
                <a:gdLst/>
                <a:ahLst/>
                <a:cxnLst/>
                <a:rect l="l" t="t" r="r" b="b"/>
                <a:pathLst>
                  <a:path w="17866" h="50885" extrusionOk="0">
                    <a:moveTo>
                      <a:pt x="92" y="1"/>
                    </a:moveTo>
                    <a:cubicBezTo>
                      <a:pt x="48" y="1"/>
                      <a:pt x="0" y="37"/>
                      <a:pt x="19" y="95"/>
                    </a:cubicBezTo>
                    <a:cubicBezTo>
                      <a:pt x="1154" y="4798"/>
                      <a:pt x="2188" y="9568"/>
                      <a:pt x="5090" y="13604"/>
                    </a:cubicBezTo>
                    <a:cubicBezTo>
                      <a:pt x="7892" y="17541"/>
                      <a:pt x="13362" y="20676"/>
                      <a:pt x="12862" y="26180"/>
                    </a:cubicBezTo>
                    <a:cubicBezTo>
                      <a:pt x="12662" y="28482"/>
                      <a:pt x="11027" y="30483"/>
                      <a:pt x="11027" y="32785"/>
                    </a:cubicBezTo>
                    <a:cubicBezTo>
                      <a:pt x="11027" y="34353"/>
                      <a:pt x="11895" y="35420"/>
                      <a:pt x="12929" y="36487"/>
                    </a:cubicBezTo>
                    <a:cubicBezTo>
                      <a:pt x="15297" y="38956"/>
                      <a:pt x="17866" y="41591"/>
                      <a:pt x="15998" y="45260"/>
                    </a:cubicBezTo>
                    <a:cubicBezTo>
                      <a:pt x="14697" y="47729"/>
                      <a:pt x="12262" y="49063"/>
                      <a:pt x="10027" y="50531"/>
                    </a:cubicBezTo>
                    <a:cubicBezTo>
                      <a:pt x="9854" y="50646"/>
                      <a:pt x="9979" y="50884"/>
                      <a:pt x="10145" y="50884"/>
                    </a:cubicBezTo>
                    <a:cubicBezTo>
                      <a:pt x="10171" y="50884"/>
                      <a:pt x="10199" y="50878"/>
                      <a:pt x="10227" y="50864"/>
                    </a:cubicBezTo>
                    <a:cubicBezTo>
                      <a:pt x="13562" y="49096"/>
                      <a:pt x="17765" y="46061"/>
                      <a:pt x="17098" y="41724"/>
                    </a:cubicBezTo>
                    <a:cubicBezTo>
                      <a:pt x="16765" y="39490"/>
                      <a:pt x="15030" y="37955"/>
                      <a:pt x="13529" y="36387"/>
                    </a:cubicBezTo>
                    <a:cubicBezTo>
                      <a:pt x="11995" y="34786"/>
                      <a:pt x="11328" y="33318"/>
                      <a:pt x="11861" y="31017"/>
                    </a:cubicBezTo>
                    <a:cubicBezTo>
                      <a:pt x="12161" y="29849"/>
                      <a:pt x="12795" y="28782"/>
                      <a:pt x="13095" y="27614"/>
                    </a:cubicBezTo>
                    <a:cubicBezTo>
                      <a:pt x="14330" y="22844"/>
                      <a:pt x="11061" y="19409"/>
                      <a:pt x="7992" y="16240"/>
                    </a:cubicBezTo>
                    <a:cubicBezTo>
                      <a:pt x="3622" y="11703"/>
                      <a:pt x="1687" y="6066"/>
                      <a:pt x="153" y="61"/>
                    </a:cubicBezTo>
                    <a:cubicBezTo>
                      <a:pt x="153" y="19"/>
                      <a:pt x="124" y="1"/>
                      <a:pt x="9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27;p24">
                <a:extLst>
                  <a:ext uri="{FF2B5EF4-FFF2-40B4-BE49-F238E27FC236}">
                    <a16:creationId xmlns:a16="http://schemas.microsoft.com/office/drawing/2014/main" id="{B49DD9E6-1325-FD03-FE8D-3FFA32F46601}"/>
                  </a:ext>
                </a:extLst>
              </p:cNvPr>
              <p:cNvSpPr/>
              <p:nvPr/>
            </p:nvSpPr>
            <p:spPr>
              <a:xfrm>
                <a:off x="5833415" y="1553124"/>
                <a:ext cx="475203" cy="1334660"/>
              </a:xfrm>
              <a:custGeom>
                <a:avLst/>
                <a:gdLst/>
                <a:ahLst/>
                <a:cxnLst/>
                <a:rect l="l" t="t" r="r" b="b"/>
                <a:pathLst>
                  <a:path w="18214" h="51156" extrusionOk="0">
                    <a:moveTo>
                      <a:pt x="18164" y="1"/>
                    </a:moveTo>
                    <a:cubicBezTo>
                      <a:pt x="18138" y="1"/>
                      <a:pt x="18113" y="17"/>
                      <a:pt x="18113" y="51"/>
                    </a:cubicBezTo>
                    <a:cubicBezTo>
                      <a:pt x="17413" y="3153"/>
                      <a:pt x="16779" y="6355"/>
                      <a:pt x="15145" y="9124"/>
                    </a:cubicBezTo>
                    <a:cubicBezTo>
                      <a:pt x="13677" y="11692"/>
                      <a:pt x="11342" y="13327"/>
                      <a:pt x="9240" y="15295"/>
                    </a:cubicBezTo>
                    <a:cubicBezTo>
                      <a:pt x="7606" y="16863"/>
                      <a:pt x="6205" y="18697"/>
                      <a:pt x="5871" y="20999"/>
                    </a:cubicBezTo>
                    <a:cubicBezTo>
                      <a:pt x="5471" y="23801"/>
                      <a:pt x="6939" y="25803"/>
                      <a:pt x="7573" y="28371"/>
                    </a:cubicBezTo>
                    <a:cubicBezTo>
                      <a:pt x="8507" y="32140"/>
                      <a:pt x="5605" y="33541"/>
                      <a:pt x="3870" y="36277"/>
                    </a:cubicBezTo>
                    <a:cubicBezTo>
                      <a:pt x="2769" y="38011"/>
                      <a:pt x="2469" y="40146"/>
                      <a:pt x="3036" y="42114"/>
                    </a:cubicBezTo>
                    <a:cubicBezTo>
                      <a:pt x="4270" y="46651"/>
                      <a:pt x="9307" y="50620"/>
                      <a:pt x="13944" y="51154"/>
                    </a:cubicBezTo>
                    <a:cubicBezTo>
                      <a:pt x="13955" y="51155"/>
                      <a:pt x="13966" y="51156"/>
                      <a:pt x="13976" y="51156"/>
                    </a:cubicBezTo>
                    <a:cubicBezTo>
                      <a:pt x="14244" y="51156"/>
                      <a:pt x="14234" y="50752"/>
                      <a:pt x="13977" y="50720"/>
                    </a:cubicBezTo>
                    <a:cubicBezTo>
                      <a:pt x="7773" y="49853"/>
                      <a:pt x="1" y="42348"/>
                      <a:pt x="4570" y="36010"/>
                    </a:cubicBezTo>
                    <a:cubicBezTo>
                      <a:pt x="5671" y="34509"/>
                      <a:pt x="7239" y="33375"/>
                      <a:pt x="7940" y="31607"/>
                    </a:cubicBezTo>
                    <a:cubicBezTo>
                      <a:pt x="8640" y="29872"/>
                      <a:pt x="8073" y="28171"/>
                      <a:pt x="7406" y="26503"/>
                    </a:cubicBezTo>
                    <a:cubicBezTo>
                      <a:pt x="6005" y="22867"/>
                      <a:pt x="5838" y="19598"/>
                      <a:pt x="8640" y="16529"/>
                    </a:cubicBezTo>
                    <a:cubicBezTo>
                      <a:pt x="10174" y="14828"/>
                      <a:pt x="12109" y="13527"/>
                      <a:pt x="13677" y="11826"/>
                    </a:cubicBezTo>
                    <a:cubicBezTo>
                      <a:pt x="16679" y="8590"/>
                      <a:pt x="17546" y="4254"/>
                      <a:pt x="18214" y="51"/>
                    </a:cubicBezTo>
                    <a:cubicBezTo>
                      <a:pt x="18214" y="17"/>
                      <a:pt x="18189" y="1"/>
                      <a:pt x="1816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28;p24">
                <a:extLst>
                  <a:ext uri="{FF2B5EF4-FFF2-40B4-BE49-F238E27FC236}">
                    <a16:creationId xmlns:a16="http://schemas.microsoft.com/office/drawing/2014/main" id="{F4F05E6C-7D6E-20EC-FBD0-D968A201C116}"/>
                  </a:ext>
                </a:extLst>
              </p:cNvPr>
              <p:cNvSpPr/>
              <p:nvPr/>
            </p:nvSpPr>
            <p:spPr>
              <a:xfrm>
                <a:off x="5941320" y="1519182"/>
                <a:ext cx="432572" cy="1430358"/>
              </a:xfrm>
              <a:custGeom>
                <a:avLst/>
                <a:gdLst/>
                <a:ahLst/>
                <a:cxnLst/>
                <a:rect l="l" t="t" r="r" b="b"/>
                <a:pathLst>
                  <a:path w="16580" h="54824" extrusionOk="0">
                    <a:moveTo>
                      <a:pt x="12280" y="1"/>
                    </a:moveTo>
                    <a:cubicBezTo>
                      <a:pt x="12260" y="1"/>
                      <a:pt x="12243" y="17"/>
                      <a:pt x="12243" y="51"/>
                    </a:cubicBezTo>
                    <a:cubicBezTo>
                      <a:pt x="12543" y="3520"/>
                      <a:pt x="11876" y="7022"/>
                      <a:pt x="10208" y="10125"/>
                    </a:cubicBezTo>
                    <a:cubicBezTo>
                      <a:pt x="8674" y="13027"/>
                      <a:pt x="6105" y="14895"/>
                      <a:pt x="4170" y="17430"/>
                    </a:cubicBezTo>
                    <a:cubicBezTo>
                      <a:pt x="2669" y="19331"/>
                      <a:pt x="1769" y="21466"/>
                      <a:pt x="2069" y="23968"/>
                    </a:cubicBezTo>
                    <a:cubicBezTo>
                      <a:pt x="2503" y="27537"/>
                      <a:pt x="4771" y="30806"/>
                      <a:pt x="2870" y="34275"/>
                    </a:cubicBezTo>
                    <a:cubicBezTo>
                      <a:pt x="1635" y="36477"/>
                      <a:pt x="1" y="38078"/>
                      <a:pt x="68" y="40847"/>
                    </a:cubicBezTo>
                    <a:cubicBezTo>
                      <a:pt x="134" y="43282"/>
                      <a:pt x="1335" y="45617"/>
                      <a:pt x="2836" y="47451"/>
                    </a:cubicBezTo>
                    <a:cubicBezTo>
                      <a:pt x="6205" y="51621"/>
                      <a:pt x="11075" y="54256"/>
                      <a:pt x="16379" y="54823"/>
                    </a:cubicBezTo>
                    <a:cubicBezTo>
                      <a:pt x="16579" y="54823"/>
                      <a:pt x="16579" y="54490"/>
                      <a:pt x="16379" y="54490"/>
                    </a:cubicBezTo>
                    <a:cubicBezTo>
                      <a:pt x="10575" y="53789"/>
                      <a:pt x="4371" y="50454"/>
                      <a:pt x="1635" y="44783"/>
                    </a:cubicBezTo>
                    <a:cubicBezTo>
                      <a:pt x="768" y="42982"/>
                      <a:pt x="268" y="40847"/>
                      <a:pt x="801" y="38879"/>
                    </a:cubicBezTo>
                    <a:cubicBezTo>
                      <a:pt x="1202" y="37444"/>
                      <a:pt x="2169" y="36343"/>
                      <a:pt x="2970" y="35109"/>
                    </a:cubicBezTo>
                    <a:cubicBezTo>
                      <a:pt x="4037" y="33541"/>
                      <a:pt x="4404" y="31607"/>
                      <a:pt x="4037" y="29739"/>
                    </a:cubicBezTo>
                    <a:cubicBezTo>
                      <a:pt x="3470" y="26603"/>
                      <a:pt x="1735" y="23801"/>
                      <a:pt x="2836" y="20566"/>
                    </a:cubicBezTo>
                    <a:cubicBezTo>
                      <a:pt x="3837" y="17530"/>
                      <a:pt x="6539" y="15562"/>
                      <a:pt x="8507" y="13260"/>
                    </a:cubicBezTo>
                    <a:cubicBezTo>
                      <a:pt x="11609" y="9624"/>
                      <a:pt x="12910" y="4921"/>
                      <a:pt x="12343" y="51"/>
                    </a:cubicBezTo>
                    <a:cubicBezTo>
                      <a:pt x="12326" y="17"/>
                      <a:pt x="12301" y="1"/>
                      <a:pt x="1228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29;p24">
                <a:extLst>
                  <a:ext uri="{FF2B5EF4-FFF2-40B4-BE49-F238E27FC236}">
                    <a16:creationId xmlns:a16="http://schemas.microsoft.com/office/drawing/2014/main" id="{F12A8CF8-FBBF-9D8D-C779-52151D818542}"/>
                  </a:ext>
                </a:extLst>
              </p:cNvPr>
              <p:cNvSpPr/>
              <p:nvPr/>
            </p:nvSpPr>
            <p:spPr>
              <a:xfrm>
                <a:off x="5058023" y="2056486"/>
                <a:ext cx="1727471" cy="1008822"/>
              </a:xfrm>
              <a:custGeom>
                <a:avLst/>
                <a:gdLst/>
                <a:ahLst/>
                <a:cxnLst/>
                <a:rect l="l" t="t" r="r" b="b"/>
                <a:pathLst>
                  <a:path w="66212" h="38667" extrusionOk="0">
                    <a:moveTo>
                      <a:pt x="10016" y="0"/>
                    </a:moveTo>
                    <a:cubicBezTo>
                      <a:pt x="8960" y="0"/>
                      <a:pt x="8240" y="193"/>
                      <a:pt x="8039" y="638"/>
                    </a:cubicBezTo>
                    <a:cubicBezTo>
                      <a:pt x="4904" y="7609"/>
                      <a:pt x="0" y="33428"/>
                      <a:pt x="5337" y="36397"/>
                    </a:cubicBezTo>
                    <a:cubicBezTo>
                      <a:pt x="7361" y="37523"/>
                      <a:pt x="10574" y="38666"/>
                      <a:pt x="14997" y="38666"/>
                    </a:cubicBezTo>
                    <a:cubicBezTo>
                      <a:pt x="16990" y="38666"/>
                      <a:pt x="19229" y="38434"/>
                      <a:pt x="21716" y="37864"/>
                    </a:cubicBezTo>
                    <a:cubicBezTo>
                      <a:pt x="37794" y="34128"/>
                      <a:pt x="56941" y="19184"/>
                      <a:pt x="62412" y="12079"/>
                    </a:cubicBezTo>
                    <a:cubicBezTo>
                      <a:pt x="66212" y="7129"/>
                      <a:pt x="65721" y="3734"/>
                      <a:pt x="61754" y="3734"/>
                    </a:cubicBezTo>
                    <a:cubicBezTo>
                      <a:pt x="60428" y="3734"/>
                      <a:pt x="58713" y="4113"/>
                      <a:pt x="56641" y="4941"/>
                    </a:cubicBezTo>
                    <a:cubicBezTo>
                      <a:pt x="44481" y="9732"/>
                      <a:pt x="26758" y="18319"/>
                      <a:pt x="25646" y="18319"/>
                    </a:cubicBezTo>
                    <a:cubicBezTo>
                      <a:pt x="25635" y="18319"/>
                      <a:pt x="25626" y="18319"/>
                      <a:pt x="25619" y="18317"/>
                    </a:cubicBezTo>
                    <a:cubicBezTo>
                      <a:pt x="24785" y="18150"/>
                      <a:pt x="26486" y="9010"/>
                      <a:pt x="27620" y="7042"/>
                    </a:cubicBezTo>
                    <a:cubicBezTo>
                      <a:pt x="28927" y="4818"/>
                      <a:pt x="15292" y="0"/>
                      <a:pt x="1001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30;p24">
                <a:extLst>
                  <a:ext uri="{FF2B5EF4-FFF2-40B4-BE49-F238E27FC236}">
                    <a16:creationId xmlns:a16="http://schemas.microsoft.com/office/drawing/2014/main" id="{C552112A-F826-663D-A4B7-399B15F9BF3D}"/>
                  </a:ext>
                </a:extLst>
              </p:cNvPr>
              <p:cNvSpPr/>
              <p:nvPr/>
            </p:nvSpPr>
            <p:spPr>
              <a:xfrm>
                <a:off x="5079781" y="2150094"/>
                <a:ext cx="1747273" cy="1029277"/>
              </a:xfrm>
              <a:custGeom>
                <a:avLst/>
                <a:gdLst/>
                <a:ahLst/>
                <a:cxnLst/>
                <a:rect l="l" t="t" r="r" b="b"/>
                <a:pathLst>
                  <a:path w="66971" h="39451" extrusionOk="0">
                    <a:moveTo>
                      <a:pt x="60990" y="1"/>
                    </a:moveTo>
                    <a:cubicBezTo>
                      <a:pt x="59634" y="1"/>
                      <a:pt x="57996" y="250"/>
                      <a:pt x="56174" y="719"/>
                    </a:cubicBezTo>
                    <a:cubicBezTo>
                      <a:pt x="48203" y="2778"/>
                      <a:pt x="25650" y="14063"/>
                      <a:pt x="25025" y="14063"/>
                    </a:cubicBezTo>
                    <a:cubicBezTo>
                      <a:pt x="25022" y="14063"/>
                      <a:pt x="25020" y="14062"/>
                      <a:pt x="25018" y="14062"/>
                    </a:cubicBezTo>
                    <a:cubicBezTo>
                      <a:pt x="24584" y="13962"/>
                      <a:pt x="26019" y="9625"/>
                      <a:pt x="26019" y="9625"/>
                    </a:cubicBezTo>
                    <a:lnTo>
                      <a:pt x="2802" y="3688"/>
                    </a:lnTo>
                    <a:cubicBezTo>
                      <a:pt x="2802" y="3688"/>
                      <a:pt x="0" y="27838"/>
                      <a:pt x="2068" y="31074"/>
                    </a:cubicBezTo>
                    <a:cubicBezTo>
                      <a:pt x="3954" y="34073"/>
                      <a:pt x="11027" y="39451"/>
                      <a:pt x="15372" y="39451"/>
                    </a:cubicBezTo>
                    <a:cubicBezTo>
                      <a:pt x="15715" y="39451"/>
                      <a:pt x="16040" y="39417"/>
                      <a:pt x="16345" y="39347"/>
                    </a:cubicBezTo>
                    <a:cubicBezTo>
                      <a:pt x="34558" y="35044"/>
                      <a:pt x="53839" y="18899"/>
                      <a:pt x="61244" y="9892"/>
                    </a:cubicBezTo>
                    <a:cubicBezTo>
                      <a:pt x="66970" y="2902"/>
                      <a:pt x="65616" y="1"/>
                      <a:pt x="60990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31;p24">
                <a:extLst>
                  <a:ext uri="{FF2B5EF4-FFF2-40B4-BE49-F238E27FC236}">
                    <a16:creationId xmlns:a16="http://schemas.microsoft.com/office/drawing/2014/main" id="{1FC7D4DC-3468-60A8-FE66-CD0A1EBC5FD5}"/>
                  </a:ext>
                </a:extLst>
              </p:cNvPr>
              <p:cNvSpPr/>
              <p:nvPr/>
            </p:nvSpPr>
            <p:spPr>
              <a:xfrm>
                <a:off x="5079781" y="2150041"/>
                <a:ext cx="1713617" cy="1030216"/>
              </a:xfrm>
              <a:custGeom>
                <a:avLst/>
                <a:gdLst/>
                <a:ahLst/>
                <a:cxnLst/>
                <a:rect l="l" t="t" r="r" b="b"/>
                <a:pathLst>
                  <a:path w="65681" h="39487" extrusionOk="0">
                    <a:moveTo>
                      <a:pt x="60988" y="1"/>
                    </a:moveTo>
                    <a:cubicBezTo>
                      <a:pt x="59630" y="1"/>
                      <a:pt x="57994" y="250"/>
                      <a:pt x="56174" y="721"/>
                    </a:cubicBezTo>
                    <a:cubicBezTo>
                      <a:pt x="48203" y="2780"/>
                      <a:pt x="25650" y="14065"/>
                      <a:pt x="25025" y="14065"/>
                    </a:cubicBezTo>
                    <a:cubicBezTo>
                      <a:pt x="25022" y="14065"/>
                      <a:pt x="25020" y="14064"/>
                      <a:pt x="25018" y="14064"/>
                    </a:cubicBezTo>
                    <a:cubicBezTo>
                      <a:pt x="24584" y="13964"/>
                      <a:pt x="26019" y="9627"/>
                      <a:pt x="26019" y="9627"/>
                    </a:cubicBezTo>
                    <a:lnTo>
                      <a:pt x="2769" y="3690"/>
                    </a:lnTo>
                    <a:cubicBezTo>
                      <a:pt x="2769" y="3690"/>
                      <a:pt x="0" y="27874"/>
                      <a:pt x="2035" y="31109"/>
                    </a:cubicBezTo>
                    <a:cubicBezTo>
                      <a:pt x="3952" y="34108"/>
                      <a:pt x="11027" y="39486"/>
                      <a:pt x="15372" y="39486"/>
                    </a:cubicBezTo>
                    <a:cubicBezTo>
                      <a:pt x="15715" y="39486"/>
                      <a:pt x="16040" y="39453"/>
                      <a:pt x="16345" y="39382"/>
                    </a:cubicBezTo>
                    <a:cubicBezTo>
                      <a:pt x="34558" y="35079"/>
                      <a:pt x="53839" y="18934"/>
                      <a:pt x="61244" y="9894"/>
                    </a:cubicBezTo>
                    <a:cubicBezTo>
                      <a:pt x="64913" y="5458"/>
                      <a:pt x="65680" y="2656"/>
                      <a:pt x="64546" y="1221"/>
                    </a:cubicBezTo>
                    <a:cubicBezTo>
                      <a:pt x="64480" y="1121"/>
                      <a:pt x="64413" y="1055"/>
                      <a:pt x="64380" y="988"/>
                    </a:cubicBezTo>
                    <a:cubicBezTo>
                      <a:pt x="63691" y="317"/>
                      <a:pt x="62515" y="1"/>
                      <a:pt x="60988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32;p24">
                <a:extLst>
                  <a:ext uri="{FF2B5EF4-FFF2-40B4-BE49-F238E27FC236}">
                    <a16:creationId xmlns:a16="http://schemas.microsoft.com/office/drawing/2014/main" id="{52F8A379-A339-A109-6C47-488429DBC469}"/>
                  </a:ext>
                </a:extLst>
              </p:cNvPr>
              <p:cNvSpPr/>
              <p:nvPr/>
            </p:nvSpPr>
            <p:spPr>
              <a:xfrm>
                <a:off x="5224236" y="2176678"/>
                <a:ext cx="1539571" cy="937309"/>
              </a:xfrm>
              <a:custGeom>
                <a:avLst/>
                <a:gdLst/>
                <a:ahLst/>
                <a:cxnLst/>
                <a:rect l="l" t="t" r="r" b="b"/>
                <a:pathLst>
                  <a:path w="59010" h="35926" extrusionOk="0">
                    <a:moveTo>
                      <a:pt x="58809" y="0"/>
                    </a:moveTo>
                    <a:lnTo>
                      <a:pt x="58809" y="200"/>
                    </a:lnTo>
                    <a:lnTo>
                      <a:pt x="59009" y="200"/>
                    </a:lnTo>
                    <a:cubicBezTo>
                      <a:pt x="58943" y="134"/>
                      <a:pt x="58876" y="34"/>
                      <a:pt x="58809" y="0"/>
                    </a:cubicBezTo>
                    <a:close/>
                    <a:moveTo>
                      <a:pt x="49436" y="67"/>
                    </a:moveTo>
                    <a:lnTo>
                      <a:pt x="49436" y="701"/>
                    </a:lnTo>
                    <a:cubicBezTo>
                      <a:pt x="49436" y="1168"/>
                      <a:pt x="49069" y="1568"/>
                      <a:pt x="48602" y="1568"/>
                    </a:cubicBezTo>
                    <a:cubicBezTo>
                      <a:pt x="48001" y="1568"/>
                      <a:pt x="47534" y="2035"/>
                      <a:pt x="47534" y="2635"/>
                    </a:cubicBezTo>
                    <a:lnTo>
                      <a:pt x="47534" y="3303"/>
                    </a:lnTo>
                    <a:lnTo>
                      <a:pt x="47735" y="3303"/>
                    </a:lnTo>
                    <a:lnTo>
                      <a:pt x="47768" y="2635"/>
                    </a:lnTo>
                    <a:cubicBezTo>
                      <a:pt x="47735" y="2168"/>
                      <a:pt x="48135" y="1768"/>
                      <a:pt x="48602" y="1768"/>
                    </a:cubicBezTo>
                    <a:cubicBezTo>
                      <a:pt x="49169" y="1768"/>
                      <a:pt x="49669" y="1301"/>
                      <a:pt x="49669" y="701"/>
                    </a:cubicBezTo>
                    <a:lnTo>
                      <a:pt x="49669" y="67"/>
                    </a:lnTo>
                    <a:close/>
                    <a:moveTo>
                      <a:pt x="55440" y="6505"/>
                    </a:moveTo>
                    <a:lnTo>
                      <a:pt x="54973" y="6972"/>
                    </a:lnTo>
                    <a:cubicBezTo>
                      <a:pt x="54840" y="7139"/>
                      <a:pt x="54606" y="7205"/>
                      <a:pt x="54373" y="7205"/>
                    </a:cubicBezTo>
                    <a:cubicBezTo>
                      <a:pt x="54139" y="7205"/>
                      <a:pt x="53939" y="7139"/>
                      <a:pt x="53772" y="6972"/>
                    </a:cubicBezTo>
                    <a:cubicBezTo>
                      <a:pt x="53555" y="6755"/>
                      <a:pt x="53280" y="6647"/>
                      <a:pt x="53009" y="6647"/>
                    </a:cubicBezTo>
                    <a:cubicBezTo>
                      <a:pt x="52738" y="6647"/>
                      <a:pt x="52471" y="6755"/>
                      <a:pt x="52271" y="6972"/>
                    </a:cubicBezTo>
                    <a:lnTo>
                      <a:pt x="51804" y="7405"/>
                    </a:lnTo>
                    <a:lnTo>
                      <a:pt x="51971" y="7539"/>
                    </a:lnTo>
                    <a:lnTo>
                      <a:pt x="52405" y="7105"/>
                    </a:lnTo>
                    <a:cubicBezTo>
                      <a:pt x="52571" y="6938"/>
                      <a:pt x="52788" y="6855"/>
                      <a:pt x="53009" y="6855"/>
                    </a:cubicBezTo>
                    <a:cubicBezTo>
                      <a:pt x="53230" y="6855"/>
                      <a:pt x="53455" y="6938"/>
                      <a:pt x="53639" y="7105"/>
                    </a:cubicBezTo>
                    <a:cubicBezTo>
                      <a:pt x="53788" y="7285"/>
                      <a:pt x="54045" y="7411"/>
                      <a:pt x="54289" y="7411"/>
                    </a:cubicBezTo>
                    <a:cubicBezTo>
                      <a:pt x="54317" y="7411"/>
                      <a:pt x="54345" y="7409"/>
                      <a:pt x="54373" y="7405"/>
                    </a:cubicBezTo>
                    <a:cubicBezTo>
                      <a:pt x="54404" y="7409"/>
                      <a:pt x="54434" y="7411"/>
                      <a:pt x="54465" y="7411"/>
                    </a:cubicBezTo>
                    <a:cubicBezTo>
                      <a:pt x="54727" y="7411"/>
                      <a:pt x="54960" y="7285"/>
                      <a:pt x="55140" y="7105"/>
                    </a:cubicBezTo>
                    <a:lnTo>
                      <a:pt x="55607" y="6638"/>
                    </a:lnTo>
                    <a:lnTo>
                      <a:pt x="55440" y="6505"/>
                    </a:lnTo>
                    <a:close/>
                    <a:moveTo>
                      <a:pt x="39462" y="6305"/>
                    </a:moveTo>
                    <a:lnTo>
                      <a:pt x="39462" y="6538"/>
                    </a:lnTo>
                    <a:lnTo>
                      <a:pt x="40129" y="6538"/>
                    </a:lnTo>
                    <a:cubicBezTo>
                      <a:pt x="40596" y="6538"/>
                      <a:pt x="40996" y="6905"/>
                      <a:pt x="40996" y="7372"/>
                    </a:cubicBezTo>
                    <a:cubicBezTo>
                      <a:pt x="40996" y="7973"/>
                      <a:pt x="41463" y="8440"/>
                      <a:pt x="42064" y="8440"/>
                    </a:cubicBezTo>
                    <a:lnTo>
                      <a:pt x="42698" y="8440"/>
                    </a:lnTo>
                    <a:lnTo>
                      <a:pt x="42698" y="8239"/>
                    </a:lnTo>
                    <a:lnTo>
                      <a:pt x="42064" y="8239"/>
                    </a:lnTo>
                    <a:cubicBezTo>
                      <a:pt x="41597" y="8239"/>
                      <a:pt x="41197" y="7872"/>
                      <a:pt x="41197" y="7372"/>
                    </a:cubicBezTo>
                    <a:cubicBezTo>
                      <a:pt x="41197" y="6805"/>
                      <a:pt x="40730" y="6305"/>
                      <a:pt x="40129" y="6305"/>
                    </a:cubicBezTo>
                    <a:close/>
                    <a:moveTo>
                      <a:pt x="12009" y="9007"/>
                    </a:moveTo>
                    <a:lnTo>
                      <a:pt x="12009" y="9207"/>
                    </a:lnTo>
                    <a:lnTo>
                      <a:pt x="12676" y="9207"/>
                    </a:lnTo>
                    <a:cubicBezTo>
                      <a:pt x="13143" y="9207"/>
                      <a:pt x="13544" y="9574"/>
                      <a:pt x="13544" y="10074"/>
                    </a:cubicBezTo>
                    <a:cubicBezTo>
                      <a:pt x="13544" y="10641"/>
                      <a:pt x="14011" y="11141"/>
                      <a:pt x="14611" y="11141"/>
                    </a:cubicBezTo>
                    <a:lnTo>
                      <a:pt x="15245" y="11141"/>
                    </a:lnTo>
                    <a:lnTo>
                      <a:pt x="15245" y="10908"/>
                    </a:lnTo>
                    <a:lnTo>
                      <a:pt x="14611" y="10908"/>
                    </a:lnTo>
                    <a:cubicBezTo>
                      <a:pt x="14111" y="10908"/>
                      <a:pt x="13744" y="10541"/>
                      <a:pt x="13744" y="10074"/>
                    </a:cubicBezTo>
                    <a:cubicBezTo>
                      <a:pt x="13744" y="9474"/>
                      <a:pt x="13277" y="9007"/>
                      <a:pt x="12676" y="9007"/>
                    </a:cubicBezTo>
                    <a:close/>
                    <a:moveTo>
                      <a:pt x="31290" y="10074"/>
                    </a:moveTo>
                    <a:lnTo>
                      <a:pt x="30823" y="10541"/>
                    </a:lnTo>
                    <a:cubicBezTo>
                      <a:pt x="30656" y="10708"/>
                      <a:pt x="30439" y="10791"/>
                      <a:pt x="30222" y="10791"/>
                    </a:cubicBezTo>
                    <a:cubicBezTo>
                      <a:pt x="30005" y="10791"/>
                      <a:pt x="29788" y="10708"/>
                      <a:pt x="29622" y="10541"/>
                    </a:cubicBezTo>
                    <a:cubicBezTo>
                      <a:pt x="29405" y="10341"/>
                      <a:pt x="29130" y="10241"/>
                      <a:pt x="28854" y="10241"/>
                    </a:cubicBezTo>
                    <a:cubicBezTo>
                      <a:pt x="28579" y="10241"/>
                      <a:pt x="28304" y="10341"/>
                      <a:pt x="28087" y="10541"/>
                    </a:cubicBezTo>
                    <a:lnTo>
                      <a:pt x="27654" y="10975"/>
                    </a:lnTo>
                    <a:lnTo>
                      <a:pt x="27787" y="11141"/>
                    </a:lnTo>
                    <a:lnTo>
                      <a:pt x="28254" y="10708"/>
                    </a:lnTo>
                    <a:cubicBezTo>
                      <a:pt x="28421" y="10541"/>
                      <a:pt x="28638" y="10458"/>
                      <a:pt x="28854" y="10458"/>
                    </a:cubicBezTo>
                    <a:cubicBezTo>
                      <a:pt x="29071" y="10458"/>
                      <a:pt x="29288" y="10541"/>
                      <a:pt x="29455" y="10708"/>
                    </a:cubicBezTo>
                    <a:cubicBezTo>
                      <a:pt x="29672" y="10908"/>
                      <a:pt x="29947" y="11008"/>
                      <a:pt x="30222" y="11008"/>
                    </a:cubicBezTo>
                    <a:cubicBezTo>
                      <a:pt x="30497" y="11008"/>
                      <a:pt x="30773" y="10908"/>
                      <a:pt x="30989" y="10708"/>
                    </a:cubicBezTo>
                    <a:lnTo>
                      <a:pt x="31456" y="10241"/>
                    </a:lnTo>
                    <a:lnTo>
                      <a:pt x="31290" y="10074"/>
                    </a:lnTo>
                    <a:close/>
                    <a:moveTo>
                      <a:pt x="167" y="7772"/>
                    </a:moveTo>
                    <a:lnTo>
                      <a:pt x="34" y="7906"/>
                    </a:lnTo>
                    <a:lnTo>
                      <a:pt x="501" y="8406"/>
                    </a:lnTo>
                    <a:cubicBezTo>
                      <a:pt x="834" y="8740"/>
                      <a:pt x="834" y="9273"/>
                      <a:pt x="501" y="9607"/>
                    </a:cubicBezTo>
                    <a:cubicBezTo>
                      <a:pt x="67" y="10007"/>
                      <a:pt x="67" y="10708"/>
                      <a:pt x="501" y="11108"/>
                    </a:cubicBezTo>
                    <a:lnTo>
                      <a:pt x="935" y="11575"/>
                    </a:lnTo>
                    <a:lnTo>
                      <a:pt x="1101" y="11375"/>
                    </a:lnTo>
                    <a:lnTo>
                      <a:pt x="634" y="10975"/>
                    </a:lnTo>
                    <a:cubicBezTo>
                      <a:pt x="301" y="10641"/>
                      <a:pt x="301" y="10074"/>
                      <a:pt x="634" y="9740"/>
                    </a:cubicBezTo>
                    <a:cubicBezTo>
                      <a:pt x="1035" y="9340"/>
                      <a:pt x="1035" y="8673"/>
                      <a:pt x="634" y="8239"/>
                    </a:cubicBezTo>
                    <a:lnTo>
                      <a:pt x="167" y="7772"/>
                    </a:lnTo>
                    <a:close/>
                    <a:moveTo>
                      <a:pt x="47334" y="10608"/>
                    </a:moveTo>
                    <a:lnTo>
                      <a:pt x="47168" y="10775"/>
                    </a:lnTo>
                    <a:lnTo>
                      <a:pt x="47635" y="11242"/>
                    </a:lnTo>
                    <a:cubicBezTo>
                      <a:pt x="47968" y="11575"/>
                      <a:pt x="47968" y="12109"/>
                      <a:pt x="47635" y="12442"/>
                    </a:cubicBezTo>
                    <a:cubicBezTo>
                      <a:pt x="47234" y="12876"/>
                      <a:pt x="47234" y="13543"/>
                      <a:pt x="47635" y="13943"/>
                    </a:cubicBezTo>
                    <a:lnTo>
                      <a:pt x="48102" y="14410"/>
                    </a:lnTo>
                    <a:lnTo>
                      <a:pt x="48235" y="14244"/>
                    </a:lnTo>
                    <a:lnTo>
                      <a:pt x="47801" y="13810"/>
                    </a:lnTo>
                    <a:cubicBezTo>
                      <a:pt x="47468" y="13476"/>
                      <a:pt x="47468" y="12943"/>
                      <a:pt x="47801" y="12609"/>
                    </a:cubicBezTo>
                    <a:cubicBezTo>
                      <a:pt x="48001" y="12409"/>
                      <a:pt x="48102" y="12109"/>
                      <a:pt x="48102" y="11842"/>
                    </a:cubicBezTo>
                    <a:cubicBezTo>
                      <a:pt x="48102" y="11575"/>
                      <a:pt x="48001" y="11275"/>
                      <a:pt x="47801" y="11075"/>
                    </a:cubicBezTo>
                    <a:lnTo>
                      <a:pt x="47334" y="10608"/>
                    </a:lnTo>
                    <a:close/>
                    <a:moveTo>
                      <a:pt x="8373" y="16345"/>
                    </a:moveTo>
                    <a:lnTo>
                      <a:pt x="7906" y="16812"/>
                    </a:lnTo>
                    <a:cubicBezTo>
                      <a:pt x="7739" y="16979"/>
                      <a:pt x="7514" y="17062"/>
                      <a:pt x="7289" y="17062"/>
                    </a:cubicBezTo>
                    <a:cubicBezTo>
                      <a:pt x="7064" y="17062"/>
                      <a:pt x="6839" y="16979"/>
                      <a:pt x="6672" y="16812"/>
                    </a:cubicBezTo>
                    <a:cubicBezTo>
                      <a:pt x="6472" y="16595"/>
                      <a:pt x="6197" y="16487"/>
                      <a:pt x="5921" y="16487"/>
                    </a:cubicBezTo>
                    <a:cubicBezTo>
                      <a:pt x="5646" y="16487"/>
                      <a:pt x="5371" y="16595"/>
                      <a:pt x="5171" y="16812"/>
                    </a:cubicBezTo>
                    <a:lnTo>
                      <a:pt x="4737" y="17246"/>
                    </a:lnTo>
                    <a:lnTo>
                      <a:pt x="4871" y="17379"/>
                    </a:lnTo>
                    <a:lnTo>
                      <a:pt x="5304" y="16946"/>
                    </a:lnTo>
                    <a:cubicBezTo>
                      <a:pt x="5471" y="16779"/>
                      <a:pt x="5696" y="16695"/>
                      <a:pt x="5921" y="16695"/>
                    </a:cubicBezTo>
                    <a:cubicBezTo>
                      <a:pt x="6147" y="16695"/>
                      <a:pt x="6372" y="16779"/>
                      <a:pt x="6539" y="16946"/>
                    </a:cubicBezTo>
                    <a:cubicBezTo>
                      <a:pt x="6739" y="17146"/>
                      <a:pt x="7014" y="17246"/>
                      <a:pt x="7289" y="17246"/>
                    </a:cubicBezTo>
                    <a:cubicBezTo>
                      <a:pt x="7564" y="17246"/>
                      <a:pt x="7839" y="17146"/>
                      <a:pt x="8040" y="16946"/>
                    </a:cubicBezTo>
                    <a:lnTo>
                      <a:pt x="8507" y="16479"/>
                    </a:lnTo>
                    <a:lnTo>
                      <a:pt x="8373" y="16345"/>
                    </a:lnTo>
                    <a:close/>
                    <a:moveTo>
                      <a:pt x="40329" y="14344"/>
                    </a:moveTo>
                    <a:lnTo>
                      <a:pt x="40329" y="14978"/>
                    </a:lnTo>
                    <a:cubicBezTo>
                      <a:pt x="40329" y="15445"/>
                      <a:pt x="39929" y="15845"/>
                      <a:pt x="39462" y="15845"/>
                    </a:cubicBezTo>
                    <a:cubicBezTo>
                      <a:pt x="38895" y="15845"/>
                      <a:pt x="38395" y="16312"/>
                      <a:pt x="38395" y="16912"/>
                    </a:cubicBezTo>
                    <a:lnTo>
                      <a:pt x="38395" y="17579"/>
                    </a:lnTo>
                    <a:lnTo>
                      <a:pt x="38628" y="17579"/>
                    </a:lnTo>
                    <a:lnTo>
                      <a:pt x="38628" y="16912"/>
                    </a:lnTo>
                    <a:cubicBezTo>
                      <a:pt x="38628" y="16445"/>
                      <a:pt x="38995" y="16045"/>
                      <a:pt x="39462" y="16045"/>
                    </a:cubicBezTo>
                    <a:cubicBezTo>
                      <a:pt x="40062" y="16045"/>
                      <a:pt x="40529" y="15578"/>
                      <a:pt x="40529" y="14978"/>
                    </a:cubicBezTo>
                    <a:lnTo>
                      <a:pt x="40529" y="14344"/>
                    </a:lnTo>
                    <a:close/>
                    <a:moveTo>
                      <a:pt x="22984" y="15811"/>
                    </a:moveTo>
                    <a:lnTo>
                      <a:pt x="22984" y="16445"/>
                    </a:lnTo>
                    <a:cubicBezTo>
                      <a:pt x="22984" y="16912"/>
                      <a:pt x="22583" y="17313"/>
                      <a:pt x="22116" y="17313"/>
                    </a:cubicBezTo>
                    <a:cubicBezTo>
                      <a:pt x="21516" y="17313"/>
                      <a:pt x="21049" y="17780"/>
                      <a:pt x="21049" y="18380"/>
                    </a:cubicBezTo>
                    <a:lnTo>
                      <a:pt x="21049" y="19047"/>
                    </a:lnTo>
                    <a:lnTo>
                      <a:pt x="21249" y="19047"/>
                    </a:lnTo>
                    <a:lnTo>
                      <a:pt x="21249" y="18380"/>
                    </a:lnTo>
                    <a:cubicBezTo>
                      <a:pt x="21249" y="17880"/>
                      <a:pt x="21649" y="17513"/>
                      <a:pt x="22116" y="17513"/>
                    </a:cubicBezTo>
                    <a:cubicBezTo>
                      <a:pt x="22683" y="17513"/>
                      <a:pt x="23184" y="17012"/>
                      <a:pt x="23184" y="16445"/>
                    </a:cubicBezTo>
                    <a:lnTo>
                      <a:pt x="23184" y="15811"/>
                    </a:lnTo>
                    <a:close/>
                    <a:moveTo>
                      <a:pt x="30856" y="16312"/>
                    </a:moveTo>
                    <a:lnTo>
                      <a:pt x="30722" y="16445"/>
                    </a:lnTo>
                    <a:lnTo>
                      <a:pt x="31189" y="16912"/>
                    </a:lnTo>
                    <a:cubicBezTo>
                      <a:pt x="31523" y="17246"/>
                      <a:pt x="31523" y="17780"/>
                      <a:pt x="31189" y="18113"/>
                    </a:cubicBezTo>
                    <a:cubicBezTo>
                      <a:pt x="30756" y="18547"/>
                      <a:pt x="30756" y="19214"/>
                      <a:pt x="31189" y="19648"/>
                    </a:cubicBezTo>
                    <a:lnTo>
                      <a:pt x="31623" y="20081"/>
                    </a:lnTo>
                    <a:lnTo>
                      <a:pt x="31757" y="19948"/>
                    </a:lnTo>
                    <a:lnTo>
                      <a:pt x="31323" y="19481"/>
                    </a:lnTo>
                    <a:cubicBezTo>
                      <a:pt x="30989" y="19147"/>
                      <a:pt x="30989" y="18614"/>
                      <a:pt x="31323" y="18280"/>
                    </a:cubicBezTo>
                    <a:cubicBezTo>
                      <a:pt x="31723" y="17846"/>
                      <a:pt x="31723" y="17179"/>
                      <a:pt x="31323" y="16779"/>
                    </a:cubicBezTo>
                    <a:lnTo>
                      <a:pt x="30856" y="16312"/>
                    </a:lnTo>
                    <a:close/>
                    <a:moveTo>
                      <a:pt x="9874" y="23183"/>
                    </a:moveTo>
                    <a:lnTo>
                      <a:pt x="9874" y="23384"/>
                    </a:lnTo>
                    <a:lnTo>
                      <a:pt x="10541" y="23384"/>
                    </a:lnTo>
                    <a:cubicBezTo>
                      <a:pt x="11008" y="23384"/>
                      <a:pt x="11409" y="23751"/>
                      <a:pt x="11409" y="24251"/>
                    </a:cubicBezTo>
                    <a:cubicBezTo>
                      <a:pt x="11409" y="24818"/>
                      <a:pt x="11876" y="25318"/>
                      <a:pt x="12476" y="25318"/>
                    </a:cubicBezTo>
                    <a:lnTo>
                      <a:pt x="13110" y="25318"/>
                    </a:lnTo>
                    <a:lnTo>
                      <a:pt x="13110" y="25085"/>
                    </a:lnTo>
                    <a:lnTo>
                      <a:pt x="12476" y="25085"/>
                    </a:lnTo>
                    <a:cubicBezTo>
                      <a:pt x="12009" y="25085"/>
                      <a:pt x="11609" y="24718"/>
                      <a:pt x="11609" y="24251"/>
                    </a:cubicBezTo>
                    <a:cubicBezTo>
                      <a:pt x="11609" y="23650"/>
                      <a:pt x="11142" y="23183"/>
                      <a:pt x="10541" y="23183"/>
                    </a:cubicBezTo>
                    <a:close/>
                    <a:moveTo>
                      <a:pt x="24518" y="24818"/>
                    </a:moveTo>
                    <a:lnTo>
                      <a:pt x="24518" y="25018"/>
                    </a:lnTo>
                    <a:lnTo>
                      <a:pt x="25185" y="25018"/>
                    </a:lnTo>
                    <a:cubicBezTo>
                      <a:pt x="25652" y="25018"/>
                      <a:pt x="26019" y="25385"/>
                      <a:pt x="26019" y="25885"/>
                    </a:cubicBezTo>
                    <a:cubicBezTo>
                      <a:pt x="26019" y="26452"/>
                      <a:pt x="26519" y="26953"/>
                      <a:pt x="27087" y="26953"/>
                    </a:cubicBezTo>
                    <a:lnTo>
                      <a:pt x="27754" y="26953"/>
                    </a:lnTo>
                    <a:lnTo>
                      <a:pt x="27754" y="26719"/>
                    </a:lnTo>
                    <a:lnTo>
                      <a:pt x="27120" y="26719"/>
                    </a:lnTo>
                    <a:cubicBezTo>
                      <a:pt x="26620" y="26719"/>
                      <a:pt x="26253" y="26352"/>
                      <a:pt x="26253" y="25885"/>
                    </a:cubicBezTo>
                    <a:cubicBezTo>
                      <a:pt x="26219" y="25285"/>
                      <a:pt x="25752" y="24818"/>
                      <a:pt x="25185" y="24818"/>
                    </a:cubicBezTo>
                    <a:close/>
                    <a:moveTo>
                      <a:pt x="1935" y="24651"/>
                    </a:moveTo>
                    <a:lnTo>
                      <a:pt x="1935" y="25285"/>
                    </a:lnTo>
                    <a:cubicBezTo>
                      <a:pt x="1935" y="25752"/>
                      <a:pt x="1535" y="26119"/>
                      <a:pt x="1068" y="26119"/>
                    </a:cubicBezTo>
                    <a:cubicBezTo>
                      <a:pt x="501" y="26119"/>
                      <a:pt x="1" y="26619"/>
                      <a:pt x="1" y="27186"/>
                    </a:cubicBezTo>
                    <a:lnTo>
                      <a:pt x="1" y="27853"/>
                    </a:lnTo>
                    <a:lnTo>
                      <a:pt x="234" y="27853"/>
                    </a:lnTo>
                    <a:lnTo>
                      <a:pt x="234" y="27186"/>
                    </a:lnTo>
                    <a:cubicBezTo>
                      <a:pt x="201" y="26719"/>
                      <a:pt x="601" y="26352"/>
                      <a:pt x="1068" y="26352"/>
                    </a:cubicBezTo>
                    <a:cubicBezTo>
                      <a:pt x="1668" y="26352"/>
                      <a:pt x="2135" y="25852"/>
                      <a:pt x="2135" y="25285"/>
                    </a:cubicBezTo>
                    <a:lnTo>
                      <a:pt x="2135" y="24651"/>
                    </a:lnTo>
                    <a:close/>
                    <a:moveTo>
                      <a:pt x="22116" y="30789"/>
                    </a:moveTo>
                    <a:lnTo>
                      <a:pt x="21649" y="31289"/>
                    </a:lnTo>
                    <a:cubicBezTo>
                      <a:pt x="21483" y="31456"/>
                      <a:pt x="21257" y="31539"/>
                      <a:pt x="21032" y="31539"/>
                    </a:cubicBezTo>
                    <a:cubicBezTo>
                      <a:pt x="20807" y="31539"/>
                      <a:pt x="20582" y="31456"/>
                      <a:pt x="20415" y="31289"/>
                    </a:cubicBezTo>
                    <a:cubicBezTo>
                      <a:pt x="20215" y="31072"/>
                      <a:pt x="19940" y="30964"/>
                      <a:pt x="19665" y="30964"/>
                    </a:cubicBezTo>
                    <a:cubicBezTo>
                      <a:pt x="19389" y="30964"/>
                      <a:pt x="19114" y="31072"/>
                      <a:pt x="18914" y="31289"/>
                    </a:cubicBezTo>
                    <a:lnTo>
                      <a:pt x="18480" y="31723"/>
                    </a:lnTo>
                    <a:lnTo>
                      <a:pt x="18614" y="31890"/>
                    </a:lnTo>
                    <a:lnTo>
                      <a:pt x="19081" y="31389"/>
                    </a:lnTo>
                    <a:cubicBezTo>
                      <a:pt x="19248" y="31223"/>
                      <a:pt x="19464" y="31139"/>
                      <a:pt x="19681" y="31139"/>
                    </a:cubicBezTo>
                    <a:cubicBezTo>
                      <a:pt x="19898" y="31139"/>
                      <a:pt x="20115" y="31223"/>
                      <a:pt x="20282" y="31389"/>
                    </a:cubicBezTo>
                    <a:cubicBezTo>
                      <a:pt x="20482" y="31623"/>
                      <a:pt x="20749" y="31723"/>
                      <a:pt x="21049" y="31723"/>
                    </a:cubicBezTo>
                    <a:cubicBezTo>
                      <a:pt x="21316" y="31723"/>
                      <a:pt x="21616" y="31623"/>
                      <a:pt x="21783" y="31389"/>
                    </a:cubicBezTo>
                    <a:lnTo>
                      <a:pt x="22283" y="30922"/>
                    </a:lnTo>
                    <a:lnTo>
                      <a:pt x="22116" y="30789"/>
                    </a:lnTo>
                    <a:close/>
                    <a:moveTo>
                      <a:pt x="9941" y="32123"/>
                    </a:moveTo>
                    <a:lnTo>
                      <a:pt x="9808" y="32290"/>
                    </a:lnTo>
                    <a:lnTo>
                      <a:pt x="10275" y="32757"/>
                    </a:lnTo>
                    <a:cubicBezTo>
                      <a:pt x="10608" y="33091"/>
                      <a:pt x="10608" y="33658"/>
                      <a:pt x="10275" y="33958"/>
                    </a:cubicBezTo>
                    <a:cubicBezTo>
                      <a:pt x="9841" y="34391"/>
                      <a:pt x="9841" y="35059"/>
                      <a:pt x="10275" y="35492"/>
                    </a:cubicBezTo>
                    <a:lnTo>
                      <a:pt x="10708" y="35926"/>
                    </a:lnTo>
                    <a:lnTo>
                      <a:pt x="10875" y="35792"/>
                    </a:lnTo>
                    <a:lnTo>
                      <a:pt x="10408" y="35325"/>
                    </a:lnTo>
                    <a:cubicBezTo>
                      <a:pt x="10074" y="34992"/>
                      <a:pt x="10074" y="34458"/>
                      <a:pt x="10408" y="34125"/>
                    </a:cubicBezTo>
                    <a:cubicBezTo>
                      <a:pt x="10608" y="33924"/>
                      <a:pt x="10742" y="33658"/>
                      <a:pt x="10742" y="33357"/>
                    </a:cubicBezTo>
                    <a:cubicBezTo>
                      <a:pt x="10742" y="33091"/>
                      <a:pt x="10608" y="32824"/>
                      <a:pt x="10408" y="32590"/>
                    </a:cubicBezTo>
                    <a:lnTo>
                      <a:pt x="9941" y="321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33;p24">
                <a:extLst>
                  <a:ext uri="{FF2B5EF4-FFF2-40B4-BE49-F238E27FC236}">
                    <a16:creationId xmlns:a16="http://schemas.microsoft.com/office/drawing/2014/main" id="{CFAC5042-BE10-7DE7-2920-4A194A63003A}"/>
                  </a:ext>
                </a:extLst>
              </p:cNvPr>
              <p:cNvSpPr/>
              <p:nvPr/>
            </p:nvSpPr>
            <p:spPr>
              <a:xfrm>
                <a:off x="5158101" y="2379442"/>
                <a:ext cx="550916" cy="120118"/>
              </a:xfrm>
              <a:custGeom>
                <a:avLst/>
                <a:gdLst/>
                <a:ahLst/>
                <a:cxnLst/>
                <a:rect l="l" t="t" r="r" b="b"/>
                <a:pathLst>
                  <a:path w="21116" h="4604" extrusionOk="0">
                    <a:moveTo>
                      <a:pt x="34" y="0"/>
                    </a:moveTo>
                    <a:cubicBezTo>
                      <a:pt x="0" y="0"/>
                      <a:pt x="0" y="67"/>
                      <a:pt x="34" y="67"/>
                    </a:cubicBezTo>
                    <a:cubicBezTo>
                      <a:pt x="2736" y="834"/>
                      <a:pt x="5471" y="1435"/>
                      <a:pt x="8206" y="2035"/>
                    </a:cubicBezTo>
                    <a:cubicBezTo>
                      <a:pt x="10942" y="2636"/>
                      <a:pt x="13643" y="3236"/>
                      <a:pt x="16345" y="3770"/>
                    </a:cubicBezTo>
                    <a:cubicBezTo>
                      <a:pt x="17880" y="4070"/>
                      <a:pt x="19448" y="4370"/>
                      <a:pt x="21015" y="4604"/>
                    </a:cubicBezTo>
                    <a:cubicBezTo>
                      <a:pt x="21115" y="4570"/>
                      <a:pt x="21115" y="4470"/>
                      <a:pt x="21049" y="4470"/>
                    </a:cubicBezTo>
                    <a:cubicBezTo>
                      <a:pt x="18347" y="3670"/>
                      <a:pt x="15612" y="3103"/>
                      <a:pt x="12843" y="2502"/>
                    </a:cubicBezTo>
                    <a:cubicBezTo>
                      <a:pt x="10108" y="1935"/>
                      <a:pt x="7439" y="1368"/>
                      <a:pt x="4737" y="834"/>
                    </a:cubicBezTo>
                    <a:cubicBezTo>
                      <a:pt x="3169" y="534"/>
                      <a:pt x="1602" y="234"/>
                      <a:pt x="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34;p24">
                <a:extLst>
                  <a:ext uri="{FF2B5EF4-FFF2-40B4-BE49-F238E27FC236}">
                    <a16:creationId xmlns:a16="http://schemas.microsoft.com/office/drawing/2014/main" id="{7872E3E9-05BD-B7E4-D751-F0888A351F9F}"/>
                  </a:ext>
                </a:extLst>
              </p:cNvPr>
              <p:cNvSpPr/>
              <p:nvPr/>
            </p:nvSpPr>
            <p:spPr>
              <a:xfrm>
                <a:off x="5641948" y="2441952"/>
                <a:ext cx="100133" cy="42031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6110" extrusionOk="0">
                    <a:moveTo>
                      <a:pt x="3796" y="1"/>
                    </a:moveTo>
                    <a:cubicBezTo>
                      <a:pt x="3782" y="1"/>
                      <a:pt x="3770" y="11"/>
                      <a:pt x="3770" y="39"/>
                    </a:cubicBezTo>
                    <a:cubicBezTo>
                      <a:pt x="3270" y="2108"/>
                      <a:pt x="2736" y="4176"/>
                      <a:pt x="2269" y="6244"/>
                    </a:cubicBezTo>
                    <a:cubicBezTo>
                      <a:pt x="1802" y="8345"/>
                      <a:pt x="1302" y="10414"/>
                      <a:pt x="835" y="12515"/>
                    </a:cubicBezTo>
                    <a:cubicBezTo>
                      <a:pt x="568" y="13716"/>
                      <a:pt x="301" y="14883"/>
                      <a:pt x="1" y="16084"/>
                    </a:cubicBezTo>
                    <a:cubicBezTo>
                      <a:pt x="1" y="16101"/>
                      <a:pt x="18" y="16109"/>
                      <a:pt x="34" y="16109"/>
                    </a:cubicBezTo>
                    <a:cubicBezTo>
                      <a:pt x="51" y="16109"/>
                      <a:pt x="68" y="16101"/>
                      <a:pt x="68" y="16084"/>
                    </a:cubicBezTo>
                    <a:cubicBezTo>
                      <a:pt x="701" y="14116"/>
                      <a:pt x="1335" y="12148"/>
                      <a:pt x="1869" y="10180"/>
                    </a:cubicBezTo>
                    <a:lnTo>
                      <a:pt x="1869" y="11314"/>
                    </a:lnTo>
                    <a:cubicBezTo>
                      <a:pt x="1869" y="12081"/>
                      <a:pt x="1836" y="12882"/>
                      <a:pt x="1836" y="13683"/>
                    </a:cubicBezTo>
                    <a:cubicBezTo>
                      <a:pt x="1836" y="13699"/>
                      <a:pt x="1852" y="13708"/>
                      <a:pt x="1869" y="13708"/>
                    </a:cubicBezTo>
                    <a:cubicBezTo>
                      <a:pt x="1886" y="13708"/>
                      <a:pt x="1902" y="13699"/>
                      <a:pt x="1902" y="13683"/>
                    </a:cubicBezTo>
                    <a:cubicBezTo>
                      <a:pt x="2036" y="12915"/>
                      <a:pt x="2069" y="12115"/>
                      <a:pt x="2102" y="11348"/>
                    </a:cubicBezTo>
                    <a:lnTo>
                      <a:pt x="2102" y="10180"/>
                    </a:lnTo>
                    <a:cubicBezTo>
                      <a:pt x="2102" y="9913"/>
                      <a:pt x="2102" y="9646"/>
                      <a:pt x="2069" y="9380"/>
                    </a:cubicBezTo>
                    <a:cubicBezTo>
                      <a:pt x="2569" y="7478"/>
                      <a:pt x="3003" y="5577"/>
                      <a:pt x="3303" y="3675"/>
                    </a:cubicBezTo>
                    <a:cubicBezTo>
                      <a:pt x="3503" y="2475"/>
                      <a:pt x="3704" y="1240"/>
                      <a:pt x="3837" y="39"/>
                    </a:cubicBezTo>
                    <a:cubicBezTo>
                      <a:pt x="3837" y="20"/>
                      <a:pt x="3815" y="1"/>
                      <a:pt x="379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35;p24">
                <a:extLst>
                  <a:ext uri="{FF2B5EF4-FFF2-40B4-BE49-F238E27FC236}">
                    <a16:creationId xmlns:a16="http://schemas.microsoft.com/office/drawing/2014/main" id="{828CAEE8-CF08-6FEE-7834-39A6EBC24250}"/>
                  </a:ext>
                </a:extLst>
              </p:cNvPr>
              <p:cNvSpPr/>
              <p:nvPr/>
            </p:nvSpPr>
            <p:spPr>
              <a:xfrm>
                <a:off x="5914344" y="2150224"/>
                <a:ext cx="885103" cy="866292"/>
              </a:xfrm>
              <a:custGeom>
                <a:avLst/>
                <a:gdLst/>
                <a:ahLst/>
                <a:cxnLst/>
                <a:rect l="l" t="t" r="r" b="b"/>
                <a:pathLst>
                  <a:path w="33925" h="33204" extrusionOk="0">
                    <a:moveTo>
                      <a:pt x="28896" y="1"/>
                    </a:moveTo>
                    <a:cubicBezTo>
                      <a:pt x="28738" y="1"/>
                      <a:pt x="28579" y="5"/>
                      <a:pt x="28421" y="13"/>
                    </a:cubicBezTo>
                    <a:cubicBezTo>
                      <a:pt x="28254" y="13"/>
                      <a:pt x="28087" y="47"/>
                      <a:pt x="27887" y="47"/>
                    </a:cubicBezTo>
                    <a:lnTo>
                      <a:pt x="1" y="33204"/>
                    </a:lnTo>
                    <a:cubicBezTo>
                      <a:pt x="8407" y="28567"/>
                      <a:pt x="16179" y="22930"/>
                      <a:pt x="23184" y="16325"/>
                    </a:cubicBezTo>
                    <a:cubicBezTo>
                      <a:pt x="25586" y="13990"/>
                      <a:pt x="27554" y="11922"/>
                      <a:pt x="28821" y="10454"/>
                    </a:cubicBezTo>
                    <a:lnTo>
                      <a:pt x="29055" y="10154"/>
                    </a:lnTo>
                    <a:lnTo>
                      <a:pt x="29255" y="9887"/>
                    </a:lnTo>
                    <a:cubicBezTo>
                      <a:pt x="33925" y="4216"/>
                      <a:pt x="33892" y="1214"/>
                      <a:pt x="31223" y="314"/>
                    </a:cubicBezTo>
                    <a:cubicBezTo>
                      <a:pt x="31156" y="280"/>
                      <a:pt x="31123" y="280"/>
                      <a:pt x="31090" y="280"/>
                    </a:cubicBezTo>
                    <a:cubicBezTo>
                      <a:pt x="30923" y="214"/>
                      <a:pt x="30789" y="180"/>
                      <a:pt x="30623" y="147"/>
                    </a:cubicBezTo>
                    <a:cubicBezTo>
                      <a:pt x="30523" y="147"/>
                      <a:pt x="30422" y="114"/>
                      <a:pt x="30322" y="114"/>
                    </a:cubicBezTo>
                    <a:cubicBezTo>
                      <a:pt x="29847" y="38"/>
                      <a:pt x="29372" y="1"/>
                      <a:pt x="2889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36;p24">
                <a:extLst>
                  <a:ext uri="{FF2B5EF4-FFF2-40B4-BE49-F238E27FC236}">
                    <a16:creationId xmlns:a16="http://schemas.microsoft.com/office/drawing/2014/main" id="{ED18B582-54D4-A3BF-4936-C7BA62F032B3}"/>
                  </a:ext>
                </a:extLst>
              </p:cNvPr>
              <p:cNvSpPr/>
              <p:nvPr/>
            </p:nvSpPr>
            <p:spPr>
              <a:xfrm>
                <a:off x="6138005" y="3482930"/>
                <a:ext cx="978218" cy="772838"/>
              </a:xfrm>
              <a:custGeom>
                <a:avLst/>
                <a:gdLst/>
                <a:ahLst/>
                <a:cxnLst/>
                <a:rect l="l" t="t" r="r" b="b"/>
                <a:pathLst>
                  <a:path w="37494" h="29622" extrusionOk="0">
                    <a:moveTo>
                      <a:pt x="4137" y="0"/>
                    </a:moveTo>
                    <a:cubicBezTo>
                      <a:pt x="4137" y="0"/>
                      <a:pt x="2002" y="14010"/>
                      <a:pt x="1" y="29622"/>
                    </a:cubicBezTo>
                    <a:lnTo>
                      <a:pt x="34425" y="29622"/>
                    </a:lnTo>
                    <a:cubicBezTo>
                      <a:pt x="35826" y="14044"/>
                      <a:pt x="37494" y="0"/>
                      <a:pt x="37494" y="0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37;p24">
                <a:extLst>
                  <a:ext uri="{FF2B5EF4-FFF2-40B4-BE49-F238E27FC236}">
                    <a16:creationId xmlns:a16="http://schemas.microsoft.com/office/drawing/2014/main" id="{C2C6211B-1147-659E-11EE-89D64C47520F}"/>
                  </a:ext>
                </a:extLst>
              </p:cNvPr>
              <p:cNvSpPr/>
              <p:nvPr/>
            </p:nvSpPr>
            <p:spPr>
              <a:xfrm>
                <a:off x="6245048" y="3482043"/>
                <a:ext cx="1296751" cy="773725"/>
              </a:xfrm>
              <a:custGeom>
                <a:avLst/>
                <a:gdLst/>
                <a:ahLst/>
                <a:cxnLst/>
                <a:rect l="l" t="t" r="r" b="b"/>
                <a:pathLst>
                  <a:path w="49703" h="29656" extrusionOk="0">
                    <a:moveTo>
                      <a:pt x="0" y="1"/>
                    </a:moveTo>
                    <a:cubicBezTo>
                      <a:pt x="0" y="1"/>
                      <a:pt x="1635" y="17313"/>
                      <a:pt x="5571" y="29656"/>
                    </a:cubicBezTo>
                    <a:lnTo>
                      <a:pt x="49136" y="29656"/>
                    </a:lnTo>
                    <a:cubicBezTo>
                      <a:pt x="49102" y="29255"/>
                      <a:pt x="49102" y="28955"/>
                      <a:pt x="49136" y="28755"/>
                    </a:cubicBezTo>
                    <a:cubicBezTo>
                      <a:pt x="49703" y="11276"/>
                      <a:pt x="45800" y="1"/>
                      <a:pt x="45800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38;p24">
                <a:extLst>
                  <a:ext uri="{FF2B5EF4-FFF2-40B4-BE49-F238E27FC236}">
                    <a16:creationId xmlns:a16="http://schemas.microsoft.com/office/drawing/2014/main" id="{E7BEF8FE-1E86-FCE0-046A-A71B3B864707}"/>
                  </a:ext>
                </a:extLst>
              </p:cNvPr>
              <p:cNvSpPr/>
              <p:nvPr/>
            </p:nvSpPr>
            <p:spPr>
              <a:xfrm>
                <a:off x="6876246" y="3590965"/>
                <a:ext cx="439251" cy="268283"/>
              </a:xfrm>
              <a:custGeom>
                <a:avLst/>
                <a:gdLst/>
                <a:ahLst/>
                <a:cxnLst/>
                <a:rect l="l" t="t" r="r" b="b"/>
                <a:pathLst>
                  <a:path w="16836" h="10283" extrusionOk="0">
                    <a:moveTo>
                      <a:pt x="80" y="0"/>
                    </a:moveTo>
                    <a:cubicBezTo>
                      <a:pt x="41" y="0"/>
                      <a:pt x="1" y="39"/>
                      <a:pt x="24" y="62"/>
                    </a:cubicBezTo>
                    <a:cubicBezTo>
                      <a:pt x="524" y="1363"/>
                      <a:pt x="1125" y="2631"/>
                      <a:pt x="1858" y="3798"/>
                    </a:cubicBezTo>
                    <a:cubicBezTo>
                      <a:pt x="2526" y="4999"/>
                      <a:pt x="3393" y="6100"/>
                      <a:pt x="4394" y="7067"/>
                    </a:cubicBezTo>
                    <a:cubicBezTo>
                      <a:pt x="6428" y="8935"/>
                      <a:pt x="9164" y="9903"/>
                      <a:pt x="11899" y="10136"/>
                    </a:cubicBezTo>
                    <a:cubicBezTo>
                      <a:pt x="12699" y="10236"/>
                      <a:pt x="13467" y="10270"/>
                      <a:pt x="14267" y="10270"/>
                    </a:cubicBezTo>
                    <a:cubicBezTo>
                      <a:pt x="14459" y="10278"/>
                      <a:pt x="14653" y="10282"/>
                      <a:pt x="14848" y="10282"/>
                    </a:cubicBezTo>
                    <a:cubicBezTo>
                      <a:pt x="15433" y="10282"/>
                      <a:pt x="16027" y="10245"/>
                      <a:pt x="16602" y="10170"/>
                    </a:cubicBezTo>
                    <a:cubicBezTo>
                      <a:pt x="16836" y="10103"/>
                      <a:pt x="16802" y="9769"/>
                      <a:pt x="16569" y="9769"/>
                    </a:cubicBezTo>
                    <a:cubicBezTo>
                      <a:pt x="15235" y="9669"/>
                      <a:pt x="13900" y="9736"/>
                      <a:pt x="12533" y="9569"/>
                    </a:cubicBezTo>
                    <a:cubicBezTo>
                      <a:pt x="11232" y="9369"/>
                      <a:pt x="9931" y="9069"/>
                      <a:pt x="8697" y="8602"/>
                    </a:cubicBezTo>
                    <a:cubicBezTo>
                      <a:pt x="7462" y="8168"/>
                      <a:pt x="6328" y="7568"/>
                      <a:pt x="5294" y="6767"/>
                    </a:cubicBezTo>
                    <a:cubicBezTo>
                      <a:pt x="4260" y="5933"/>
                      <a:pt x="3359" y="4933"/>
                      <a:pt x="2592" y="3865"/>
                    </a:cubicBezTo>
                    <a:cubicBezTo>
                      <a:pt x="2159" y="3231"/>
                      <a:pt x="1725" y="2598"/>
                      <a:pt x="1325" y="1964"/>
                    </a:cubicBezTo>
                    <a:cubicBezTo>
                      <a:pt x="924" y="1330"/>
                      <a:pt x="557" y="663"/>
                      <a:pt x="124" y="29"/>
                    </a:cubicBezTo>
                    <a:cubicBezTo>
                      <a:pt x="113" y="8"/>
                      <a:pt x="97" y="0"/>
                      <a:pt x="8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39;p24">
                <a:extLst>
                  <a:ext uri="{FF2B5EF4-FFF2-40B4-BE49-F238E27FC236}">
                    <a16:creationId xmlns:a16="http://schemas.microsoft.com/office/drawing/2014/main" id="{7B59B2A9-1263-E7E5-6B8B-00014D591336}"/>
                  </a:ext>
                </a:extLst>
              </p:cNvPr>
              <p:cNvSpPr/>
              <p:nvPr/>
            </p:nvSpPr>
            <p:spPr>
              <a:xfrm>
                <a:off x="7329648" y="3525221"/>
                <a:ext cx="105951" cy="730546"/>
              </a:xfrm>
              <a:custGeom>
                <a:avLst/>
                <a:gdLst/>
                <a:ahLst/>
                <a:cxnLst/>
                <a:rect l="l" t="t" r="r" b="b"/>
                <a:pathLst>
                  <a:path w="4061" h="28001" extrusionOk="0">
                    <a:moveTo>
                      <a:pt x="56" y="0"/>
                    </a:moveTo>
                    <a:cubicBezTo>
                      <a:pt x="27" y="0"/>
                      <a:pt x="0" y="24"/>
                      <a:pt x="24" y="47"/>
                    </a:cubicBezTo>
                    <a:cubicBezTo>
                      <a:pt x="1125" y="1515"/>
                      <a:pt x="1492" y="3383"/>
                      <a:pt x="1792" y="5118"/>
                    </a:cubicBezTo>
                    <a:cubicBezTo>
                      <a:pt x="2159" y="7186"/>
                      <a:pt x="2492" y="9287"/>
                      <a:pt x="2759" y="11355"/>
                    </a:cubicBezTo>
                    <a:cubicBezTo>
                      <a:pt x="3326" y="15492"/>
                      <a:pt x="3059" y="21763"/>
                      <a:pt x="3193" y="25932"/>
                    </a:cubicBezTo>
                    <a:cubicBezTo>
                      <a:pt x="3193" y="26600"/>
                      <a:pt x="3226" y="27300"/>
                      <a:pt x="3226" y="28001"/>
                    </a:cubicBezTo>
                    <a:lnTo>
                      <a:pt x="3560" y="28001"/>
                    </a:lnTo>
                    <a:lnTo>
                      <a:pt x="3560" y="26633"/>
                    </a:lnTo>
                    <a:cubicBezTo>
                      <a:pt x="3560" y="24531"/>
                      <a:pt x="4060" y="20295"/>
                      <a:pt x="3893" y="18160"/>
                    </a:cubicBezTo>
                    <a:cubicBezTo>
                      <a:pt x="3626" y="13957"/>
                      <a:pt x="3059" y="9788"/>
                      <a:pt x="2225" y="5651"/>
                    </a:cubicBezTo>
                    <a:cubicBezTo>
                      <a:pt x="1825" y="3650"/>
                      <a:pt x="1391" y="1648"/>
                      <a:pt x="91" y="14"/>
                    </a:cubicBezTo>
                    <a:cubicBezTo>
                      <a:pt x="81" y="4"/>
                      <a:pt x="68" y="0"/>
                      <a:pt x="5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40;p24">
                <a:extLst>
                  <a:ext uri="{FF2B5EF4-FFF2-40B4-BE49-F238E27FC236}">
                    <a16:creationId xmlns:a16="http://schemas.microsoft.com/office/drawing/2014/main" id="{C39AD85D-49F8-0E9B-0CB7-2E8BCE8CB05E}"/>
                  </a:ext>
                </a:extLst>
              </p:cNvPr>
              <p:cNvSpPr/>
              <p:nvPr/>
            </p:nvSpPr>
            <p:spPr>
              <a:xfrm>
                <a:off x="6173695" y="2101046"/>
                <a:ext cx="1341130" cy="1521204"/>
              </a:xfrm>
              <a:custGeom>
                <a:avLst/>
                <a:gdLst/>
                <a:ahLst/>
                <a:cxnLst/>
                <a:rect l="l" t="t" r="r" b="b"/>
                <a:pathLst>
                  <a:path w="51404" h="58306" extrusionOk="0">
                    <a:moveTo>
                      <a:pt x="21784" y="1"/>
                    </a:moveTo>
                    <a:cubicBezTo>
                      <a:pt x="20129" y="1"/>
                      <a:pt x="18502" y="442"/>
                      <a:pt x="17146" y="1565"/>
                    </a:cubicBezTo>
                    <a:cubicBezTo>
                      <a:pt x="12809" y="5167"/>
                      <a:pt x="3136" y="22413"/>
                      <a:pt x="2068" y="25182"/>
                    </a:cubicBezTo>
                    <a:cubicBezTo>
                      <a:pt x="0" y="30586"/>
                      <a:pt x="4670" y="37624"/>
                      <a:pt x="4670" y="37624"/>
                    </a:cubicBezTo>
                    <a:lnTo>
                      <a:pt x="267" y="58306"/>
                    </a:lnTo>
                    <a:lnTo>
                      <a:pt x="51404" y="58306"/>
                    </a:lnTo>
                    <a:cubicBezTo>
                      <a:pt x="46700" y="31686"/>
                      <a:pt x="43031" y="16642"/>
                      <a:pt x="30088" y="3366"/>
                    </a:cubicBezTo>
                    <a:cubicBezTo>
                      <a:pt x="28509" y="1765"/>
                      <a:pt x="25092" y="1"/>
                      <a:pt x="21784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41;p24">
                <a:extLst>
                  <a:ext uri="{FF2B5EF4-FFF2-40B4-BE49-F238E27FC236}">
                    <a16:creationId xmlns:a16="http://schemas.microsoft.com/office/drawing/2014/main" id="{A90E4B6E-4BE4-73B1-313D-677CA09F4C69}"/>
                  </a:ext>
                </a:extLst>
              </p:cNvPr>
              <p:cNvSpPr/>
              <p:nvPr/>
            </p:nvSpPr>
            <p:spPr>
              <a:xfrm>
                <a:off x="6217211" y="2176678"/>
                <a:ext cx="1234083" cy="1380291"/>
              </a:xfrm>
              <a:custGeom>
                <a:avLst/>
                <a:gdLst/>
                <a:ahLst/>
                <a:cxnLst/>
                <a:rect l="l" t="t" r="r" b="b"/>
                <a:pathLst>
                  <a:path w="47301" h="52905" extrusionOk="0">
                    <a:moveTo>
                      <a:pt x="20782" y="0"/>
                    </a:moveTo>
                    <a:lnTo>
                      <a:pt x="20782" y="200"/>
                    </a:lnTo>
                    <a:lnTo>
                      <a:pt x="21449" y="200"/>
                    </a:lnTo>
                    <a:cubicBezTo>
                      <a:pt x="21916" y="200"/>
                      <a:pt x="22316" y="567"/>
                      <a:pt x="22316" y="1068"/>
                    </a:cubicBezTo>
                    <a:cubicBezTo>
                      <a:pt x="22316" y="1635"/>
                      <a:pt x="22783" y="2135"/>
                      <a:pt x="23383" y="2135"/>
                    </a:cubicBezTo>
                    <a:lnTo>
                      <a:pt x="24017" y="2135"/>
                    </a:lnTo>
                    <a:lnTo>
                      <a:pt x="24017" y="1902"/>
                    </a:lnTo>
                    <a:lnTo>
                      <a:pt x="23383" y="1902"/>
                    </a:lnTo>
                    <a:cubicBezTo>
                      <a:pt x="22916" y="1902"/>
                      <a:pt x="22516" y="1535"/>
                      <a:pt x="22516" y="1068"/>
                    </a:cubicBezTo>
                    <a:cubicBezTo>
                      <a:pt x="22516" y="467"/>
                      <a:pt x="22049" y="0"/>
                      <a:pt x="21449" y="0"/>
                    </a:cubicBezTo>
                    <a:close/>
                    <a:moveTo>
                      <a:pt x="31956" y="5171"/>
                    </a:moveTo>
                    <a:lnTo>
                      <a:pt x="31489" y="5638"/>
                    </a:lnTo>
                    <a:cubicBezTo>
                      <a:pt x="31322" y="5804"/>
                      <a:pt x="31106" y="5888"/>
                      <a:pt x="30889" y="5888"/>
                    </a:cubicBezTo>
                    <a:cubicBezTo>
                      <a:pt x="30672" y="5888"/>
                      <a:pt x="30455" y="5804"/>
                      <a:pt x="30288" y="5638"/>
                    </a:cubicBezTo>
                    <a:cubicBezTo>
                      <a:pt x="30072" y="5437"/>
                      <a:pt x="29796" y="5337"/>
                      <a:pt x="29521" y="5337"/>
                    </a:cubicBezTo>
                    <a:cubicBezTo>
                      <a:pt x="29246" y="5337"/>
                      <a:pt x="28971" y="5437"/>
                      <a:pt x="28754" y="5638"/>
                    </a:cubicBezTo>
                    <a:lnTo>
                      <a:pt x="28320" y="6071"/>
                    </a:lnTo>
                    <a:lnTo>
                      <a:pt x="28454" y="6238"/>
                    </a:lnTo>
                    <a:lnTo>
                      <a:pt x="28921" y="5771"/>
                    </a:lnTo>
                    <a:cubicBezTo>
                      <a:pt x="29087" y="5604"/>
                      <a:pt x="29304" y="5521"/>
                      <a:pt x="29521" y="5521"/>
                    </a:cubicBezTo>
                    <a:cubicBezTo>
                      <a:pt x="29738" y="5521"/>
                      <a:pt x="29955" y="5604"/>
                      <a:pt x="30122" y="5771"/>
                    </a:cubicBezTo>
                    <a:cubicBezTo>
                      <a:pt x="30338" y="5988"/>
                      <a:pt x="30614" y="6096"/>
                      <a:pt x="30885" y="6096"/>
                    </a:cubicBezTo>
                    <a:cubicBezTo>
                      <a:pt x="31156" y="6096"/>
                      <a:pt x="31422" y="5988"/>
                      <a:pt x="31623" y="5771"/>
                    </a:cubicBezTo>
                    <a:lnTo>
                      <a:pt x="32123" y="5304"/>
                    </a:lnTo>
                    <a:lnTo>
                      <a:pt x="31956" y="5171"/>
                    </a:lnTo>
                    <a:close/>
                    <a:moveTo>
                      <a:pt x="17379" y="6505"/>
                    </a:moveTo>
                    <a:lnTo>
                      <a:pt x="16912" y="6972"/>
                    </a:lnTo>
                    <a:cubicBezTo>
                      <a:pt x="16745" y="7139"/>
                      <a:pt x="16545" y="7239"/>
                      <a:pt x="16312" y="7239"/>
                    </a:cubicBezTo>
                    <a:cubicBezTo>
                      <a:pt x="16078" y="7239"/>
                      <a:pt x="15845" y="7139"/>
                      <a:pt x="15711" y="6972"/>
                    </a:cubicBezTo>
                    <a:cubicBezTo>
                      <a:pt x="15494" y="6772"/>
                      <a:pt x="15219" y="6672"/>
                      <a:pt x="14944" y="6672"/>
                    </a:cubicBezTo>
                    <a:cubicBezTo>
                      <a:pt x="14669" y="6672"/>
                      <a:pt x="14394" y="6772"/>
                      <a:pt x="14177" y="6972"/>
                    </a:cubicBezTo>
                    <a:lnTo>
                      <a:pt x="13743" y="7439"/>
                    </a:lnTo>
                    <a:lnTo>
                      <a:pt x="13910" y="7572"/>
                    </a:lnTo>
                    <a:lnTo>
                      <a:pt x="14344" y="7139"/>
                    </a:lnTo>
                    <a:cubicBezTo>
                      <a:pt x="14510" y="6972"/>
                      <a:pt x="14727" y="6888"/>
                      <a:pt x="14944" y="6888"/>
                    </a:cubicBezTo>
                    <a:cubicBezTo>
                      <a:pt x="15161" y="6888"/>
                      <a:pt x="15378" y="6972"/>
                      <a:pt x="15544" y="7139"/>
                    </a:cubicBezTo>
                    <a:cubicBezTo>
                      <a:pt x="15745" y="7339"/>
                      <a:pt x="16011" y="7439"/>
                      <a:pt x="16312" y="7439"/>
                    </a:cubicBezTo>
                    <a:cubicBezTo>
                      <a:pt x="16579" y="7439"/>
                      <a:pt x="16879" y="7339"/>
                      <a:pt x="17079" y="7139"/>
                    </a:cubicBezTo>
                    <a:lnTo>
                      <a:pt x="17546" y="6672"/>
                    </a:lnTo>
                    <a:lnTo>
                      <a:pt x="17379" y="6505"/>
                    </a:lnTo>
                    <a:close/>
                    <a:moveTo>
                      <a:pt x="22816" y="8573"/>
                    </a:moveTo>
                    <a:lnTo>
                      <a:pt x="22683" y="8706"/>
                    </a:lnTo>
                    <a:lnTo>
                      <a:pt x="23150" y="9207"/>
                    </a:lnTo>
                    <a:cubicBezTo>
                      <a:pt x="23483" y="9540"/>
                      <a:pt x="23483" y="10074"/>
                      <a:pt x="23150" y="10408"/>
                    </a:cubicBezTo>
                    <a:cubicBezTo>
                      <a:pt x="22716" y="10808"/>
                      <a:pt x="22716" y="11508"/>
                      <a:pt x="23150" y="11909"/>
                    </a:cubicBezTo>
                    <a:lnTo>
                      <a:pt x="23584" y="12376"/>
                    </a:lnTo>
                    <a:lnTo>
                      <a:pt x="23750" y="12209"/>
                    </a:lnTo>
                    <a:lnTo>
                      <a:pt x="23283" y="11775"/>
                    </a:lnTo>
                    <a:cubicBezTo>
                      <a:pt x="22950" y="11442"/>
                      <a:pt x="22950" y="10875"/>
                      <a:pt x="23283" y="10541"/>
                    </a:cubicBezTo>
                    <a:cubicBezTo>
                      <a:pt x="23483" y="10341"/>
                      <a:pt x="23617" y="10074"/>
                      <a:pt x="23617" y="9807"/>
                    </a:cubicBezTo>
                    <a:cubicBezTo>
                      <a:pt x="23617" y="9507"/>
                      <a:pt x="23483" y="9240"/>
                      <a:pt x="23283" y="9040"/>
                    </a:cubicBezTo>
                    <a:lnTo>
                      <a:pt x="22816" y="8573"/>
                    </a:lnTo>
                    <a:close/>
                    <a:moveTo>
                      <a:pt x="9240" y="10641"/>
                    </a:moveTo>
                    <a:lnTo>
                      <a:pt x="9107" y="10775"/>
                    </a:lnTo>
                    <a:lnTo>
                      <a:pt x="9574" y="11242"/>
                    </a:lnTo>
                    <a:cubicBezTo>
                      <a:pt x="9907" y="11575"/>
                      <a:pt x="9907" y="12142"/>
                      <a:pt x="9574" y="12476"/>
                    </a:cubicBezTo>
                    <a:cubicBezTo>
                      <a:pt x="9173" y="12876"/>
                      <a:pt x="9173" y="13543"/>
                      <a:pt x="9574" y="13977"/>
                    </a:cubicBezTo>
                    <a:lnTo>
                      <a:pt x="10041" y="14410"/>
                    </a:lnTo>
                    <a:lnTo>
                      <a:pt x="10174" y="14277"/>
                    </a:lnTo>
                    <a:lnTo>
                      <a:pt x="9740" y="13843"/>
                    </a:lnTo>
                    <a:cubicBezTo>
                      <a:pt x="9373" y="13476"/>
                      <a:pt x="9373" y="12943"/>
                      <a:pt x="9740" y="12609"/>
                    </a:cubicBezTo>
                    <a:cubicBezTo>
                      <a:pt x="9907" y="12409"/>
                      <a:pt x="10041" y="12142"/>
                      <a:pt x="10041" y="11875"/>
                    </a:cubicBezTo>
                    <a:cubicBezTo>
                      <a:pt x="10041" y="11575"/>
                      <a:pt x="9940" y="11308"/>
                      <a:pt x="9740" y="11108"/>
                    </a:cubicBezTo>
                    <a:lnTo>
                      <a:pt x="9240" y="10641"/>
                    </a:lnTo>
                    <a:close/>
                    <a:moveTo>
                      <a:pt x="31422" y="13376"/>
                    </a:moveTo>
                    <a:lnTo>
                      <a:pt x="31422" y="14010"/>
                    </a:lnTo>
                    <a:cubicBezTo>
                      <a:pt x="31422" y="14477"/>
                      <a:pt x="31022" y="14877"/>
                      <a:pt x="30555" y="14877"/>
                    </a:cubicBezTo>
                    <a:cubicBezTo>
                      <a:pt x="29988" y="14877"/>
                      <a:pt x="29488" y="15344"/>
                      <a:pt x="29488" y="15945"/>
                    </a:cubicBezTo>
                    <a:lnTo>
                      <a:pt x="29488" y="16612"/>
                    </a:lnTo>
                    <a:lnTo>
                      <a:pt x="29721" y="16612"/>
                    </a:lnTo>
                    <a:lnTo>
                      <a:pt x="29721" y="15945"/>
                    </a:lnTo>
                    <a:cubicBezTo>
                      <a:pt x="29721" y="15478"/>
                      <a:pt x="30088" y="15078"/>
                      <a:pt x="30555" y="15078"/>
                    </a:cubicBezTo>
                    <a:cubicBezTo>
                      <a:pt x="31156" y="15078"/>
                      <a:pt x="31623" y="14611"/>
                      <a:pt x="31623" y="14010"/>
                    </a:cubicBezTo>
                    <a:lnTo>
                      <a:pt x="31623" y="13376"/>
                    </a:lnTo>
                    <a:close/>
                    <a:moveTo>
                      <a:pt x="16745" y="16245"/>
                    </a:moveTo>
                    <a:lnTo>
                      <a:pt x="16745" y="16879"/>
                    </a:lnTo>
                    <a:cubicBezTo>
                      <a:pt x="16745" y="17346"/>
                      <a:pt x="16345" y="17746"/>
                      <a:pt x="15878" y="17746"/>
                    </a:cubicBezTo>
                    <a:cubicBezTo>
                      <a:pt x="15278" y="17746"/>
                      <a:pt x="14811" y="18213"/>
                      <a:pt x="14811" y="18814"/>
                    </a:cubicBezTo>
                    <a:lnTo>
                      <a:pt x="14811" y="19481"/>
                    </a:lnTo>
                    <a:lnTo>
                      <a:pt x="15011" y="19481"/>
                    </a:lnTo>
                    <a:lnTo>
                      <a:pt x="15011" y="18814"/>
                    </a:lnTo>
                    <a:cubicBezTo>
                      <a:pt x="15011" y="18313"/>
                      <a:pt x="15411" y="17946"/>
                      <a:pt x="15878" y="17946"/>
                    </a:cubicBezTo>
                    <a:cubicBezTo>
                      <a:pt x="16478" y="17946"/>
                      <a:pt x="16945" y="17479"/>
                      <a:pt x="16945" y="16879"/>
                    </a:cubicBezTo>
                    <a:lnTo>
                      <a:pt x="16945" y="16245"/>
                    </a:lnTo>
                    <a:close/>
                    <a:moveTo>
                      <a:pt x="38661" y="17846"/>
                    </a:moveTo>
                    <a:lnTo>
                      <a:pt x="38661" y="18480"/>
                    </a:lnTo>
                    <a:cubicBezTo>
                      <a:pt x="38661" y="18947"/>
                      <a:pt x="38294" y="19347"/>
                      <a:pt x="37827" y="19347"/>
                    </a:cubicBezTo>
                    <a:cubicBezTo>
                      <a:pt x="37227" y="19347"/>
                      <a:pt x="36760" y="19814"/>
                      <a:pt x="36760" y="20415"/>
                    </a:cubicBezTo>
                    <a:lnTo>
                      <a:pt x="36760" y="21082"/>
                    </a:lnTo>
                    <a:lnTo>
                      <a:pt x="36960" y="21082"/>
                    </a:lnTo>
                    <a:lnTo>
                      <a:pt x="36960" y="20415"/>
                    </a:lnTo>
                    <a:cubicBezTo>
                      <a:pt x="36960" y="19948"/>
                      <a:pt x="37327" y="19548"/>
                      <a:pt x="37827" y="19548"/>
                    </a:cubicBezTo>
                    <a:cubicBezTo>
                      <a:pt x="38394" y="19548"/>
                      <a:pt x="38894" y="19081"/>
                      <a:pt x="38894" y="18480"/>
                    </a:cubicBezTo>
                    <a:lnTo>
                      <a:pt x="38894" y="17846"/>
                    </a:lnTo>
                    <a:close/>
                    <a:moveTo>
                      <a:pt x="21916" y="19814"/>
                    </a:moveTo>
                    <a:lnTo>
                      <a:pt x="21916" y="20015"/>
                    </a:lnTo>
                    <a:lnTo>
                      <a:pt x="22583" y="20015"/>
                    </a:lnTo>
                    <a:cubicBezTo>
                      <a:pt x="23050" y="20015"/>
                      <a:pt x="23450" y="20381"/>
                      <a:pt x="23450" y="20882"/>
                    </a:cubicBezTo>
                    <a:cubicBezTo>
                      <a:pt x="23450" y="21449"/>
                      <a:pt x="23917" y="21949"/>
                      <a:pt x="24518" y="21949"/>
                    </a:cubicBezTo>
                    <a:lnTo>
                      <a:pt x="25151" y="21949"/>
                    </a:lnTo>
                    <a:lnTo>
                      <a:pt x="25151" y="21716"/>
                    </a:lnTo>
                    <a:lnTo>
                      <a:pt x="24518" y="21716"/>
                    </a:lnTo>
                    <a:cubicBezTo>
                      <a:pt x="24051" y="21716"/>
                      <a:pt x="23650" y="21349"/>
                      <a:pt x="23650" y="20882"/>
                    </a:cubicBezTo>
                    <a:cubicBezTo>
                      <a:pt x="23650" y="20281"/>
                      <a:pt x="23183" y="19814"/>
                      <a:pt x="22583" y="19814"/>
                    </a:cubicBezTo>
                    <a:close/>
                    <a:moveTo>
                      <a:pt x="6004" y="22683"/>
                    </a:moveTo>
                    <a:lnTo>
                      <a:pt x="6004" y="22917"/>
                    </a:lnTo>
                    <a:lnTo>
                      <a:pt x="6671" y="22917"/>
                    </a:lnTo>
                    <a:cubicBezTo>
                      <a:pt x="7138" y="22917"/>
                      <a:pt x="7539" y="23284"/>
                      <a:pt x="7539" y="23751"/>
                    </a:cubicBezTo>
                    <a:cubicBezTo>
                      <a:pt x="7539" y="24351"/>
                      <a:pt x="8006" y="24818"/>
                      <a:pt x="8606" y="24818"/>
                    </a:cubicBezTo>
                    <a:lnTo>
                      <a:pt x="9240" y="24818"/>
                    </a:lnTo>
                    <a:lnTo>
                      <a:pt x="9240" y="24618"/>
                    </a:lnTo>
                    <a:lnTo>
                      <a:pt x="8606" y="24618"/>
                    </a:lnTo>
                    <a:cubicBezTo>
                      <a:pt x="8139" y="24618"/>
                      <a:pt x="7739" y="24218"/>
                      <a:pt x="7739" y="23751"/>
                    </a:cubicBezTo>
                    <a:cubicBezTo>
                      <a:pt x="7739" y="23183"/>
                      <a:pt x="7272" y="22683"/>
                      <a:pt x="6671" y="22683"/>
                    </a:cubicBezTo>
                    <a:close/>
                    <a:moveTo>
                      <a:pt x="31589" y="22850"/>
                    </a:moveTo>
                    <a:lnTo>
                      <a:pt x="31456" y="22983"/>
                    </a:lnTo>
                    <a:lnTo>
                      <a:pt x="31923" y="23450"/>
                    </a:lnTo>
                    <a:cubicBezTo>
                      <a:pt x="32256" y="23784"/>
                      <a:pt x="32256" y="24351"/>
                      <a:pt x="31923" y="24685"/>
                    </a:cubicBezTo>
                    <a:cubicBezTo>
                      <a:pt x="31523" y="25085"/>
                      <a:pt x="31523" y="25752"/>
                      <a:pt x="31923" y="26186"/>
                    </a:cubicBezTo>
                    <a:lnTo>
                      <a:pt x="32356" y="26619"/>
                    </a:lnTo>
                    <a:lnTo>
                      <a:pt x="32523" y="26486"/>
                    </a:lnTo>
                    <a:lnTo>
                      <a:pt x="32090" y="26052"/>
                    </a:lnTo>
                    <a:cubicBezTo>
                      <a:pt x="31723" y="25719"/>
                      <a:pt x="31723" y="25152"/>
                      <a:pt x="32090" y="24818"/>
                    </a:cubicBezTo>
                    <a:cubicBezTo>
                      <a:pt x="32490" y="24418"/>
                      <a:pt x="32490" y="23717"/>
                      <a:pt x="32090" y="23317"/>
                    </a:cubicBezTo>
                    <a:lnTo>
                      <a:pt x="31589" y="22850"/>
                    </a:lnTo>
                    <a:close/>
                    <a:moveTo>
                      <a:pt x="1201" y="26186"/>
                    </a:moveTo>
                    <a:lnTo>
                      <a:pt x="734" y="26653"/>
                    </a:lnTo>
                    <a:cubicBezTo>
                      <a:pt x="566" y="26820"/>
                      <a:pt x="352" y="26894"/>
                      <a:pt x="130" y="26894"/>
                    </a:cubicBezTo>
                    <a:cubicBezTo>
                      <a:pt x="87" y="26894"/>
                      <a:pt x="43" y="26892"/>
                      <a:pt x="0" y="26886"/>
                    </a:cubicBezTo>
                    <a:cubicBezTo>
                      <a:pt x="0" y="26953"/>
                      <a:pt x="0" y="27020"/>
                      <a:pt x="0" y="27086"/>
                    </a:cubicBezTo>
                    <a:lnTo>
                      <a:pt x="100" y="27086"/>
                    </a:lnTo>
                    <a:cubicBezTo>
                      <a:pt x="128" y="27090"/>
                      <a:pt x="156" y="27091"/>
                      <a:pt x="184" y="27091"/>
                    </a:cubicBezTo>
                    <a:cubicBezTo>
                      <a:pt x="428" y="27091"/>
                      <a:pt x="688" y="26966"/>
                      <a:pt x="867" y="26786"/>
                    </a:cubicBezTo>
                    <a:lnTo>
                      <a:pt x="1334" y="26319"/>
                    </a:lnTo>
                    <a:lnTo>
                      <a:pt x="1201" y="26186"/>
                    </a:lnTo>
                    <a:close/>
                    <a:moveTo>
                      <a:pt x="17613" y="27386"/>
                    </a:moveTo>
                    <a:lnTo>
                      <a:pt x="17146" y="27853"/>
                    </a:lnTo>
                    <a:cubicBezTo>
                      <a:pt x="16979" y="28020"/>
                      <a:pt x="16762" y="28104"/>
                      <a:pt x="16545" y="28104"/>
                    </a:cubicBezTo>
                    <a:cubicBezTo>
                      <a:pt x="16328" y="28104"/>
                      <a:pt x="16112" y="28020"/>
                      <a:pt x="15945" y="27853"/>
                    </a:cubicBezTo>
                    <a:cubicBezTo>
                      <a:pt x="15728" y="27653"/>
                      <a:pt x="15453" y="27553"/>
                      <a:pt x="15178" y="27553"/>
                    </a:cubicBezTo>
                    <a:cubicBezTo>
                      <a:pt x="14902" y="27553"/>
                      <a:pt x="14627" y="27653"/>
                      <a:pt x="14410" y="27853"/>
                    </a:cubicBezTo>
                    <a:lnTo>
                      <a:pt x="13977" y="28287"/>
                    </a:lnTo>
                    <a:lnTo>
                      <a:pt x="14143" y="28454"/>
                    </a:lnTo>
                    <a:lnTo>
                      <a:pt x="14577" y="27987"/>
                    </a:lnTo>
                    <a:cubicBezTo>
                      <a:pt x="14744" y="27820"/>
                      <a:pt x="14961" y="27737"/>
                      <a:pt x="15178" y="27737"/>
                    </a:cubicBezTo>
                    <a:cubicBezTo>
                      <a:pt x="15394" y="27737"/>
                      <a:pt x="15611" y="27820"/>
                      <a:pt x="15778" y="27987"/>
                    </a:cubicBezTo>
                    <a:cubicBezTo>
                      <a:pt x="15995" y="28204"/>
                      <a:pt x="16270" y="28312"/>
                      <a:pt x="16545" y="28312"/>
                    </a:cubicBezTo>
                    <a:cubicBezTo>
                      <a:pt x="16820" y="28312"/>
                      <a:pt x="17096" y="28204"/>
                      <a:pt x="17312" y="27987"/>
                    </a:cubicBezTo>
                    <a:lnTo>
                      <a:pt x="17779" y="27520"/>
                    </a:lnTo>
                    <a:lnTo>
                      <a:pt x="17613" y="27386"/>
                    </a:lnTo>
                    <a:close/>
                    <a:moveTo>
                      <a:pt x="40796" y="28754"/>
                    </a:moveTo>
                    <a:lnTo>
                      <a:pt x="40329" y="29221"/>
                    </a:lnTo>
                    <a:cubicBezTo>
                      <a:pt x="40162" y="29405"/>
                      <a:pt x="39945" y="29496"/>
                      <a:pt x="39728" y="29496"/>
                    </a:cubicBezTo>
                    <a:cubicBezTo>
                      <a:pt x="39512" y="29496"/>
                      <a:pt x="39295" y="29405"/>
                      <a:pt x="39128" y="29221"/>
                    </a:cubicBezTo>
                    <a:cubicBezTo>
                      <a:pt x="38911" y="29021"/>
                      <a:pt x="38636" y="28921"/>
                      <a:pt x="38365" y="28921"/>
                    </a:cubicBezTo>
                    <a:cubicBezTo>
                      <a:pt x="38094" y="28921"/>
                      <a:pt x="37827" y="29021"/>
                      <a:pt x="37627" y="29221"/>
                    </a:cubicBezTo>
                    <a:lnTo>
                      <a:pt x="37160" y="29688"/>
                    </a:lnTo>
                    <a:lnTo>
                      <a:pt x="37327" y="29822"/>
                    </a:lnTo>
                    <a:lnTo>
                      <a:pt x="37760" y="29388"/>
                    </a:lnTo>
                    <a:cubicBezTo>
                      <a:pt x="37927" y="29221"/>
                      <a:pt x="38144" y="29138"/>
                      <a:pt x="38361" y="29138"/>
                    </a:cubicBezTo>
                    <a:cubicBezTo>
                      <a:pt x="38578" y="29138"/>
                      <a:pt x="38794" y="29221"/>
                      <a:pt x="38961" y="29388"/>
                    </a:cubicBezTo>
                    <a:cubicBezTo>
                      <a:pt x="39161" y="29588"/>
                      <a:pt x="39428" y="29688"/>
                      <a:pt x="39728" y="29688"/>
                    </a:cubicBezTo>
                    <a:cubicBezTo>
                      <a:pt x="39995" y="29688"/>
                      <a:pt x="40295" y="29588"/>
                      <a:pt x="40496" y="29388"/>
                    </a:cubicBezTo>
                    <a:lnTo>
                      <a:pt x="40963" y="28921"/>
                    </a:lnTo>
                    <a:lnTo>
                      <a:pt x="40796" y="28754"/>
                    </a:lnTo>
                    <a:close/>
                    <a:moveTo>
                      <a:pt x="24417" y="29288"/>
                    </a:moveTo>
                    <a:lnTo>
                      <a:pt x="24417" y="29922"/>
                    </a:lnTo>
                    <a:cubicBezTo>
                      <a:pt x="24417" y="30389"/>
                      <a:pt x="24017" y="30789"/>
                      <a:pt x="23550" y="30789"/>
                    </a:cubicBezTo>
                    <a:cubicBezTo>
                      <a:pt x="22950" y="30789"/>
                      <a:pt x="22483" y="31256"/>
                      <a:pt x="22483" y="31856"/>
                    </a:cubicBezTo>
                    <a:lnTo>
                      <a:pt x="22483" y="32557"/>
                    </a:lnTo>
                    <a:lnTo>
                      <a:pt x="22683" y="32557"/>
                    </a:lnTo>
                    <a:lnTo>
                      <a:pt x="22683" y="31856"/>
                    </a:lnTo>
                    <a:cubicBezTo>
                      <a:pt x="22683" y="31389"/>
                      <a:pt x="23083" y="30989"/>
                      <a:pt x="23550" y="30989"/>
                    </a:cubicBezTo>
                    <a:cubicBezTo>
                      <a:pt x="24151" y="30989"/>
                      <a:pt x="24618" y="30522"/>
                      <a:pt x="24618" y="29922"/>
                    </a:cubicBezTo>
                    <a:lnTo>
                      <a:pt x="24618" y="29288"/>
                    </a:lnTo>
                    <a:close/>
                    <a:moveTo>
                      <a:pt x="8039" y="31356"/>
                    </a:moveTo>
                    <a:lnTo>
                      <a:pt x="7872" y="31489"/>
                    </a:lnTo>
                    <a:lnTo>
                      <a:pt x="8339" y="31956"/>
                    </a:lnTo>
                    <a:cubicBezTo>
                      <a:pt x="8673" y="32290"/>
                      <a:pt x="8673" y="32857"/>
                      <a:pt x="8339" y="33191"/>
                    </a:cubicBezTo>
                    <a:cubicBezTo>
                      <a:pt x="7939" y="33591"/>
                      <a:pt x="7939" y="34258"/>
                      <a:pt x="8339" y="34692"/>
                    </a:cubicBezTo>
                    <a:lnTo>
                      <a:pt x="8806" y="35125"/>
                    </a:lnTo>
                    <a:lnTo>
                      <a:pt x="8940" y="34992"/>
                    </a:lnTo>
                    <a:lnTo>
                      <a:pt x="8473" y="34558"/>
                    </a:lnTo>
                    <a:cubicBezTo>
                      <a:pt x="8139" y="34191"/>
                      <a:pt x="8139" y="33658"/>
                      <a:pt x="8473" y="33324"/>
                    </a:cubicBezTo>
                    <a:cubicBezTo>
                      <a:pt x="8673" y="33124"/>
                      <a:pt x="8806" y="32857"/>
                      <a:pt x="8806" y="32590"/>
                    </a:cubicBezTo>
                    <a:cubicBezTo>
                      <a:pt x="8806" y="32290"/>
                      <a:pt x="8673" y="32023"/>
                      <a:pt x="8473" y="31823"/>
                    </a:cubicBezTo>
                    <a:lnTo>
                      <a:pt x="8039" y="31356"/>
                    </a:lnTo>
                    <a:close/>
                    <a:moveTo>
                      <a:pt x="31056" y="33491"/>
                    </a:moveTo>
                    <a:lnTo>
                      <a:pt x="31056" y="33691"/>
                    </a:lnTo>
                    <a:lnTo>
                      <a:pt x="31723" y="33691"/>
                    </a:lnTo>
                    <a:cubicBezTo>
                      <a:pt x="32223" y="33691"/>
                      <a:pt x="32590" y="34058"/>
                      <a:pt x="32590" y="34558"/>
                    </a:cubicBezTo>
                    <a:cubicBezTo>
                      <a:pt x="32590" y="35125"/>
                      <a:pt x="33057" y="35626"/>
                      <a:pt x="33657" y="35626"/>
                    </a:cubicBezTo>
                    <a:lnTo>
                      <a:pt x="34291" y="35626"/>
                    </a:lnTo>
                    <a:lnTo>
                      <a:pt x="34291" y="35392"/>
                    </a:lnTo>
                    <a:lnTo>
                      <a:pt x="33657" y="35392"/>
                    </a:lnTo>
                    <a:cubicBezTo>
                      <a:pt x="33190" y="35392"/>
                      <a:pt x="32790" y="35025"/>
                      <a:pt x="32790" y="34558"/>
                    </a:cubicBezTo>
                    <a:cubicBezTo>
                      <a:pt x="32790" y="33958"/>
                      <a:pt x="32323" y="33491"/>
                      <a:pt x="31723" y="33491"/>
                    </a:cubicBezTo>
                    <a:close/>
                    <a:moveTo>
                      <a:pt x="43698" y="33257"/>
                    </a:moveTo>
                    <a:lnTo>
                      <a:pt x="43564" y="33391"/>
                    </a:lnTo>
                    <a:lnTo>
                      <a:pt x="44031" y="33858"/>
                    </a:lnTo>
                    <a:cubicBezTo>
                      <a:pt x="44365" y="34191"/>
                      <a:pt x="44365" y="34758"/>
                      <a:pt x="44031" y="35092"/>
                    </a:cubicBezTo>
                    <a:cubicBezTo>
                      <a:pt x="43598" y="35492"/>
                      <a:pt x="43598" y="36159"/>
                      <a:pt x="44031" y="36593"/>
                    </a:cubicBezTo>
                    <a:lnTo>
                      <a:pt x="44465" y="37027"/>
                    </a:lnTo>
                    <a:lnTo>
                      <a:pt x="44632" y="36893"/>
                    </a:lnTo>
                    <a:lnTo>
                      <a:pt x="44165" y="36460"/>
                    </a:lnTo>
                    <a:cubicBezTo>
                      <a:pt x="43831" y="36126"/>
                      <a:pt x="43831" y="35559"/>
                      <a:pt x="44165" y="35225"/>
                    </a:cubicBezTo>
                    <a:cubicBezTo>
                      <a:pt x="44599" y="34825"/>
                      <a:pt x="44599" y="34125"/>
                      <a:pt x="44165" y="33724"/>
                    </a:cubicBezTo>
                    <a:lnTo>
                      <a:pt x="43698" y="33257"/>
                    </a:lnTo>
                    <a:close/>
                    <a:moveTo>
                      <a:pt x="13910" y="36593"/>
                    </a:moveTo>
                    <a:lnTo>
                      <a:pt x="13910" y="36793"/>
                    </a:lnTo>
                    <a:lnTo>
                      <a:pt x="14577" y="36793"/>
                    </a:lnTo>
                    <a:cubicBezTo>
                      <a:pt x="15044" y="36793"/>
                      <a:pt x="15444" y="37193"/>
                      <a:pt x="15444" y="37660"/>
                    </a:cubicBezTo>
                    <a:cubicBezTo>
                      <a:pt x="15444" y="38261"/>
                      <a:pt x="15911" y="38728"/>
                      <a:pt x="16512" y="38728"/>
                    </a:cubicBezTo>
                    <a:lnTo>
                      <a:pt x="17112" y="38728"/>
                    </a:lnTo>
                    <a:lnTo>
                      <a:pt x="17112" y="38528"/>
                    </a:lnTo>
                    <a:lnTo>
                      <a:pt x="16512" y="38528"/>
                    </a:lnTo>
                    <a:cubicBezTo>
                      <a:pt x="16011" y="38528"/>
                      <a:pt x="15645" y="38127"/>
                      <a:pt x="15645" y="37660"/>
                    </a:cubicBezTo>
                    <a:cubicBezTo>
                      <a:pt x="15645" y="37060"/>
                      <a:pt x="15144" y="36593"/>
                      <a:pt x="14577" y="36593"/>
                    </a:cubicBezTo>
                    <a:close/>
                    <a:moveTo>
                      <a:pt x="1935" y="39695"/>
                    </a:moveTo>
                    <a:lnTo>
                      <a:pt x="1901" y="39929"/>
                    </a:lnTo>
                    <a:cubicBezTo>
                      <a:pt x="2035" y="39995"/>
                      <a:pt x="2202" y="40029"/>
                      <a:pt x="2368" y="40029"/>
                    </a:cubicBezTo>
                    <a:lnTo>
                      <a:pt x="3036" y="40029"/>
                    </a:lnTo>
                    <a:lnTo>
                      <a:pt x="3036" y="39829"/>
                    </a:lnTo>
                    <a:lnTo>
                      <a:pt x="2368" y="39829"/>
                    </a:lnTo>
                    <a:cubicBezTo>
                      <a:pt x="2235" y="39829"/>
                      <a:pt x="2068" y="39795"/>
                      <a:pt x="1935" y="39695"/>
                    </a:cubicBezTo>
                    <a:close/>
                    <a:moveTo>
                      <a:pt x="25385" y="38061"/>
                    </a:moveTo>
                    <a:lnTo>
                      <a:pt x="25251" y="38228"/>
                    </a:lnTo>
                    <a:lnTo>
                      <a:pt x="25718" y="38695"/>
                    </a:lnTo>
                    <a:cubicBezTo>
                      <a:pt x="26052" y="39028"/>
                      <a:pt x="26052" y="39562"/>
                      <a:pt x="25718" y="39895"/>
                    </a:cubicBezTo>
                    <a:cubicBezTo>
                      <a:pt x="25285" y="40329"/>
                      <a:pt x="25285" y="40996"/>
                      <a:pt x="25718" y="41430"/>
                    </a:cubicBezTo>
                    <a:lnTo>
                      <a:pt x="26152" y="41863"/>
                    </a:lnTo>
                    <a:lnTo>
                      <a:pt x="26319" y="41730"/>
                    </a:lnTo>
                    <a:lnTo>
                      <a:pt x="25852" y="41263"/>
                    </a:lnTo>
                    <a:cubicBezTo>
                      <a:pt x="25518" y="40929"/>
                      <a:pt x="25518" y="40396"/>
                      <a:pt x="25852" y="40062"/>
                    </a:cubicBezTo>
                    <a:cubicBezTo>
                      <a:pt x="26052" y="39862"/>
                      <a:pt x="26185" y="39562"/>
                      <a:pt x="26185" y="39295"/>
                    </a:cubicBezTo>
                    <a:cubicBezTo>
                      <a:pt x="26185" y="39028"/>
                      <a:pt x="26052" y="38728"/>
                      <a:pt x="25852" y="38528"/>
                    </a:cubicBezTo>
                    <a:lnTo>
                      <a:pt x="25385" y="38061"/>
                    </a:lnTo>
                    <a:close/>
                    <a:moveTo>
                      <a:pt x="39728" y="38961"/>
                    </a:moveTo>
                    <a:lnTo>
                      <a:pt x="39728" y="39629"/>
                    </a:lnTo>
                    <a:cubicBezTo>
                      <a:pt x="39695" y="40096"/>
                      <a:pt x="39328" y="40462"/>
                      <a:pt x="38894" y="40462"/>
                    </a:cubicBezTo>
                    <a:cubicBezTo>
                      <a:pt x="38294" y="40462"/>
                      <a:pt x="37827" y="40929"/>
                      <a:pt x="37827" y="41530"/>
                    </a:cubicBezTo>
                    <a:lnTo>
                      <a:pt x="37827" y="42197"/>
                    </a:lnTo>
                    <a:lnTo>
                      <a:pt x="38027" y="42197"/>
                    </a:lnTo>
                    <a:lnTo>
                      <a:pt x="37994" y="41530"/>
                    </a:lnTo>
                    <a:cubicBezTo>
                      <a:pt x="37994" y="41063"/>
                      <a:pt x="38394" y="40663"/>
                      <a:pt x="38861" y="40663"/>
                    </a:cubicBezTo>
                    <a:cubicBezTo>
                      <a:pt x="38880" y="40664"/>
                      <a:pt x="38899" y="40664"/>
                      <a:pt x="38918" y="40664"/>
                    </a:cubicBezTo>
                    <a:cubicBezTo>
                      <a:pt x="39491" y="40664"/>
                      <a:pt x="39929" y="40177"/>
                      <a:pt x="39929" y="39595"/>
                    </a:cubicBezTo>
                    <a:lnTo>
                      <a:pt x="39929" y="38961"/>
                    </a:lnTo>
                    <a:close/>
                    <a:moveTo>
                      <a:pt x="11075" y="42697"/>
                    </a:moveTo>
                    <a:lnTo>
                      <a:pt x="10608" y="43164"/>
                    </a:lnTo>
                    <a:cubicBezTo>
                      <a:pt x="10424" y="43331"/>
                      <a:pt x="10199" y="43415"/>
                      <a:pt x="9978" y="43415"/>
                    </a:cubicBezTo>
                    <a:cubicBezTo>
                      <a:pt x="9757" y="43415"/>
                      <a:pt x="9540" y="43331"/>
                      <a:pt x="9373" y="43164"/>
                    </a:cubicBezTo>
                    <a:cubicBezTo>
                      <a:pt x="9157" y="42964"/>
                      <a:pt x="8881" y="42864"/>
                      <a:pt x="8610" y="42864"/>
                    </a:cubicBezTo>
                    <a:cubicBezTo>
                      <a:pt x="8339" y="42864"/>
                      <a:pt x="8072" y="42964"/>
                      <a:pt x="7872" y="43164"/>
                    </a:cubicBezTo>
                    <a:lnTo>
                      <a:pt x="7405" y="43598"/>
                    </a:lnTo>
                    <a:lnTo>
                      <a:pt x="7572" y="43765"/>
                    </a:lnTo>
                    <a:lnTo>
                      <a:pt x="8006" y="43298"/>
                    </a:lnTo>
                    <a:cubicBezTo>
                      <a:pt x="8173" y="43148"/>
                      <a:pt x="8398" y="43073"/>
                      <a:pt x="8623" y="43073"/>
                    </a:cubicBezTo>
                    <a:cubicBezTo>
                      <a:pt x="8848" y="43073"/>
                      <a:pt x="9073" y="43148"/>
                      <a:pt x="9240" y="43298"/>
                    </a:cubicBezTo>
                    <a:cubicBezTo>
                      <a:pt x="9440" y="43515"/>
                      <a:pt x="9707" y="43623"/>
                      <a:pt x="9978" y="43623"/>
                    </a:cubicBezTo>
                    <a:cubicBezTo>
                      <a:pt x="10249" y="43623"/>
                      <a:pt x="10524" y="43515"/>
                      <a:pt x="10741" y="43298"/>
                    </a:cubicBezTo>
                    <a:lnTo>
                      <a:pt x="11208" y="42831"/>
                    </a:lnTo>
                    <a:lnTo>
                      <a:pt x="11075" y="42697"/>
                    </a:lnTo>
                    <a:close/>
                    <a:moveTo>
                      <a:pt x="33157" y="44699"/>
                    </a:moveTo>
                    <a:lnTo>
                      <a:pt x="32690" y="45166"/>
                    </a:lnTo>
                    <a:cubicBezTo>
                      <a:pt x="32523" y="45333"/>
                      <a:pt x="32306" y="45416"/>
                      <a:pt x="32090" y="45416"/>
                    </a:cubicBezTo>
                    <a:cubicBezTo>
                      <a:pt x="31873" y="45416"/>
                      <a:pt x="31656" y="45333"/>
                      <a:pt x="31489" y="45166"/>
                    </a:cubicBezTo>
                    <a:cubicBezTo>
                      <a:pt x="31272" y="44966"/>
                      <a:pt x="30997" y="44866"/>
                      <a:pt x="30726" y="44866"/>
                    </a:cubicBezTo>
                    <a:cubicBezTo>
                      <a:pt x="30455" y="44866"/>
                      <a:pt x="30188" y="44966"/>
                      <a:pt x="29988" y="45166"/>
                    </a:cubicBezTo>
                    <a:lnTo>
                      <a:pt x="29521" y="45599"/>
                    </a:lnTo>
                    <a:lnTo>
                      <a:pt x="29688" y="45766"/>
                    </a:lnTo>
                    <a:lnTo>
                      <a:pt x="30122" y="45333"/>
                    </a:lnTo>
                    <a:cubicBezTo>
                      <a:pt x="30288" y="45149"/>
                      <a:pt x="30505" y="45057"/>
                      <a:pt x="30722" y="45057"/>
                    </a:cubicBezTo>
                    <a:cubicBezTo>
                      <a:pt x="30939" y="45057"/>
                      <a:pt x="31156" y="45149"/>
                      <a:pt x="31322" y="45333"/>
                    </a:cubicBezTo>
                    <a:cubicBezTo>
                      <a:pt x="31539" y="45533"/>
                      <a:pt x="31814" y="45633"/>
                      <a:pt x="32090" y="45633"/>
                    </a:cubicBezTo>
                    <a:cubicBezTo>
                      <a:pt x="32365" y="45633"/>
                      <a:pt x="32640" y="45533"/>
                      <a:pt x="32857" y="45333"/>
                    </a:cubicBezTo>
                    <a:lnTo>
                      <a:pt x="33324" y="44832"/>
                    </a:lnTo>
                    <a:lnTo>
                      <a:pt x="33157" y="44699"/>
                    </a:lnTo>
                    <a:close/>
                    <a:moveTo>
                      <a:pt x="44065" y="44332"/>
                    </a:moveTo>
                    <a:lnTo>
                      <a:pt x="44065" y="44532"/>
                    </a:lnTo>
                    <a:lnTo>
                      <a:pt x="44765" y="44532"/>
                    </a:lnTo>
                    <a:cubicBezTo>
                      <a:pt x="45232" y="44532"/>
                      <a:pt x="45599" y="44932"/>
                      <a:pt x="45599" y="45399"/>
                    </a:cubicBezTo>
                    <a:cubicBezTo>
                      <a:pt x="45599" y="46000"/>
                      <a:pt x="46100" y="46467"/>
                      <a:pt x="46667" y="46467"/>
                    </a:cubicBezTo>
                    <a:lnTo>
                      <a:pt x="47300" y="46467"/>
                    </a:lnTo>
                    <a:lnTo>
                      <a:pt x="47300" y="46267"/>
                    </a:lnTo>
                    <a:lnTo>
                      <a:pt x="46667" y="46267"/>
                    </a:lnTo>
                    <a:cubicBezTo>
                      <a:pt x="46200" y="46267"/>
                      <a:pt x="45833" y="45866"/>
                      <a:pt x="45833" y="45399"/>
                    </a:cubicBezTo>
                    <a:cubicBezTo>
                      <a:pt x="45833" y="44799"/>
                      <a:pt x="45332" y="44332"/>
                      <a:pt x="44765" y="44332"/>
                    </a:cubicBezTo>
                    <a:close/>
                    <a:moveTo>
                      <a:pt x="19447" y="44499"/>
                    </a:moveTo>
                    <a:lnTo>
                      <a:pt x="19447" y="45132"/>
                    </a:lnTo>
                    <a:cubicBezTo>
                      <a:pt x="19447" y="45599"/>
                      <a:pt x="19047" y="46000"/>
                      <a:pt x="18580" y="46000"/>
                    </a:cubicBezTo>
                    <a:cubicBezTo>
                      <a:pt x="18013" y="46000"/>
                      <a:pt x="17513" y="46467"/>
                      <a:pt x="17513" y="47067"/>
                    </a:cubicBezTo>
                    <a:lnTo>
                      <a:pt x="17513" y="47734"/>
                    </a:lnTo>
                    <a:lnTo>
                      <a:pt x="17746" y="47734"/>
                    </a:lnTo>
                    <a:lnTo>
                      <a:pt x="17746" y="47067"/>
                    </a:lnTo>
                    <a:cubicBezTo>
                      <a:pt x="17746" y="46600"/>
                      <a:pt x="18113" y="46200"/>
                      <a:pt x="18580" y="46200"/>
                    </a:cubicBezTo>
                    <a:cubicBezTo>
                      <a:pt x="19180" y="46200"/>
                      <a:pt x="19647" y="45733"/>
                      <a:pt x="19647" y="45132"/>
                    </a:cubicBezTo>
                    <a:lnTo>
                      <a:pt x="19647" y="44499"/>
                    </a:lnTo>
                    <a:close/>
                    <a:moveTo>
                      <a:pt x="2202" y="49736"/>
                    </a:moveTo>
                    <a:lnTo>
                      <a:pt x="2202" y="49936"/>
                    </a:lnTo>
                    <a:lnTo>
                      <a:pt x="2835" y="49936"/>
                    </a:lnTo>
                    <a:cubicBezTo>
                      <a:pt x="3336" y="49936"/>
                      <a:pt x="3703" y="50336"/>
                      <a:pt x="3703" y="50803"/>
                    </a:cubicBezTo>
                    <a:cubicBezTo>
                      <a:pt x="3703" y="51404"/>
                      <a:pt x="4170" y="51871"/>
                      <a:pt x="4770" y="51871"/>
                    </a:cubicBezTo>
                    <a:lnTo>
                      <a:pt x="5404" y="51871"/>
                    </a:lnTo>
                    <a:lnTo>
                      <a:pt x="5404" y="51671"/>
                    </a:lnTo>
                    <a:lnTo>
                      <a:pt x="4770" y="51671"/>
                    </a:lnTo>
                    <a:cubicBezTo>
                      <a:pt x="4303" y="51671"/>
                      <a:pt x="3903" y="51270"/>
                      <a:pt x="3903" y="50803"/>
                    </a:cubicBezTo>
                    <a:cubicBezTo>
                      <a:pt x="3903" y="50203"/>
                      <a:pt x="3436" y="49736"/>
                      <a:pt x="2835" y="49736"/>
                    </a:cubicBezTo>
                    <a:close/>
                    <a:moveTo>
                      <a:pt x="37960" y="48535"/>
                    </a:moveTo>
                    <a:lnTo>
                      <a:pt x="37794" y="48668"/>
                    </a:lnTo>
                    <a:lnTo>
                      <a:pt x="38294" y="49135"/>
                    </a:lnTo>
                    <a:cubicBezTo>
                      <a:pt x="38628" y="49469"/>
                      <a:pt x="38628" y="50036"/>
                      <a:pt x="38294" y="50370"/>
                    </a:cubicBezTo>
                    <a:cubicBezTo>
                      <a:pt x="37860" y="50770"/>
                      <a:pt x="37860" y="51437"/>
                      <a:pt x="38294" y="51871"/>
                    </a:cubicBezTo>
                    <a:lnTo>
                      <a:pt x="38728" y="52304"/>
                    </a:lnTo>
                    <a:lnTo>
                      <a:pt x="38894" y="52171"/>
                    </a:lnTo>
                    <a:lnTo>
                      <a:pt x="38427" y="51737"/>
                    </a:lnTo>
                    <a:cubicBezTo>
                      <a:pt x="38094" y="51370"/>
                      <a:pt x="38094" y="50837"/>
                      <a:pt x="38427" y="50503"/>
                    </a:cubicBezTo>
                    <a:cubicBezTo>
                      <a:pt x="38828" y="50103"/>
                      <a:pt x="38828" y="49402"/>
                      <a:pt x="38427" y="49002"/>
                    </a:cubicBezTo>
                    <a:lnTo>
                      <a:pt x="37960" y="48535"/>
                    </a:lnTo>
                    <a:close/>
                    <a:moveTo>
                      <a:pt x="15011" y="51704"/>
                    </a:moveTo>
                    <a:lnTo>
                      <a:pt x="14544" y="52171"/>
                    </a:lnTo>
                    <a:cubicBezTo>
                      <a:pt x="14377" y="52338"/>
                      <a:pt x="14160" y="52421"/>
                      <a:pt x="13943" y="52421"/>
                    </a:cubicBezTo>
                    <a:cubicBezTo>
                      <a:pt x="13727" y="52421"/>
                      <a:pt x="13510" y="52338"/>
                      <a:pt x="13343" y="52171"/>
                    </a:cubicBezTo>
                    <a:cubicBezTo>
                      <a:pt x="13126" y="51971"/>
                      <a:pt x="12851" y="51871"/>
                      <a:pt x="12576" y="51871"/>
                    </a:cubicBezTo>
                    <a:cubicBezTo>
                      <a:pt x="12300" y="51871"/>
                      <a:pt x="12025" y="51971"/>
                      <a:pt x="11808" y="52171"/>
                    </a:cubicBezTo>
                    <a:lnTo>
                      <a:pt x="11375" y="52605"/>
                    </a:lnTo>
                    <a:lnTo>
                      <a:pt x="11508" y="52771"/>
                    </a:lnTo>
                    <a:lnTo>
                      <a:pt x="11975" y="52304"/>
                    </a:lnTo>
                    <a:cubicBezTo>
                      <a:pt x="12142" y="52154"/>
                      <a:pt x="12359" y="52079"/>
                      <a:pt x="12576" y="52079"/>
                    </a:cubicBezTo>
                    <a:cubicBezTo>
                      <a:pt x="12793" y="52079"/>
                      <a:pt x="13009" y="52154"/>
                      <a:pt x="13176" y="52304"/>
                    </a:cubicBezTo>
                    <a:cubicBezTo>
                      <a:pt x="13376" y="52504"/>
                      <a:pt x="13643" y="52638"/>
                      <a:pt x="13943" y="52638"/>
                    </a:cubicBezTo>
                    <a:cubicBezTo>
                      <a:pt x="14210" y="52638"/>
                      <a:pt x="14477" y="52504"/>
                      <a:pt x="14711" y="52304"/>
                    </a:cubicBezTo>
                    <a:lnTo>
                      <a:pt x="15178" y="51837"/>
                    </a:lnTo>
                    <a:lnTo>
                      <a:pt x="15011" y="51704"/>
                    </a:lnTo>
                    <a:close/>
                    <a:moveTo>
                      <a:pt x="23884" y="50770"/>
                    </a:moveTo>
                    <a:lnTo>
                      <a:pt x="23884" y="50970"/>
                    </a:lnTo>
                    <a:lnTo>
                      <a:pt x="24551" y="50970"/>
                    </a:lnTo>
                    <a:cubicBezTo>
                      <a:pt x="25018" y="50970"/>
                      <a:pt x="25418" y="51337"/>
                      <a:pt x="25418" y="51837"/>
                    </a:cubicBezTo>
                    <a:cubicBezTo>
                      <a:pt x="25418" y="52404"/>
                      <a:pt x="25885" y="52905"/>
                      <a:pt x="26486" y="52905"/>
                    </a:cubicBezTo>
                    <a:lnTo>
                      <a:pt x="27119" y="52905"/>
                    </a:lnTo>
                    <a:lnTo>
                      <a:pt x="27119" y="52671"/>
                    </a:lnTo>
                    <a:lnTo>
                      <a:pt x="26486" y="52671"/>
                    </a:lnTo>
                    <a:cubicBezTo>
                      <a:pt x="26019" y="52671"/>
                      <a:pt x="25618" y="52304"/>
                      <a:pt x="25618" y="51837"/>
                    </a:cubicBezTo>
                    <a:cubicBezTo>
                      <a:pt x="25618" y="51237"/>
                      <a:pt x="25151" y="50770"/>
                      <a:pt x="24551" y="507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42;p24">
                <a:extLst>
                  <a:ext uri="{FF2B5EF4-FFF2-40B4-BE49-F238E27FC236}">
                    <a16:creationId xmlns:a16="http://schemas.microsoft.com/office/drawing/2014/main" id="{D614623F-3690-EC1A-8297-031B0A187AC0}"/>
                  </a:ext>
                </a:extLst>
              </p:cNvPr>
              <p:cNvSpPr/>
              <p:nvPr/>
            </p:nvSpPr>
            <p:spPr>
              <a:xfrm>
                <a:off x="6492190" y="1724138"/>
                <a:ext cx="362077" cy="636309"/>
              </a:xfrm>
              <a:custGeom>
                <a:avLst/>
                <a:gdLst/>
                <a:ahLst/>
                <a:cxnLst/>
                <a:rect l="l" t="t" r="r" b="b"/>
                <a:pathLst>
                  <a:path w="13878" h="24389" extrusionOk="0">
                    <a:moveTo>
                      <a:pt x="9341" y="0"/>
                    </a:moveTo>
                    <a:lnTo>
                      <a:pt x="8140" y="1035"/>
                    </a:lnTo>
                    <a:lnTo>
                      <a:pt x="1" y="8607"/>
                    </a:lnTo>
                    <a:lnTo>
                      <a:pt x="3170" y="16145"/>
                    </a:lnTo>
                    <a:lnTo>
                      <a:pt x="3403" y="16712"/>
                    </a:lnTo>
                    <a:cubicBezTo>
                      <a:pt x="3403" y="16712"/>
                      <a:pt x="2363" y="24388"/>
                      <a:pt x="3685" y="24388"/>
                    </a:cubicBezTo>
                    <a:cubicBezTo>
                      <a:pt x="3702" y="24388"/>
                      <a:pt x="3719" y="24387"/>
                      <a:pt x="3737" y="24385"/>
                    </a:cubicBezTo>
                    <a:cubicBezTo>
                      <a:pt x="8040" y="23817"/>
                      <a:pt x="13811" y="16679"/>
                      <a:pt x="13844" y="15712"/>
                    </a:cubicBezTo>
                    <a:cubicBezTo>
                      <a:pt x="13877" y="15311"/>
                      <a:pt x="13177" y="11909"/>
                      <a:pt x="12243" y="8673"/>
                    </a:cubicBezTo>
                    <a:cubicBezTo>
                      <a:pt x="12143" y="8340"/>
                      <a:pt x="12043" y="8040"/>
                      <a:pt x="11943" y="7706"/>
                    </a:cubicBezTo>
                    <a:cubicBezTo>
                      <a:pt x="11843" y="7372"/>
                      <a:pt x="11743" y="7072"/>
                      <a:pt x="11643" y="6772"/>
                    </a:cubicBezTo>
                    <a:cubicBezTo>
                      <a:pt x="11509" y="6372"/>
                      <a:pt x="11376" y="5971"/>
                      <a:pt x="11242" y="5571"/>
                    </a:cubicBezTo>
                    <a:cubicBezTo>
                      <a:pt x="11176" y="5438"/>
                      <a:pt x="11142" y="5304"/>
                      <a:pt x="11075" y="5137"/>
                    </a:cubicBezTo>
                    <a:lnTo>
                      <a:pt x="10942" y="4771"/>
                    </a:lnTo>
                    <a:cubicBezTo>
                      <a:pt x="10075" y="2135"/>
                      <a:pt x="9341" y="0"/>
                      <a:pt x="9341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43;p24">
                <a:extLst>
                  <a:ext uri="{FF2B5EF4-FFF2-40B4-BE49-F238E27FC236}">
                    <a16:creationId xmlns:a16="http://schemas.microsoft.com/office/drawing/2014/main" id="{52EF821D-46A8-F85F-4485-390662BEBDAA}"/>
                  </a:ext>
                </a:extLst>
              </p:cNvPr>
              <p:cNvSpPr/>
              <p:nvPr/>
            </p:nvSpPr>
            <p:spPr>
              <a:xfrm>
                <a:off x="6492190" y="1724138"/>
                <a:ext cx="286364" cy="421249"/>
              </a:xfrm>
              <a:custGeom>
                <a:avLst/>
                <a:gdLst/>
                <a:ahLst/>
                <a:cxnLst/>
                <a:rect l="l" t="t" r="r" b="b"/>
                <a:pathLst>
                  <a:path w="10976" h="16146" extrusionOk="0">
                    <a:moveTo>
                      <a:pt x="9341" y="0"/>
                    </a:moveTo>
                    <a:lnTo>
                      <a:pt x="8140" y="1035"/>
                    </a:lnTo>
                    <a:lnTo>
                      <a:pt x="1" y="8607"/>
                    </a:lnTo>
                    <a:lnTo>
                      <a:pt x="3170" y="16145"/>
                    </a:lnTo>
                    <a:cubicBezTo>
                      <a:pt x="7306" y="13710"/>
                      <a:pt x="10175" y="9541"/>
                      <a:pt x="10975" y="4771"/>
                    </a:cubicBezTo>
                    <a:cubicBezTo>
                      <a:pt x="10075" y="2135"/>
                      <a:pt x="9341" y="0"/>
                      <a:pt x="934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44;p24">
                <a:extLst>
                  <a:ext uri="{FF2B5EF4-FFF2-40B4-BE49-F238E27FC236}">
                    <a16:creationId xmlns:a16="http://schemas.microsoft.com/office/drawing/2014/main" id="{B7E5BA21-D0F6-B868-BEB1-366E4606E334}"/>
                  </a:ext>
                </a:extLst>
              </p:cNvPr>
              <p:cNvSpPr/>
              <p:nvPr/>
            </p:nvSpPr>
            <p:spPr>
              <a:xfrm>
                <a:off x="6123212" y="1218376"/>
                <a:ext cx="721493" cy="881946"/>
              </a:xfrm>
              <a:custGeom>
                <a:avLst/>
                <a:gdLst/>
                <a:ahLst/>
                <a:cxnLst/>
                <a:rect l="l" t="t" r="r" b="b"/>
                <a:pathLst>
                  <a:path w="27654" h="33804" extrusionOk="0">
                    <a:moveTo>
                      <a:pt x="13608" y="0"/>
                    </a:moveTo>
                    <a:cubicBezTo>
                      <a:pt x="7430" y="0"/>
                      <a:pt x="649" y="3962"/>
                      <a:pt x="334" y="17518"/>
                    </a:cubicBezTo>
                    <a:cubicBezTo>
                      <a:pt x="0" y="31895"/>
                      <a:pt x="8573" y="33697"/>
                      <a:pt x="11642" y="33797"/>
                    </a:cubicBezTo>
                    <a:cubicBezTo>
                      <a:pt x="11797" y="33800"/>
                      <a:pt x="11972" y="33803"/>
                      <a:pt x="12164" y="33803"/>
                    </a:cubicBezTo>
                    <a:cubicBezTo>
                      <a:pt x="15499" y="33803"/>
                      <a:pt x="24149" y="32919"/>
                      <a:pt x="25852" y="19453"/>
                    </a:cubicBezTo>
                    <a:cubicBezTo>
                      <a:pt x="27654" y="5210"/>
                      <a:pt x="21082" y="540"/>
                      <a:pt x="14678" y="39"/>
                    </a:cubicBezTo>
                    <a:cubicBezTo>
                      <a:pt x="14324" y="14"/>
                      <a:pt x="13967" y="0"/>
                      <a:pt x="13608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45;p24">
                <a:extLst>
                  <a:ext uri="{FF2B5EF4-FFF2-40B4-BE49-F238E27FC236}">
                    <a16:creationId xmlns:a16="http://schemas.microsoft.com/office/drawing/2014/main" id="{F389B9D1-B2EA-029D-1CE4-0394B09FB4A5}"/>
                  </a:ext>
                </a:extLst>
              </p:cNvPr>
              <p:cNvSpPr/>
              <p:nvPr/>
            </p:nvSpPr>
            <p:spPr>
              <a:xfrm>
                <a:off x="6181913" y="1577961"/>
                <a:ext cx="72739" cy="42788"/>
              </a:xfrm>
              <a:custGeom>
                <a:avLst/>
                <a:gdLst/>
                <a:ahLst/>
                <a:cxnLst/>
                <a:rect l="l" t="t" r="r" b="b"/>
                <a:pathLst>
                  <a:path w="2788" h="1640" extrusionOk="0">
                    <a:moveTo>
                      <a:pt x="1813" y="1"/>
                    </a:moveTo>
                    <a:cubicBezTo>
                      <a:pt x="1671" y="1"/>
                      <a:pt x="1527" y="23"/>
                      <a:pt x="1386" y="66"/>
                    </a:cubicBezTo>
                    <a:cubicBezTo>
                      <a:pt x="919" y="166"/>
                      <a:pt x="519" y="433"/>
                      <a:pt x="252" y="800"/>
                    </a:cubicBezTo>
                    <a:cubicBezTo>
                      <a:pt x="1" y="1146"/>
                      <a:pt x="282" y="1640"/>
                      <a:pt x="707" y="1640"/>
                    </a:cubicBezTo>
                    <a:cubicBezTo>
                      <a:pt x="733" y="1640"/>
                      <a:pt x="759" y="1638"/>
                      <a:pt x="786" y="1634"/>
                    </a:cubicBezTo>
                    <a:cubicBezTo>
                      <a:pt x="1120" y="1567"/>
                      <a:pt x="1420" y="1467"/>
                      <a:pt x="1720" y="1367"/>
                    </a:cubicBezTo>
                    <a:cubicBezTo>
                      <a:pt x="2087" y="1334"/>
                      <a:pt x="2420" y="1167"/>
                      <a:pt x="2654" y="933"/>
                    </a:cubicBezTo>
                    <a:cubicBezTo>
                      <a:pt x="2787" y="733"/>
                      <a:pt x="2787" y="500"/>
                      <a:pt x="2621" y="300"/>
                    </a:cubicBezTo>
                    <a:cubicBezTo>
                      <a:pt x="2395" y="97"/>
                      <a:pt x="2109" y="1"/>
                      <a:pt x="181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46;p24">
                <a:extLst>
                  <a:ext uri="{FF2B5EF4-FFF2-40B4-BE49-F238E27FC236}">
                    <a16:creationId xmlns:a16="http://schemas.microsoft.com/office/drawing/2014/main" id="{12F0E8E4-1942-18C8-C2D2-675A8F378024}"/>
                  </a:ext>
                </a:extLst>
              </p:cNvPr>
              <p:cNvSpPr/>
              <p:nvPr/>
            </p:nvSpPr>
            <p:spPr>
              <a:xfrm>
                <a:off x="6406044" y="1576213"/>
                <a:ext cx="74643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1536" extrusionOk="0">
                    <a:moveTo>
                      <a:pt x="1082" y="1"/>
                    </a:moveTo>
                    <a:cubicBezTo>
                      <a:pt x="738" y="1"/>
                      <a:pt x="395" y="139"/>
                      <a:pt x="134" y="400"/>
                    </a:cubicBezTo>
                    <a:cubicBezTo>
                      <a:pt x="1" y="600"/>
                      <a:pt x="34" y="834"/>
                      <a:pt x="167" y="1034"/>
                    </a:cubicBezTo>
                    <a:cubicBezTo>
                      <a:pt x="434" y="1234"/>
                      <a:pt x="801" y="1367"/>
                      <a:pt x="1135" y="1367"/>
                    </a:cubicBezTo>
                    <a:cubicBezTo>
                      <a:pt x="1468" y="1434"/>
                      <a:pt x="1768" y="1501"/>
                      <a:pt x="2135" y="1534"/>
                    </a:cubicBezTo>
                    <a:cubicBezTo>
                      <a:pt x="2149" y="1535"/>
                      <a:pt x="2162" y="1536"/>
                      <a:pt x="2175" y="1536"/>
                    </a:cubicBezTo>
                    <a:cubicBezTo>
                      <a:pt x="2617" y="1536"/>
                      <a:pt x="2861" y="990"/>
                      <a:pt x="2569" y="633"/>
                    </a:cubicBezTo>
                    <a:cubicBezTo>
                      <a:pt x="2269" y="300"/>
                      <a:pt x="1835" y="100"/>
                      <a:pt x="1368" y="33"/>
                    </a:cubicBezTo>
                    <a:cubicBezTo>
                      <a:pt x="1274" y="11"/>
                      <a:pt x="1178" y="1"/>
                      <a:pt x="108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47;p24">
                <a:extLst>
                  <a:ext uri="{FF2B5EF4-FFF2-40B4-BE49-F238E27FC236}">
                    <a16:creationId xmlns:a16="http://schemas.microsoft.com/office/drawing/2014/main" id="{3C8C3C1F-3DD4-30A1-08CC-CAE9271364DF}"/>
                  </a:ext>
                </a:extLst>
              </p:cNvPr>
              <p:cNvSpPr/>
              <p:nvPr/>
            </p:nvSpPr>
            <p:spPr>
              <a:xfrm>
                <a:off x="6412148" y="1712659"/>
                <a:ext cx="33082" cy="66321"/>
              </a:xfrm>
              <a:custGeom>
                <a:avLst/>
                <a:gdLst/>
                <a:ahLst/>
                <a:cxnLst/>
                <a:rect l="l" t="t" r="r" b="b"/>
                <a:pathLst>
                  <a:path w="1268" h="2542" extrusionOk="0">
                    <a:moveTo>
                      <a:pt x="137" y="0"/>
                    </a:moveTo>
                    <a:cubicBezTo>
                      <a:pt x="135" y="0"/>
                      <a:pt x="133" y="2"/>
                      <a:pt x="133" y="7"/>
                    </a:cubicBezTo>
                    <a:cubicBezTo>
                      <a:pt x="0" y="941"/>
                      <a:pt x="167" y="2442"/>
                      <a:pt x="1268" y="2542"/>
                    </a:cubicBezTo>
                    <a:cubicBezTo>
                      <a:pt x="1268" y="2529"/>
                      <a:pt x="1268" y="2509"/>
                      <a:pt x="1268" y="2509"/>
                    </a:cubicBezTo>
                    <a:cubicBezTo>
                      <a:pt x="367" y="2175"/>
                      <a:pt x="200" y="1074"/>
                      <a:pt x="200" y="107"/>
                    </a:cubicBezTo>
                    <a:cubicBezTo>
                      <a:pt x="200" y="78"/>
                      <a:pt x="151" y="0"/>
                      <a:pt x="13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48;p24">
                <a:extLst>
                  <a:ext uri="{FF2B5EF4-FFF2-40B4-BE49-F238E27FC236}">
                    <a16:creationId xmlns:a16="http://schemas.microsoft.com/office/drawing/2014/main" id="{E8BF09DF-6B69-453A-5285-9F0988BF200D}"/>
                  </a:ext>
                </a:extLst>
              </p:cNvPr>
              <p:cNvSpPr/>
              <p:nvPr/>
            </p:nvSpPr>
            <p:spPr>
              <a:xfrm>
                <a:off x="6404165" y="1685683"/>
                <a:ext cx="79261" cy="82105"/>
              </a:xfrm>
              <a:custGeom>
                <a:avLst/>
                <a:gdLst/>
                <a:ahLst/>
                <a:cxnLst/>
                <a:rect l="l" t="t" r="r" b="b"/>
                <a:pathLst>
                  <a:path w="3038" h="3147" extrusionOk="0">
                    <a:moveTo>
                      <a:pt x="1425" y="0"/>
                    </a:moveTo>
                    <a:cubicBezTo>
                      <a:pt x="1386" y="0"/>
                      <a:pt x="1347" y="2"/>
                      <a:pt x="1307" y="7"/>
                    </a:cubicBezTo>
                    <a:cubicBezTo>
                      <a:pt x="0" y="137"/>
                      <a:pt x="165" y="3146"/>
                      <a:pt x="1519" y="3146"/>
                    </a:cubicBezTo>
                    <a:cubicBezTo>
                      <a:pt x="1548" y="3146"/>
                      <a:pt x="1577" y="3145"/>
                      <a:pt x="1607" y="3142"/>
                    </a:cubicBezTo>
                    <a:cubicBezTo>
                      <a:pt x="3037" y="3012"/>
                      <a:pt x="2884" y="0"/>
                      <a:pt x="142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49;p24">
                <a:extLst>
                  <a:ext uri="{FF2B5EF4-FFF2-40B4-BE49-F238E27FC236}">
                    <a16:creationId xmlns:a16="http://schemas.microsoft.com/office/drawing/2014/main" id="{91B22067-C6A7-6A12-245A-CF2848D7326C}"/>
                  </a:ext>
                </a:extLst>
              </p:cNvPr>
              <p:cNvSpPr/>
              <p:nvPr/>
            </p:nvSpPr>
            <p:spPr>
              <a:xfrm>
                <a:off x="6449560" y="1683752"/>
                <a:ext cx="54841" cy="37257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1428" extrusionOk="0">
                    <a:moveTo>
                      <a:pt x="2009" y="0"/>
                    </a:moveTo>
                    <a:cubicBezTo>
                      <a:pt x="2005" y="0"/>
                      <a:pt x="2002" y="4"/>
                      <a:pt x="2002" y="14"/>
                    </a:cubicBezTo>
                    <a:cubicBezTo>
                      <a:pt x="1768" y="348"/>
                      <a:pt x="1435" y="681"/>
                      <a:pt x="1101" y="681"/>
                    </a:cubicBezTo>
                    <a:cubicBezTo>
                      <a:pt x="768" y="648"/>
                      <a:pt x="467" y="381"/>
                      <a:pt x="201" y="214"/>
                    </a:cubicBezTo>
                    <a:cubicBezTo>
                      <a:pt x="179" y="204"/>
                      <a:pt x="160" y="199"/>
                      <a:pt x="142" y="199"/>
                    </a:cubicBezTo>
                    <a:cubicBezTo>
                      <a:pt x="48" y="199"/>
                      <a:pt x="0" y="330"/>
                      <a:pt x="0" y="414"/>
                    </a:cubicBezTo>
                    <a:cubicBezTo>
                      <a:pt x="183" y="963"/>
                      <a:pt x="533" y="1428"/>
                      <a:pt x="1101" y="1428"/>
                    </a:cubicBezTo>
                    <a:cubicBezTo>
                      <a:pt x="1155" y="1428"/>
                      <a:pt x="1210" y="1424"/>
                      <a:pt x="1268" y="1415"/>
                    </a:cubicBezTo>
                    <a:cubicBezTo>
                      <a:pt x="1902" y="1282"/>
                      <a:pt x="2102" y="648"/>
                      <a:pt x="2035" y="47"/>
                    </a:cubicBezTo>
                    <a:cubicBezTo>
                      <a:pt x="2035" y="24"/>
                      <a:pt x="2019" y="0"/>
                      <a:pt x="200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50;p24">
                <a:extLst>
                  <a:ext uri="{FF2B5EF4-FFF2-40B4-BE49-F238E27FC236}">
                    <a16:creationId xmlns:a16="http://schemas.microsoft.com/office/drawing/2014/main" id="{1B78C37D-2D90-6005-F962-36FC0996E2CB}"/>
                  </a:ext>
                </a:extLst>
              </p:cNvPr>
              <p:cNvSpPr/>
              <p:nvPr/>
            </p:nvSpPr>
            <p:spPr>
              <a:xfrm>
                <a:off x="6232004" y="1710911"/>
                <a:ext cx="30473" cy="69817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2676" extrusionOk="0">
                    <a:moveTo>
                      <a:pt x="897" y="0"/>
                    </a:moveTo>
                    <a:cubicBezTo>
                      <a:pt x="883" y="0"/>
                      <a:pt x="834" y="78"/>
                      <a:pt x="834" y="107"/>
                    </a:cubicBezTo>
                    <a:cubicBezTo>
                      <a:pt x="934" y="1075"/>
                      <a:pt x="901" y="2209"/>
                      <a:pt x="33" y="2609"/>
                    </a:cubicBezTo>
                    <a:cubicBezTo>
                      <a:pt x="0" y="2609"/>
                      <a:pt x="0" y="2642"/>
                      <a:pt x="33" y="2676"/>
                    </a:cubicBezTo>
                    <a:cubicBezTo>
                      <a:pt x="1101" y="2442"/>
                      <a:pt x="1168" y="941"/>
                      <a:pt x="901" y="7"/>
                    </a:cubicBezTo>
                    <a:cubicBezTo>
                      <a:pt x="901" y="2"/>
                      <a:pt x="899" y="0"/>
                      <a:pt x="89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51;p24">
                <a:extLst>
                  <a:ext uri="{FF2B5EF4-FFF2-40B4-BE49-F238E27FC236}">
                    <a16:creationId xmlns:a16="http://schemas.microsoft.com/office/drawing/2014/main" id="{B5E008F3-4BF0-3F19-9001-8352AEFC0B08}"/>
                  </a:ext>
                </a:extLst>
              </p:cNvPr>
              <p:cNvSpPr/>
              <p:nvPr/>
            </p:nvSpPr>
            <p:spPr>
              <a:xfrm>
                <a:off x="6189348" y="1686726"/>
                <a:ext cx="80096" cy="8181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36" extrusionOk="0">
                    <a:moveTo>
                      <a:pt x="1602" y="0"/>
                    </a:moveTo>
                    <a:cubicBezTo>
                      <a:pt x="1" y="0"/>
                      <a:pt x="101" y="3136"/>
                      <a:pt x="1602" y="3136"/>
                    </a:cubicBezTo>
                    <a:cubicBezTo>
                      <a:pt x="3069" y="3136"/>
                      <a:pt x="2936" y="0"/>
                      <a:pt x="16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52;p24">
                <a:extLst>
                  <a:ext uri="{FF2B5EF4-FFF2-40B4-BE49-F238E27FC236}">
                    <a16:creationId xmlns:a16="http://schemas.microsoft.com/office/drawing/2014/main" id="{7C075106-D5C5-1FBC-B14A-8C1F724590F6}"/>
                  </a:ext>
                </a:extLst>
              </p:cNvPr>
              <p:cNvSpPr/>
              <p:nvPr/>
            </p:nvSpPr>
            <p:spPr>
              <a:xfrm>
                <a:off x="6171086" y="1688970"/>
                <a:ext cx="47875" cy="36369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394" extrusionOk="0">
                    <a:moveTo>
                      <a:pt x="12" y="0"/>
                    </a:moveTo>
                    <a:cubicBezTo>
                      <a:pt x="0" y="0"/>
                      <a:pt x="0" y="24"/>
                      <a:pt x="0" y="47"/>
                    </a:cubicBezTo>
                    <a:cubicBezTo>
                      <a:pt x="0" y="681"/>
                      <a:pt x="200" y="1282"/>
                      <a:pt x="801" y="1382"/>
                    </a:cubicBezTo>
                    <a:cubicBezTo>
                      <a:pt x="847" y="1390"/>
                      <a:pt x="892" y="1394"/>
                      <a:pt x="935" y="1394"/>
                    </a:cubicBezTo>
                    <a:cubicBezTo>
                      <a:pt x="1421" y="1394"/>
                      <a:pt x="1712" y="899"/>
                      <a:pt x="1835" y="348"/>
                    </a:cubicBezTo>
                    <a:cubicBezTo>
                      <a:pt x="1835" y="243"/>
                      <a:pt x="1793" y="117"/>
                      <a:pt x="1727" y="117"/>
                    </a:cubicBezTo>
                    <a:cubicBezTo>
                      <a:pt x="1709" y="117"/>
                      <a:pt x="1689" y="126"/>
                      <a:pt x="1668" y="148"/>
                    </a:cubicBezTo>
                    <a:cubicBezTo>
                      <a:pt x="1401" y="314"/>
                      <a:pt x="1168" y="615"/>
                      <a:pt x="867" y="648"/>
                    </a:cubicBezTo>
                    <a:cubicBezTo>
                      <a:pt x="853" y="649"/>
                      <a:pt x="839" y="650"/>
                      <a:pt x="825" y="650"/>
                    </a:cubicBezTo>
                    <a:cubicBezTo>
                      <a:pt x="539" y="650"/>
                      <a:pt x="256" y="332"/>
                      <a:pt x="33" y="14"/>
                    </a:cubicBezTo>
                    <a:cubicBezTo>
                      <a:pt x="24" y="4"/>
                      <a:pt x="17" y="0"/>
                      <a:pt x="1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53;p24">
                <a:extLst>
                  <a:ext uri="{FF2B5EF4-FFF2-40B4-BE49-F238E27FC236}">
                    <a16:creationId xmlns:a16="http://schemas.microsoft.com/office/drawing/2014/main" id="{BDC8741B-6B3F-5F31-466C-D1E678637716}"/>
                  </a:ext>
                </a:extLst>
              </p:cNvPr>
              <p:cNvSpPr/>
              <p:nvPr/>
            </p:nvSpPr>
            <p:spPr>
              <a:xfrm>
                <a:off x="6366023" y="1908561"/>
                <a:ext cx="52232" cy="2705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037" extrusionOk="0">
                    <a:moveTo>
                      <a:pt x="1949" y="0"/>
                    </a:moveTo>
                    <a:cubicBezTo>
                      <a:pt x="1932" y="0"/>
                      <a:pt x="1914" y="11"/>
                      <a:pt x="1901" y="37"/>
                    </a:cubicBezTo>
                    <a:cubicBezTo>
                      <a:pt x="1701" y="270"/>
                      <a:pt x="1501" y="604"/>
                      <a:pt x="1134" y="670"/>
                    </a:cubicBezTo>
                    <a:cubicBezTo>
                      <a:pt x="1048" y="678"/>
                      <a:pt x="961" y="682"/>
                      <a:pt x="875" y="682"/>
                    </a:cubicBezTo>
                    <a:cubicBezTo>
                      <a:pt x="596" y="682"/>
                      <a:pt x="322" y="639"/>
                      <a:pt x="67" y="537"/>
                    </a:cubicBezTo>
                    <a:cubicBezTo>
                      <a:pt x="33" y="537"/>
                      <a:pt x="0" y="570"/>
                      <a:pt x="33" y="604"/>
                    </a:cubicBezTo>
                    <a:cubicBezTo>
                      <a:pt x="296" y="892"/>
                      <a:pt x="661" y="1036"/>
                      <a:pt x="1032" y="1036"/>
                    </a:cubicBezTo>
                    <a:cubicBezTo>
                      <a:pt x="1133" y="1036"/>
                      <a:pt x="1234" y="1025"/>
                      <a:pt x="1334" y="1004"/>
                    </a:cubicBezTo>
                    <a:cubicBezTo>
                      <a:pt x="1735" y="837"/>
                      <a:pt x="2002" y="470"/>
                      <a:pt x="2002" y="70"/>
                    </a:cubicBezTo>
                    <a:cubicBezTo>
                      <a:pt x="2002" y="29"/>
                      <a:pt x="1976" y="0"/>
                      <a:pt x="194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54;p24">
                <a:extLst>
                  <a:ext uri="{FF2B5EF4-FFF2-40B4-BE49-F238E27FC236}">
                    <a16:creationId xmlns:a16="http://schemas.microsoft.com/office/drawing/2014/main" id="{9D19E6AE-8497-C796-6A16-DFFD9D016BD0}"/>
                  </a:ext>
                </a:extLst>
              </p:cNvPr>
              <p:cNvSpPr/>
              <p:nvPr/>
            </p:nvSpPr>
            <p:spPr>
              <a:xfrm>
                <a:off x="6262241" y="1573474"/>
                <a:ext cx="133868" cy="308123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11810" extrusionOk="0">
                    <a:moveTo>
                      <a:pt x="1564" y="0"/>
                    </a:moveTo>
                    <a:cubicBezTo>
                      <a:pt x="1529" y="0"/>
                      <a:pt x="1492" y="25"/>
                      <a:pt x="1476" y="71"/>
                    </a:cubicBezTo>
                    <a:cubicBezTo>
                      <a:pt x="542" y="3174"/>
                      <a:pt x="275" y="6709"/>
                      <a:pt x="9" y="9845"/>
                    </a:cubicBezTo>
                    <a:cubicBezTo>
                      <a:pt x="0" y="9957"/>
                      <a:pt x="85" y="10000"/>
                      <a:pt x="220" y="10000"/>
                    </a:cubicBezTo>
                    <a:cubicBezTo>
                      <a:pt x="608" y="10000"/>
                      <a:pt x="1412" y="9644"/>
                      <a:pt x="1610" y="9545"/>
                    </a:cubicBezTo>
                    <a:lnTo>
                      <a:pt x="1610" y="9545"/>
                    </a:lnTo>
                    <a:cubicBezTo>
                      <a:pt x="1610" y="9545"/>
                      <a:pt x="1510" y="11013"/>
                      <a:pt x="1543" y="11680"/>
                    </a:cubicBezTo>
                    <a:cubicBezTo>
                      <a:pt x="1543" y="11746"/>
                      <a:pt x="1710" y="11780"/>
                      <a:pt x="1943" y="11780"/>
                    </a:cubicBezTo>
                    <a:lnTo>
                      <a:pt x="1977" y="11780"/>
                    </a:lnTo>
                    <a:cubicBezTo>
                      <a:pt x="2123" y="11800"/>
                      <a:pt x="2269" y="11810"/>
                      <a:pt x="2414" y="11810"/>
                    </a:cubicBezTo>
                    <a:cubicBezTo>
                      <a:pt x="3462" y="11810"/>
                      <a:pt x="4464" y="11291"/>
                      <a:pt x="5079" y="10412"/>
                    </a:cubicBezTo>
                    <a:cubicBezTo>
                      <a:pt x="5130" y="10361"/>
                      <a:pt x="5083" y="10290"/>
                      <a:pt x="5028" y="10290"/>
                    </a:cubicBezTo>
                    <a:cubicBezTo>
                      <a:pt x="5012" y="10290"/>
                      <a:pt x="4994" y="10297"/>
                      <a:pt x="4979" y="10312"/>
                    </a:cubicBezTo>
                    <a:cubicBezTo>
                      <a:pt x="4112" y="10946"/>
                      <a:pt x="3111" y="11313"/>
                      <a:pt x="2043" y="11313"/>
                    </a:cubicBezTo>
                    <a:cubicBezTo>
                      <a:pt x="1977" y="11146"/>
                      <a:pt x="2344" y="8811"/>
                      <a:pt x="2210" y="8811"/>
                    </a:cubicBezTo>
                    <a:cubicBezTo>
                      <a:pt x="1676" y="8878"/>
                      <a:pt x="1176" y="9044"/>
                      <a:pt x="676" y="9245"/>
                    </a:cubicBezTo>
                    <a:cubicBezTo>
                      <a:pt x="843" y="6176"/>
                      <a:pt x="1510" y="3140"/>
                      <a:pt x="1643" y="105"/>
                    </a:cubicBezTo>
                    <a:cubicBezTo>
                      <a:pt x="1643" y="33"/>
                      <a:pt x="1605" y="0"/>
                      <a:pt x="156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55;p24">
                <a:extLst>
                  <a:ext uri="{FF2B5EF4-FFF2-40B4-BE49-F238E27FC236}">
                    <a16:creationId xmlns:a16="http://schemas.microsoft.com/office/drawing/2014/main" id="{3ACE2272-7029-F79A-155B-C7E0BAB244D8}"/>
                  </a:ext>
                </a:extLst>
              </p:cNvPr>
              <p:cNvSpPr/>
              <p:nvPr/>
            </p:nvSpPr>
            <p:spPr>
              <a:xfrm>
                <a:off x="6313793" y="1840756"/>
                <a:ext cx="90532" cy="65982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2529" extrusionOk="0">
                    <a:moveTo>
                      <a:pt x="3070" y="0"/>
                    </a:moveTo>
                    <a:cubicBezTo>
                      <a:pt x="2169" y="667"/>
                      <a:pt x="1101" y="1001"/>
                      <a:pt x="1" y="1001"/>
                    </a:cubicBezTo>
                    <a:cubicBezTo>
                      <a:pt x="368" y="1568"/>
                      <a:pt x="901" y="2035"/>
                      <a:pt x="1502" y="2369"/>
                    </a:cubicBezTo>
                    <a:cubicBezTo>
                      <a:pt x="1746" y="2466"/>
                      <a:pt x="2026" y="2528"/>
                      <a:pt x="2302" y="2528"/>
                    </a:cubicBezTo>
                    <a:cubicBezTo>
                      <a:pt x="2404" y="2528"/>
                      <a:pt x="2504" y="2520"/>
                      <a:pt x="2603" y="2502"/>
                    </a:cubicBezTo>
                    <a:cubicBezTo>
                      <a:pt x="3403" y="2335"/>
                      <a:pt x="3470" y="1601"/>
                      <a:pt x="3370" y="968"/>
                    </a:cubicBezTo>
                    <a:cubicBezTo>
                      <a:pt x="3303" y="634"/>
                      <a:pt x="3203" y="301"/>
                      <a:pt x="307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56;p24">
                <a:extLst>
                  <a:ext uri="{FF2B5EF4-FFF2-40B4-BE49-F238E27FC236}">
                    <a16:creationId xmlns:a16="http://schemas.microsoft.com/office/drawing/2014/main" id="{BE6DA708-65F0-20E1-CAC3-5E8CE6C27D5D}"/>
                  </a:ext>
                </a:extLst>
              </p:cNvPr>
              <p:cNvSpPr/>
              <p:nvPr/>
            </p:nvSpPr>
            <p:spPr>
              <a:xfrm>
                <a:off x="6352952" y="1865984"/>
                <a:ext cx="51371" cy="40753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562" extrusionOk="0">
                    <a:moveTo>
                      <a:pt x="1869" y="1"/>
                    </a:moveTo>
                    <a:lnTo>
                      <a:pt x="1869" y="1"/>
                    </a:lnTo>
                    <a:cubicBezTo>
                      <a:pt x="1001" y="34"/>
                      <a:pt x="134" y="568"/>
                      <a:pt x="1" y="1402"/>
                    </a:cubicBezTo>
                    <a:cubicBezTo>
                      <a:pt x="245" y="1499"/>
                      <a:pt x="525" y="1561"/>
                      <a:pt x="801" y="1561"/>
                    </a:cubicBezTo>
                    <a:cubicBezTo>
                      <a:pt x="903" y="1561"/>
                      <a:pt x="1003" y="1553"/>
                      <a:pt x="1102" y="1535"/>
                    </a:cubicBezTo>
                    <a:cubicBezTo>
                      <a:pt x="1902" y="1368"/>
                      <a:pt x="1969" y="634"/>
                      <a:pt x="1869" y="1"/>
                    </a:cubicBezTo>
                    <a:close/>
                  </a:path>
                </a:pathLst>
              </a:custGeom>
              <a:solidFill>
                <a:srgbClr val="F291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57;p24">
                <a:extLst>
                  <a:ext uri="{FF2B5EF4-FFF2-40B4-BE49-F238E27FC236}">
                    <a16:creationId xmlns:a16="http://schemas.microsoft.com/office/drawing/2014/main" id="{7590AD9F-6EE3-4488-6664-549767DC6345}"/>
                  </a:ext>
                </a:extLst>
              </p:cNvPr>
              <p:cNvSpPr/>
              <p:nvPr/>
            </p:nvSpPr>
            <p:spPr>
              <a:xfrm>
                <a:off x="6115386" y="1170555"/>
                <a:ext cx="785022" cy="529444"/>
              </a:xfrm>
              <a:custGeom>
                <a:avLst/>
                <a:gdLst/>
                <a:ahLst/>
                <a:cxnLst/>
                <a:rect l="l" t="t" r="r" b="b"/>
                <a:pathLst>
                  <a:path w="30089" h="20293" extrusionOk="0">
                    <a:moveTo>
                      <a:pt x="14265" y="1"/>
                    </a:moveTo>
                    <a:cubicBezTo>
                      <a:pt x="11955" y="1"/>
                      <a:pt x="9506" y="603"/>
                      <a:pt x="7005" y="1939"/>
                    </a:cubicBezTo>
                    <a:cubicBezTo>
                      <a:pt x="701" y="5341"/>
                      <a:pt x="0" y="14148"/>
                      <a:pt x="601" y="14248"/>
                    </a:cubicBezTo>
                    <a:cubicBezTo>
                      <a:pt x="1467" y="14351"/>
                      <a:pt x="2288" y="14398"/>
                      <a:pt x="3065" y="14398"/>
                    </a:cubicBezTo>
                    <a:cubicBezTo>
                      <a:pt x="8536" y="14398"/>
                      <a:pt x="11792" y="12096"/>
                      <a:pt x="12821" y="11233"/>
                    </a:cubicBezTo>
                    <a:lnTo>
                      <a:pt x="12821" y="11233"/>
                    </a:lnTo>
                    <a:cubicBezTo>
                      <a:pt x="11991" y="11991"/>
                      <a:pt x="10045" y="13827"/>
                      <a:pt x="10640" y="13827"/>
                    </a:cubicBezTo>
                    <a:cubicBezTo>
                      <a:pt x="10668" y="13827"/>
                      <a:pt x="10702" y="13823"/>
                      <a:pt x="10741" y="13814"/>
                    </a:cubicBezTo>
                    <a:cubicBezTo>
                      <a:pt x="15945" y="12713"/>
                      <a:pt x="17546" y="8811"/>
                      <a:pt x="17546" y="8811"/>
                    </a:cubicBezTo>
                    <a:cubicBezTo>
                      <a:pt x="18247" y="15048"/>
                      <a:pt x="22149" y="15148"/>
                      <a:pt x="22149" y="15148"/>
                    </a:cubicBezTo>
                    <a:cubicBezTo>
                      <a:pt x="22149" y="15148"/>
                      <a:pt x="22437" y="20293"/>
                      <a:pt x="25639" y="20293"/>
                    </a:cubicBezTo>
                    <a:cubicBezTo>
                      <a:pt x="25709" y="20293"/>
                      <a:pt x="25780" y="20290"/>
                      <a:pt x="25852" y="20285"/>
                    </a:cubicBezTo>
                    <a:cubicBezTo>
                      <a:pt x="27186" y="20185"/>
                      <a:pt x="30088" y="14581"/>
                      <a:pt x="29288" y="10078"/>
                    </a:cubicBezTo>
                    <a:cubicBezTo>
                      <a:pt x="28454" y="5608"/>
                      <a:pt x="23550" y="3707"/>
                      <a:pt x="23550" y="3707"/>
                    </a:cubicBezTo>
                    <a:cubicBezTo>
                      <a:pt x="20974" y="1393"/>
                      <a:pt x="17779" y="1"/>
                      <a:pt x="1426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58;p24">
                <a:extLst>
                  <a:ext uri="{FF2B5EF4-FFF2-40B4-BE49-F238E27FC236}">
                    <a16:creationId xmlns:a16="http://schemas.microsoft.com/office/drawing/2014/main" id="{42E14C26-3C09-F969-68DA-F6131CDF4DA1}"/>
                  </a:ext>
                </a:extLst>
              </p:cNvPr>
              <p:cNvSpPr/>
              <p:nvPr/>
            </p:nvSpPr>
            <p:spPr>
              <a:xfrm>
                <a:off x="6371241" y="1167711"/>
                <a:ext cx="578754" cy="530358"/>
              </a:xfrm>
              <a:custGeom>
                <a:avLst/>
                <a:gdLst/>
                <a:ahLst/>
                <a:cxnLst/>
                <a:rect l="l" t="t" r="r" b="b"/>
                <a:pathLst>
                  <a:path w="22183" h="20328" extrusionOk="0">
                    <a:moveTo>
                      <a:pt x="6237" y="1"/>
                    </a:moveTo>
                    <a:cubicBezTo>
                      <a:pt x="2760" y="1"/>
                      <a:pt x="0" y="847"/>
                      <a:pt x="0" y="847"/>
                    </a:cubicBezTo>
                    <a:cubicBezTo>
                      <a:pt x="0" y="847"/>
                      <a:pt x="10408" y="914"/>
                      <a:pt x="14244" y="5717"/>
                    </a:cubicBezTo>
                    <a:cubicBezTo>
                      <a:pt x="18113" y="10487"/>
                      <a:pt x="16212" y="20328"/>
                      <a:pt x="16212" y="20328"/>
                    </a:cubicBezTo>
                    <a:cubicBezTo>
                      <a:pt x="16212" y="20328"/>
                      <a:pt x="22183" y="10387"/>
                      <a:pt x="16645" y="4083"/>
                    </a:cubicBezTo>
                    <a:cubicBezTo>
                      <a:pt x="13782" y="822"/>
                      <a:pt x="9662" y="1"/>
                      <a:pt x="6237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59;p24">
                <a:extLst>
                  <a:ext uri="{FF2B5EF4-FFF2-40B4-BE49-F238E27FC236}">
                    <a16:creationId xmlns:a16="http://schemas.microsoft.com/office/drawing/2014/main" id="{2DB6B4C9-A698-8F4E-A9D9-3D53D0D37EE8}"/>
                  </a:ext>
                </a:extLst>
              </p:cNvPr>
              <p:cNvSpPr/>
              <p:nvPr/>
            </p:nvSpPr>
            <p:spPr>
              <a:xfrm>
                <a:off x="6719347" y="1627582"/>
                <a:ext cx="198441" cy="236923"/>
              </a:xfrm>
              <a:custGeom>
                <a:avLst/>
                <a:gdLst/>
                <a:ahLst/>
                <a:cxnLst/>
                <a:rect l="l" t="t" r="r" b="b"/>
                <a:pathLst>
                  <a:path w="7606" h="9081" extrusionOk="0">
                    <a:moveTo>
                      <a:pt x="4896" y="0"/>
                    </a:moveTo>
                    <a:cubicBezTo>
                      <a:pt x="2895" y="0"/>
                      <a:pt x="567" y="3835"/>
                      <a:pt x="567" y="3835"/>
                    </a:cubicBezTo>
                    <a:lnTo>
                      <a:pt x="0" y="7704"/>
                    </a:lnTo>
                    <a:cubicBezTo>
                      <a:pt x="424" y="8575"/>
                      <a:pt x="1312" y="9080"/>
                      <a:pt x="2220" y="9080"/>
                    </a:cubicBezTo>
                    <a:cubicBezTo>
                      <a:pt x="2599" y="9080"/>
                      <a:pt x="2982" y="8992"/>
                      <a:pt x="3336" y="8805"/>
                    </a:cubicBezTo>
                    <a:cubicBezTo>
                      <a:pt x="5671" y="7771"/>
                      <a:pt x="7606" y="1133"/>
                      <a:pt x="5504" y="132"/>
                    </a:cubicBezTo>
                    <a:cubicBezTo>
                      <a:pt x="5307" y="41"/>
                      <a:pt x="5103" y="0"/>
                      <a:pt x="489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60;p24">
                <a:extLst>
                  <a:ext uri="{FF2B5EF4-FFF2-40B4-BE49-F238E27FC236}">
                    <a16:creationId xmlns:a16="http://schemas.microsoft.com/office/drawing/2014/main" id="{846619B8-1592-BF90-1AEF-C7444B07982E}"/>
                  </a:ext>
                </a:extLst>
              </p:cNvPr>
              <p:cNvSpPr/>
              <p:nvPr/>
            </p:nvSpPr>
            <p:spPr>
              <a:xfrm>
                <a:off x="6749793" y="1680621"/>
                <a:ext cx="98359" cy="150696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5776" extrusionOk="0">
                    <a:moveTo>
                      <a:pt x="3737" y="1"/>
                    </a:moveTo>
                    <a:cubicBezTo>
                      <a:pt x="1468" y="367"/>
                      <a:pt x="1" y="3436"/>
                      <a:pt x="134" y="5571"/>
                    </a:cubicBezTo>
                    <a:cubicBezTo>
                      <a:pt x="134" y="5571"/>
                      <a:pt x="134" y="5605"/>
                      <a:pt x="134" y="5605"/>
                    </a:cubicBezTo>
                    <a:cubicBezTo>
                      <a:pt x="113" y="5710"/>
                      <a:pt x="212" y="5776"/>
                      <a:pt x="305" y="5776"/>
                    </a:cubicBezTo>
                    <a:cubicBezTo>
                      <a:pt x="358" y="5776"/>
                      <a:pt x="410" y="5754"/>
                      <a:pt x="434" y="5705"/>
                    </a:cubicBezTo>
                    <a:cubicBezTo>
                      <a:pt x="634" y="5204"/>
                      <a:pt x="868" y="4737"/>
                      <a:pt x="1135" y="4304"/>
                    </a:cubicBezTo>
                    <a:cubicBezTo>
                      <a:pt x="1428" y="3904"/>
                      <a:pt x="1891" y="3654"/>
                      <a:pt x="2388" y="3654"/>
                    </a:cubicBezTo>
                    <a:cubicBezTo>
                      <a:pt x="2514" y="3654"/>
                      <a:pt x="2641" y="3670"/>
                      <a:pt x="2769" y="3703"/>
                    </a:cubicBezTo>
                    <a:cubicBezTo>
                      <a:pt x="2803" y="3703"/>
                      <a:pt x="2836" y="3637"/>
                      <a:pt x="2803" y="3603"/>
                    </a:cubicBezTo>
                    <a:cubicBezTo>
                      <a:pt x="2514" y="3425"/>
                      <a:pt x="2247" y="3347"/>
                      <a:pt x="2002" y="3347"/>
                    </a:cubicBezTo>
                    <a:cubicBezTo>
                      <a:pt x="1513" y="3347"/>
                      <a:pt x="1113" y="3659"/>
                      <a:pt x="801" y="4104"/>
                    </a:cubicBezTo>
                    <a:cubicBezTo>
                      <a:pt x="1335" y="2436"/>
                      <a:pt x="2102" y="834"/>
                      <a:pt x="3737" y="67"/>
                    </a:cubicBezTo>
                    <a:cubicBezTo>
                      <a:pt x="3770" y="34"/>
                      <a:pt x="3770" y="1"/>
                      <a:pt x="373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61;p24">
                <a:extLst>
                  <a:ext uri="{FF2B5EF4-FFF2-40B4-BE49-F238E27FC236}">
                    <a16:creationId xmlns:a16="http://schemas.microsoft.com/office/drawing/2014/main" id="{7A80EC0D-9079-B5AB-7523-E0A57B479EC0}"/>
                  </a:ext>
                </a:extLst>
              </p:cNvPr>
              <p:cNvSpPr/>
              <p:nvPr/>
            </p:nvSpPr>
            <p:spPr>
              <a:xfrm>
                <a:off x="6417366" y="2119361"/>
                <a:ext cx="576145" cy="297426"/>
              </a:xfrm>
              <a:custGeom>
                <a:avLst/>
                <a:gdLst/>
                <a:ahLst/>
                <a:cxnLst/>
                <a:rect l="l" t="t" r="r" b="b"/>
                <a:pathLst>
                  <a:path w="22083" h="11400" extrusionOk="0">
                    <a:moveTo>
                      <a:pt x="14565" y="1"/>
                    </a:moveTo>
                    <a:cubicBezTo>
                      <a:pt x="13641" y="1"/>
                      <a:pt x="12661" y="103"/>
                      <a:pt x="11542" y="196"/>
                    </a:cubicBezTo>
                    <a:cubicBezTo>
                      <a:pt x="7539" y="529"/>
                      <a:pt x="2335" y="2698"/>
                      <a:pt x="2335" y="2698"/>
                    </a:cubicBezTo>
                    <a:cubicBezTo>
                      <a:pt x="2335" y="2698"/>
                      <a:pt x="0" y="10770"/>
                      <a:pt x="6004" y="11370"/>
                    </a:cubicBezTo>
                    <a:cubicBezTo>
                      <a:pt x="6215" y="11390"/>
                      <a:pt x="6431" y="11400"/>
                      <a:pt x="6651" y="11400"/>
                    </a:cubicBezTo>
                    <a:cubicBezTo>
                      <a:pt x="12731" y="11400"/>
                      <a:pt x="22083" y="4099"/>
                      <a:pt x="22083" y="4099"/>
                    </a:cubicBezTo>
                    <a:cubicBezTo>
                      <a:pt x="18996" y="699"/>
                      <a:pt x="16973" y="1"/>
                      <a:pt x="14565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262;p24">
                <a:extLst>
                  <a:ext uri="{FF2B5EF4-FFF2-40B4-BE49-F238E27FC236}">
                    <a16:creationId xmlns:a16="http://schemas.microsoft.com/office/drawing/2014/main" id="{9F8BE07B-9626-D864-95AC-64071525347C}"/>
                  </a:ext>
                </a:extLst>
              </p:cNvPr>
              <p:cNvSpPr/>
              <p:nvPr/>
            </p:nvSpPr>
            <p:spPr>
              <a:xfrm>
                <a:off x="5224236" y="1641592"/>
                <a:ext cx="715414" cy="733546"/>
              </a:xfrm>
              <a:custGeom>
                <a:avLst/>
                <a:gdLst/>
                <a:ahLst/>
                <a:cxnLst/>
                <a:rect l="l" t="t" r="r" b="b"/>
                <a:pathLst>
                  <a:path w="27421" h="28116" extrusionOk="0">
                    <a:moveTo>
                      <a:pt x="21980" y="0"/>
                    </a:moveTo>
                    <a:cubicBezTo>
                      <a:pt x="18991" y="0"/>
                      <a:pt x="14906" y="477"/>
                      <a:pt x="13577" y="1096"/>
                    </a:cubicBezTo>
                    <a:cubicBezTo>
                      <a:pt x="11676" y="2030"/>
                      <a:pt x="4871" y="7568"/>
                      <a:pt x="3636" y="9736"/>
                    </a:cubicBezTo>
                    <a:cubicBezTo>
                      <a:pt x="2436" y="11871"/>
                      <a:pt x="501" y="20143"/>
                      <a:pt x="1" y="21377"/>
                    </a:cubicBezTo>
                    <a:lnTo>
                      <a:pt x="19715" y="28116"/>
                    </a:lnTo>
                    <a:cubicBezTo>
                      <a:pt x="19715" y="28116"/>
                      <a:pt x="21082" y="23346"/>
                      <a:pt x="22116" y="21511"/>
                    </a:cubicBezTo>
                    <a:cubicBezTo>
                      <a:pt x="24218" y="17875"/>
                      <a:pt x="24118" y="14439"/>
                      <a:pt x="25018" y="12338"/>
                    </a:cubicBezTo>
                    <a:cubicBezTo>
                      <a:pt x="26353" y="9102"/>
                      <a:pt x="27420" y="8568"/>
                      <a:pt x="27120" y="7668"/>
                    </a:cubicBezTo>
                    <a:cubicBezTo>
                      <a:pt x="27007" y="7342"/>
                      <a:pt x="26467" y="7167"/>
                      <a:pt x="25745" y="7167"/>
                    </a:cubicBezTo>
                    <a:cubicBezTo>
                      <a:pt x="24545" y="7167"/>
                      <a:pt x="22845" y="7652"/>
                      <a:pt x="21783" y="8735"/>
                    </a:cubicBezTo>
                    <a:cubicBezTo>
                      <a:pt x="20048" y="10503"/>
                      <a:pt x="19681" y="12538"/>
                      <a:pt x="18113" y="13438"/>
                    </a:cubicBezTo>
                    <a:cubicBezTo>
                      <a:pt x="17606" y="13741"/>
                      <a:pt x="16968" y="13865"/>
                      <a:pt x="16322" y="13865"/>
                    </a:cubicBezTo>
                    <a:cubicBezTo>
                      <a:pt x="14972" y="13865"/>
                      <a:pt x="13582" y="13324"/>
                      <a:pt x="13243" y="12738"/>
                    </a:cubicBezTo>
                    <a:cubicBezTo>
                      <a:pt x="12343" y="11270"/>
                      <a:pt x="14578" y="7501"/>
                      <a:pt x="15578" y="6900"/>
                    </a:cubicBezTo>
                    <a:cubicBezTo>
                      <a:pt x="16612" y="6333"/>
                      <a:pt x="17580" y="6267"/>
                      <a:pt x="21416" y="5166"/>
                    </a:cubicBezTo>
                    <a:cubicBezTo>
                      <a:pt x="25552" y="3965"/>
                      <a:pt x="26386" y="963"/>
                      <a:pt x="25018" y="329"/>
                    </a:cubicBezTo>
                    <a:cubicBezTo>
                      <a:pt x="24476" y="99"/>
                      <a:pt x="23341" y="0"/>
                      <a:pt x="21980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263;p24">
                <a:extLst>
                  <a:ext uri="{FF2B5EF4-FFF2-40B4-BE49-F238E27FC236}">
                    <a16:creationId xmlns:a16="http://schemas.microsoft.com/office/drawing/2014/main" id="{74F5554E-E0B1-93FE-B3A4-8D618212FCDF}"/>
                  </a:ext>
                </a:extLst>
              </p:cNvPr>
              <p:cNvSpPr/>
              <p:nvPr/>
            </p:nvSpPr>
            <p:spPr>
              <a:xfrm>
                <a:off x="5625434" y="1744148"/>
                <a:ext cx="302018" cy="163636"/>
              </a:xfrm>
              <a:custGeom>
                <a:avLst/>
                <a:gdLst/>
                <a:ahLst/>
                <a:cxnLst/>
                <a:rect l="l" t="t" r="r" b="b"/>
                <a:pathLst>
                  <a:path w="11576" h="6272" extrusionOk="0">
                    <a:moveTo>
                      <a:pt x="10674" y="1"/>
                    </a:moveTo>
                    <a:lnTo>
                      <a:pt x="0" y="2769"/>
                    </a:lnTo>
                    <a:lnTo>
                      <a:pt x="934" y="6272"/>
                    </a:lnTo>
                    <a:lnTo>
                      <a:pt x="11575" y="3537"/>
                    </a:lnTo>
                    <a:lnTo>
                      <a:pt x="10674" y="1"/>
                    </a:ln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264;p24">
                <a:extLst>
                  <a:ext uri="{FF2B5EF4-FFF2-40B4-BE49-F238E27FC236}">
                    <a16:creationId xmlns:a16="http://schemas.microsoft.com/office/drawing/2014/main" id="{05B77024-5000-F75D-0B63-20CADD910A36}"/>
                  </a:ext>
                </a:extLst>
              </p:cNvPr>
              <p:cNvSpPr/>
              <p:nvPr/>
            </p:nvSpPr>
            <p:spPr>
              <a:xfrm>
                <a:off x="5910874" y="1700632"/>
                <a:ext cx="303740" cy="92280"/>
              </a:xfrm>
              <a:custGeom>
                <a:avLst/>
                <a:gdLst/>
                <a:ahLst/>
                <a:cxnLst/>
                <a:rect l="l" t="t" r="r" b="b"/>
                <a:pathLst>
                  <a:path w="11642" h="3537" extrusionOk="0">
                    <a:moveTo>
                      <a:pt x="11509" y="1"/>
                    </a:moveTo>
                    <a:lnTo>
                      <a:pt x="0" y="3003"/>
                    </a:lnTo>
                    <a:lnTo>
                      <a:pt x="134" y="3537"/>
                    </a:lnTo>
                    <a:lnTo>
                      <a:pt x="11642" y="568"/>
                    </a:lnTo>
                    <a:lnTo>
                      <a:pt x="11509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265;p24">
                <a:extLst>
                  <a:ext uri="{FF2B5EF4-FFF2-40B4-BE49-F238E27FC236}">
                    <a16:creationId xmlns:a16="http://schemas.microsoft.com/office/drawing/2014/main" id="{7CBA5FE3-C590-9914-D687-E6DC3E7B3D94}"/>
                  </a:ext>
                </a:extLst>
              </p:cNvPr>
              <p:cNvSpPr/>
              <p:nvPr/>
            </p:nvSpPr>
            <p:spPr>
              <a:xfrm>
                <a:off x="6094488" y="1704128"/>
                <a:ext cx="17428" cy="65277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2" extrusionOk="0">
                    <a:moveTo>
                      <a:pt x="1" y="0"/>
                    </a:moveTo>
                    <a:cubicBezTo>
                      <a:pt x="1" y="434"/>
                      <a:pt x="67" y="868"/>
                      <a:pt x="167" y="1268"/>
                    </a:cubicBezTo>
                    <a:cubicBezTo>
                      <a:pt x="268" y="1701"/>
                      <a:pt x="434" y="2102"/>
                      <a:pt x="668" y="2502"/>
                    </a:cubicBezTo>
                    <a:cubicBezTo>
                      <a:pt x="668" y="1601"/>
                      <a:pt x="434" y="767"/>
                      <a:pt x="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266;p24">
                <a:extLst>
                  <a:ext uri="{FF2B5EF4-FFF2-40B4-BE49-F238E27FC236}">
                    <a16:creationId xmlns:a16="http://schemas.microsoft.com/office/drawing/2014/main" id="{3F62327D-739E-B9FB-E057-E6E4DFF60630}"/>
                  </a:ext>
                </a:extLst>
              </p:cNvPr>
              <p:cNvSpPr/>
              <p:nvPr/>
            </p:nvSpPr>
            <p:spPr>
              <a:xfrm>
                <a:off x="6104063" y="1701519"/>
                <a:ext cx="17428" cy="65277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2" extrusionOk="0">
                    <a:moveTo>
                      <a:pt x="34" y="0"/>
                    </a:moveTo>
                    <a:lnTo>
                      <a:pt x="34" y="0"/>
                    </a:lnTo>
                    <a:cubicBezTo>
                      <a:pt x="1" y="434"/>
                      <a:pt x="67" y="867"/>
                      <a:pt x="167" y="1301"/>
                    </a:cubicBezTo>
                    <a:cubicBezTo>
                      <a:pt x="267" y="1701"/>
                      <a:pt x="434" y="2135"/>
                      <a:pt x="668" y="2502"/>
                    </a:cubicBezTo>
                    <a:cubicBezTo>
                      <a:pt x="668" y="2068"/>
                      <a:pt x="601" y="1635"/>
                      <a:pt x="501" y="1201"/>
                    </a:cubicBezTo>
                    <a:cubicBezTo>
                      <a:pt x="401" y="767"/>
                      <a:pt x="234" y="367"/>
                      <a:pt x="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267;p24">
                <a:extLst>
                  <a:ext uri="{FF2B5EF4-FFF2-40B4-BE49-F238E27FC236}">
                    <a16:creationId xmlns:a16="http://schemas.microsoft.com/office/drawing/2014/main" id="{88189230-3A1C-6635-750A-8BCE3F057BA5}"/>
                  </a:ext>
                </a:extLst>
              </p:cNvPr>
              <p:cNvSpPr/>
              <p:nvPr/>
            </p:nvSpPr>
            <p:spPr>
              <a:xfrm>
                <a:off x="6114499" y="1698910"/>
                <a:ext cx="17454" cy="65277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502" extrusionOk="0">
                    <a:moveTo>
                      <a:pt x="1" y="0"/>
                    </a:moveTo>
                    <a:cubicBezTo>
                      <a:pt x="1" y="867"/>
                      <a:pt x="234" y="1735"/>
                      <a:pt x="635" y="2502"/>
                    </a:cubicBezTo>
                    <a:cubicBezTo>
                      <a:pt x="668" y="2068"/>
                      <a:pt x="601" y="1635"/>
                      <a:pt x="501" y="1201"/>
                    </a:cubicBezTo>
                    <a:cubicBezTo>
                      <a:pt x="368" y="767"/>
                      <a:pt x="201" y="367"/>
                      <a:pt x="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268;p24">
                <a:extLst>
                  <a:ext uri="{FF2B5EF4-FFF2-40B4-BE49-F238E27FC236}">
                    <a16:creationId xmlns:a16="http://schemas.microsoft.com/office/drawing/2014/main" id="{42E7848E-7A0E-9CE5-4CD5-459EAB1D5EB7}"/>
                  </a:ext>
                </a:extLst>
              </p:cNvPr>
              <p:cNvSpPr/>
              <p:nvPr/>
            </p:nvSpPr>
            <p:spPr>
              <a:xfrm>
                <a:off x="6124073" y="1696275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1" y="1"/>
                    </a:moveTo>
                    <a:cubicBezTo>
                      <a:pt x="1" y="435"/>
                      <a:pt x="68" y="868"/>
                      <a:pt x="168" y="1269"/>
                    </a:cubicBezTo>
                    <a:cubicBezTo>
                      <a:pt x="268" y="1702"/>
                      <a:pt x="434" y="2103"/>
                      <a:pt x="668" y="2503"/>
                    </a:cubicBezTo>
                    <a:cubicBezTo>
                      <a:pt x="668" y="1636"/>
                      <a:pt x="434" y="768"/>
                      <a:pt x="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269;p24">
                <a:extLst>
                  <a:ext uri="{FF2B5EF4-FFF2-40B4-BE49-F238E27FC236}">
                    <a16:creationId xmlns:a16="http://schemas.microsoft.com/office/drawing/2014/main" id="{E5C49A41-7F25-3795-5D26-DA16A643AFC7}"/>
                  </a:ext>
                </a:extLst>
              </p:cNvPr>
              <p:cNvSpPr/>
              <p:nvPr/>
            </p:nvSpPr>
            <p:spPr>
              <a:xfrm>
                <a:off x="6134535" y="1693666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1"/>
                    </a:moveTo>
                    <a:cubicBezTo>
                      <a:pt x="0" y="868"/>
                      <a:pt x="234" y="1736"/>
                      <a:pt x="634" y="2503"/>
                    </a:cubicBezTo>
                    <a:cubicBezTo>
                      <a:pt x="667" y="2069"/>
                      <a:pt x="601" y="1635"/>
                      <a:pt x="467" y="1202"/>
                    </a:cubicBezTo>
                    <a:cubicBezTo>
                      <a:pt x="367" y="768"/>
                      <a:pt x="200" y="368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270;p24">
                <a:extLst>
                  <a:ext uri="{FF2B5EF4-FFF2-40B4-BE49-F238E27FC236}">
                    <a16:creationId xmlns:a16="http://schemas.microsoft.com/office/drawing/2014/main" id="{1D2EE99B-CC41-9E8C-5F72-D9CD699C0EBE}"/>
                  </a:ext>
                </a:extLst>
              </p:cNvPr>
              <p:cNvSpPr/>
              <p:nvPr/>
            </p:nvSpPr>
            <p:spPr>
              <a:xfrm>
                <a:off x="6144110" y="1691057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1"/>
                    </a:moveTo>
                    <a:cubicBezTo>
                      <a:pt x="0" y="434"/>
                      <a:pt x="67" y="868"/>
                      <a:pt x="167" y="1302"/>
                    </a:cubicBezTo>
                    <a:cubicBezTo>
                      <a:pt x="267" y="1702"/>
                      <a:pt x="434" y="2136"/>
                      <a:pt x="667" y="2503"/>
                    </a:cubicBezTo>
                    <a:cubicBezTo>
                      <a:pt x="667" y="1635"/>
                      <a:pt x="434" y="768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271;p24">
                <a:extLst>
                  <a:ext uri="{FF2B5EF4-FFF2-40B4-BE49-F238E27FC236}">
                    <a16:creationId xmlns:a16="http://schemas.microsoft.com/office/drawing/2014/main" id="{35AEEB0E-9E17-5B99-254F-4DF514F2254E}"/>
                  </a:ext>
                </a:extLst>
              </p:cNvPr>
              <p:cNvSpPr/>
              <p:nvPr/>
            </p:nvSpPr>
            <p:spPr>
              <a:xfrm>
                <a:off x="6154545" y="1688448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1"/>
                    </a:moveTo>
                    <a:cubicBezTo>
                      <a:pt x="0" y="434"/>
                      <a:pt x="67" y="868"/>
                      <a:pt x="167" y="1302"/>
                    </a:cubicBezTo>
                    <a:cubicBezTo>
                      <a:pt x="267" y="1735"/>
                      <a:pt x="434" y="2136"/>
                      <a:pt x="634" y="2503"/>
                    </a:cubicBezTo>
                    <a:cubicBezTo>
                      <a:pt x="667" y="2069"/>
                      <a:pt x="601" y="1635"/>
                      <a:pt x="501" y="1202"/>
                    </a:cubicBezTo>
                    <a:cubicBezTo>
                      <a:pt x="367" y="768"/>
                      <a:pt x="234" y="368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272;p24">
                <a:extLst>
                  <a:ext uri="{FF2B5EF4-FFF2-40B4-BE49-F238E27FC236}">
                    <a16:creationId xmlns:a16="http://schemas.microsoft.com/office/drawing/2014/main" id="{9AA194B9-E901-30E7-C20B-FF41947AE09E}"/>
                  </a:ext>
                </a:extLst>
              </p:cNvPr>
              <p:cNvSpPr/>
              <p:nvPr/>
            </p:nvSpPr>
            <p:spPr>
              <a:xfrm>
                <a:off x="6164120" y="1685839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1"/>
                    </a:moveTo>
                    <a:cubicBezTo>
                      <a:pt x="0" y="434"/>
                      <a:pt x="67" y="868"/>
                      <a:pt x="167" y="1302"/>
                    </a:cubicBezTo>
                    <a:cubicBezTo>
                      <a:pt x="267" y="1702"/>
                      <a:pt x="434" y="2136"/>
                      <a:pt x="667" y="2503"/>
                    </a:cubicBezTo>
                    <a:cubicBezTo>
                      <a:pt x="667" y="1635"/>
                      <a:pt x="434" y="768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273;p24">
                <a:extLst>
                  <a:ext uri="{FF2B5EF4-FFF2-40B4-BE49-F238E27FC236}">
                    <a16:creationId xmlns:a16="http://schemas.microsoft.com/office/drawing/2014/main" id="{4AD460D3-9C5D-1FB4-7E1C-086962E88AFB}"/>
                  </a:ext>
                </a:extLst>
              </p:cNvPr>
              <p:cNvSpPr/>
              <p:nvPr/>
            </p:nvSpPr>
            <p:spPr>
              <a:xfrm>
                <a:off x="6174556" y="1683230"/>
                <a:ext cx="16567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03" extrusionOk="0">
                    <a:moveTo>
                      <a:pt x="1" y="1"/>
                    </a:moveTo>
                    <a:cubicBezTo>
                      <a:pt x="1" y="868"/>
                      <a:pt x="201" y="1735"/>
                      <a:pt x="634" y="2502"/>
                    </a:cubicBezTo>
                    <a:cubicBezTo>
                      <a:pt x="634" y="2069"/>
                      <a:pt x="601" y="1635"/>
                      <a:pt x="468" y="1201"/>
                    </a:cubicBezTo>
                    <a:cubicBezTo>
                      <a:pt x="367" y="801"/>
                      <a:pt x="201" y="368"/>
                      <a:pt x="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274;p24">
                <a:extLst>
                  <a:ext uri="{FF2B5EF4-FFF2-40B4-BE49-F238E27FC236}">
                    <a16:creationId xmlns:a16="http://schemas.microsoft.com/office/drawing/2014/main" id="{C2A115ED-0182-EBF7-FBB9-5CCA2AB318DA}"/>
                  </a:ext>
                </a:extLst>
              </p:cNvPr>
              <p:cNvSpPr/>
              <p:nvPr/>
            </p:nvSpPr>
            <p:spPr>
              <a:xfrm>
                <a:off x="6184130" y="1680621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1"/>
                    </a:moveTo>
                    <a:cubicBezTo>
                      <a:pt x="0" y="434"/>
                      <a:pt x="67" y="868"/>
                      <a:pt x="167" y="1301"/>
                    </a:cubicBezTo>
                    <a:cubicBezTo>
                      <a:pt x="267" y="1702"/>
                      <a:pt x="434" y="2135"/>
                      <a:pt x="668" y="2502"/>
                    </a:cubicBezTo>
                    <a:cubicBezTo>
                      <a:pt x="634" y="1635"/>
                      <a:pt x="434" y="768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275;p24">
                <a:extLst>
                  <a:ext uri="{FF2B5EF4-FFF2-40B4-BE49-F238E27FC236}">
                    <a16:creationId xmlns:a16="http://schemas.microsoft.com/office/drawing/2014/main" id="{C238BE4E-C941-C94A-1D5A-2969A3D0D738}"/>
                  </a:ext>
                </a:extLst>
              </p:cNvPr>
              <p:cNvSpPr/>
              <p:nvPr/>
            </p:nvSpPr>
            <p:spPr>
              <a:xfrm>
                <a:off x="6193705" y="1678013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0"/>
                    </a:moveTo>
                    <a:cubicBezTo>
                      <a:pt x="0" y="868"/>
                      <a:pt x="234" y="1735"/>
                      <a:pt x="668" y="2502"/>
                    </a:cubicBezTo>
                    <a:cubicBezTo>
                      <a:pt x="668" y="2069"/>
                      <a:pt x="634" y="1635"/>
                      <a:pt x="501" y="1201"/>
                    </a:cubicBezTo>
                    <a:cubicBezTo>
                      <a:pt x="401" y="768"/>
                      <a:pt x="234" y="367"/>
                      <a:pt x="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276;p24">
                <a:extLst>
                  <a:ext uri="{FF2B5EF4-FFF2-40B4-BE49-F238E27FC236}">
                    <a16:creationId xmlns:a16="http://schemas.microsoft.com/office/drawing/2014/main" id="{A1D5CFBD-0602-828C-5998-58CEB72A14F3}"/>
                  </a:ext>
                </a:extLst>
              </p:cNvPr>
              <p:cNvSpPr/>
              <p:nvPr/>
            </p:nvSpPr>
            <p:spPr>
              <a:xfrm>
                <a:off x="6204141" y="1679760"/>
                <a:ext cx="16567" cy="5745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202" extrusionOk="0">
                    <a:moveTo>
                      <a:pt x="34" y="0"/>
                    </a:moveTo>
                    <a:lnTo>
                      <a:pt x="34" y="0"/>
                    </a:lnTo>
                    <a:cubicBezTo>
                      <a:pt x="1" y="767"/>
                      <a:pt x="201" y="1535"/>
                      <a:pt x="601" y="2202"/>
                    </a:cubicBezTo>
                    <a:cubicBezTo>
                      <a:pt x="634" y="1802"/>
                      <a:pt x="568" y="1435"/>
                      <a:pt x="468" y="1068"/>
                    </a:cubicBezTo>
                    <a:cubicBezTo>
                      <a:pt x="401" y="667"/>
                      <a:pt x="234" y="334"/>
                      <a:pt x="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277;p24">
                <a:extLst>
                  <a:ext uri="{FF2B5EF4-FFF2-40B4-BE49-F238E27FC236}">
                    <a16:creationId xmlns:a16="http://schemas.microsoft.com/office/drawing/2014/main" id="{6285B775-F211-EC9D-52E5-67CAE7DA5228}"/>
                  </a:ext>
                </a:extLst>
              </p:cNvPr>
              <p:cNvSpPr/>
              <p:nvPr/>
            </p:nvSpPr>
            <p:spPr>
              <a:xfrm>
                <a:off x="6084914" y="1710206"/>
                <a:ext cx="16567" cy="5747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203" extrusionOk="0">
                    <a:moveTo>
                      <a:pt x="34" y="1"/>
                    </a:moveTo>
                    <a:cubicBezTo>
                      <a:pt x="1" y="768"/>
                      <a:pt x="201" y="1535"/>
                      <a:pt x="601" y="2202"/>
                    </a:cubicBezTo>
                    <a:cubicBezTo>
                      <a:pt x="635" y="1435"/>
                      <a:pt x="434" y="668"/>
                      <a:pt x="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278;p24">
                <a:extLst>
                  <a:ext uri="{FF2B5EF4-FFF2-40B4-BE49-F238E27FC236}">
                    <a16:creationId xmlns:a16="http://schemas.microsoft.com/office/drawing/2014/main" id="{7BF91D95-1AC9-9EB3-08E1-F68A17D132BB}"/>
                  </a:ext>
                </a:extLst>
              </p:cNvPr>
              <p:cNvSpPr/>
              <p:nvPr/>
            </p:nvSpPr>
            <p:spPr>
              <a:xfrm>
                <a:off x="5319957" y="1633505"/>
                <a:ext cx="558483" cy="330873"/>
              </a:xfrm>
              <a:custGeom>
                <a:avLst/>
                <a:gdLst/>
                <a:ahLst/>
                <a:cxnLst/>
                <a:rect l="l" t="t" r="r" b="b"/>
                <a:pathLst>
                  <a:path w="21406" h="12682" extrusionOk="0">
                    <a:moveTo>
                      <a:pt x="10492" y="1"/>
                    </a:moveTo>
                    <a:cubicBezTo>
                      <a:pt x="9798" y="1"/>
                      <a:pt x="9215" y="94"/>
                      <a:pt x="8807" y="305"/>
                    </a:cubicBezTo>
                    <a:cubicBezTo>
                      <a:pt x="4904" y="2307"/>
                      <a:pt x="1302" y="7344"/>
                      <a:pt x="1" y="10012"/>
                    </a:cubicBezTo>
                    <a:lnTo>
                      <a:pt x="8974" y="12681"/>
                    </a:lnTo>
                    <a:cubicBezTo>
                      <a:pt x="8974" y="12681"/>
                      <a:pt x="9875" y="7778"/>
                      <a:pt x="10875" y="6243"/>
                    </a:cubicBezTo>
                    <a:cubicBezTo>
                      <a:pt x="11084" y="5919"/>
                      <a:pt x="11699" y="5808"/>
                      <a:pt x="12471" y="5808"/>
                    </a:cubicBezTo>
                    <a:cubicBezTo>
                      <a:pt x="14165" y="5808"/>
                      <a:pt x="16617" y="6343"/>
                      <a:pt x="17213" y="6343"/>
                    </a:cubicBezTo>
                    <a:cubicBezTo>
                      <a:pt x="17360" y="6345"/>
                      <a:pt x="17505" y="6346"/>
                      <a:pt x="17645" y="6346"/>
                    </a:cubicBezTo>
                    <a:cubicBezTo>
                      <a:pt x="19836" y="6346"/>
                      <a:pt x="21255" y="6065"/>
                      <a:pt x="21349" y="4342"/>
                    </a:cubicBezTo>
                    <a:cubicBezTo>
                      <a:pt x="21406" y="2791"/>
                      <a:pt x="14288" y="1"/>
                      <a:pt x="10492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279;p24">
                <a:extLst>
                  <a:ext uri="{FF2B5EF4-FFF2-40B4-BE49-F238E27FC236}">
                    <a16:creationId xmlns:a16="http://schemas.microsoft.com/office/drawing/2014/main" id="{645A0BCC-D9AE-04B3-17F6-5DB46F878B9C}"/>
                  </a:ext>
                </a:extLst>
              </p:cNvPr>
              <p:cNvSpPr/>
              <p:nvPr/>
            </p:nvSpPr>
            <p:spPr>
              <a:xfrm>
                <a:off x="5691569" y="1648428"/>
                <a:ext cx="177308" cy="81323"/>
              </a:xfrm>
              <a:custGeom>
                <a:avLst/>
                <a:gdLst/>
                <a:ahLst/>
                <a:cxnLst/>
                <a:rect l="l" t="t" r="r" b="b"/>
                <a:pathLst>
                  <a:path w="6796" h="3117" extrusionOk="0">
                    <a:moveTo>
                      <a:pt x="67" y="0"/>
                    </a:moveTo>
                    <a:cubicBezTo>
                      <a:pt x="34" y="0"/>
                      <a:pt x="0" y="67"/>
                      <a:pt x="67" y="67"/>
                    </a:cubicBezTo>
                    <a:cubicBezTo>
                      <a:pt x="734" y="200"/>
                      <a:pt x="5137" y="1635"/>
                      <a:pt x="6772" y="3103"/>
                    </a:cubicBezTo>
                    <a:cubicBezTo>
                      <a:pt x="6772" y="3112"/>
                      <a:pt x="6775" y="3116"/>
                      <a:pt x="6778" y="3116"/>
                    </a:cubicBezTo>
                    <a:cubicBezTo>
                      <a:pt x="6786" y="3116"/>
                      <a:pt x="6795" y="3093"/>
                      <a:pt x="6772" y="3069"/>
                    </a:cubicBezTo>
                    <a:cubicBezTo>
                      <a:pt x="5404" y="1268"/>
                      <a:pt x="2702" y="534"/>
                      <a:pt x="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280;p24">
                <a:extLst>
                  <a:ext uri="{FF2B5EF4-FFF2-40B4-BE49-F238E27FC236}">
                    <a16:creationId xmlns:a16="http://schemas.microsoft.com/office/drawing/2014/main" id="{640ACBE1-510F-7DF0-5D09-118E2EE2D669}"/>
                  </a:ext>
                </a:extLst>
              </p:cNvPr>
              <p:cNvSpPr/>
              <p:nvPr/>
            </p:nvSpPr>
            <p:spPr>
              <a:xfrm>
                <a:off x="5319957" y="1635435"/>
                <a:ext cx="510686" cy="310654"/>
              </a:xfrm>
              <a:custGeom>
                <a:avLst/>
                <a:gdLst/>
                <a:ahLst/>
                <a:cxnLst/>
                <a:rect l="l" t="t" r="r" b="b"/>
                <a:pathLst>
                  <a:path w="19574" h="11907" extrusionOk="0">
                    <a:moveTo>
                      <a:pt x="9929" y="0"/>
                    </a:moveTo>
                    <a:cubicBezTo>
                      <a:pt x="9495" y="0"/>
                      <a:pt x="9114" y="72"/>
                      <a:pt x="8807" y="231"/>
                    </a:cubicBezTo>
                    <a:cubicBezTo>
                      <a:pt x="4904" y="2233"/>
                      <a:pt x="1302" y="7270"/>
                      <a:pt x="1" y="9938"/>
                    </a:cubicBezTo>
                    <a:lnTo>
                      <a:pt x="6606" y="11907"/>
                    </a:lnTo>
                    <a:cubicBezTo>
                      <a:pt x="6606" y="11907"/>
                      <a:pt x="8974" y="8137"/>
                      <a:pt x="9941" y="6636"/>
                    </a:cubicBezTo>
                    <a:cubicBezTo>
                      <a:pt x="10101" y="6381"/>
                      <a:pt x="10394" y="6282"/>
                      <a:pt x="10759" y="6282"/>
                    </a:cubicBezTo>
                    <a:cubicBezTo>
                      <a:pt x="11922" y="6282"/>
                      <a:pt x="13818" y="7284"/>
                      <a:pt x="14478" y="7437"/>
                    </a:cubicBezTo>
                    <a:cubicBezTo>
                      <a:pt x="15211" y="7593"/>
                      <a:pt x="15917" y="7675"/>
                      <a:pt x="16556" y="7675"/>
                    </a:cubicBezTo>
                    <a:cubicBezTo>
                      <a:pt x="18243" y="7675"/>
                      <a:pt x="19466" y="7099"/>
                      <a:pt x="19515" y="5769"/>
                    </a:cubicBezTo>
                    <a:cubicBezTo>
                      <a:pt x="19574" y="4148"/>
                      <a:pt x="13226" y="0"/>
                      <a:pt x="9929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281;p24">
                <a:extLst>
                  <a:ext uri="{FF2B5EF4-FFF2-40B4-BE49-F238E27FC236}">
                    <a16:creationId xmlns:a16="http://schemas.microsoft.com/office/drawing/2014/main" id="{7BF370B7-AEFE-E1F7-FB97-5390BF618E32}"/>
                  </a:ext>
                </a:extLst>
              </p:cNvPr>
              <p:cNvSpPr/>
              <p:nvPr/>
            </p:nvSpPr>
            <p:spPr>
              <a:xfrm>
                <a:off x="5525643" y="1792022"/>
                <a:ext cx="230349" cy="97733"/>
              </a:xfrm>
              <a:custGeom>
                <a:avLst/>
                <a:gdLst/>
                <a:ahLst/>
                <a:cxnLst/>
                <a:rect l="l" t="t" r="r" b="b"/>
                <a:pathLst>
                  <a:path w="8829" h="3746" extrusionOk="0">
                    <a:moveTo>
                      <a:pt x="3091" y="0"/>
                    </a:moveTo>
                    <a:cubicBezTo>
                      <a:pt x="2691" y="0"/>
                      <a:pt x="2324" y="134"/>
                      <a:pt x="1991" y="367"/>
                    </a:cubicBezTo>
                    <a:cubicBezTo>
                      <a:pt x="1690" y="634"/>
                      <a:pt x="1423" y="968"/>
                      <a:pt x="1257" y="1335"/>
                    </a:cubicBezTo>
                    <a:cubicBezTo>
                      <a:pt x="990" y="1768"/>
                      <a:pt x="756" y="2169"/>
                      <a:pt x="556" y="2602"/>
                    </a:cubicBezTo>
                    <a:cubicBezTo>
                      <a:pt x="323" y="3002"/>
                      <a:pt x="256" y="3169"/>
                      <a:pt x="56" y="3603"/>
                    </a:cubicBezTo>
                    <a:cubicBezTo>
                      <a:pt x="1" y="3695"/>
                      <a:pt x="16" y="3746"/>
                      <a:pt x="58" y="3746"/>
                    </a:cubicBezTo>
                    <a:cubicBezTo>
                      <a:pt x="92" y="3746"/>
                      <a:pt x="144" y="3711"/>
                      <a:pt x="189" y="3636"/>
                    </a:cubicBezTo>
                    <a:cubicBezTo>
                      <a:pt x="556" y="2936"/>
                      <a:pt x="990" y="2269"/>
                      <a:pt x="1490" y="1668"/>
                    </a:cubicBezTo>
                    <a:cubicBezTo>
                      <a:pt x="1724" y="1301"/>
                      <a:pt x="2024" y="1001"/>
                      <a:pt x="2324" y="734"/>
                    </a:cubicBezTo>
                    <a:cubicBezTo>
                      <a:pt x="2595" y="562"/>
                      <a:pt x="2903" y="462"/>
                      <a:pt x="3206" y="462"/>
                    </a:cubicBezTo>
                    <a:cubicBezTo>
                      <a:pt x="3313" y="462"/>
                      <a:pt x="3420" y="474"/>
                      <a:pt x="3525" y="501"/>
                    </a:cubicBezTo>
                    <a:cubicBezTo>
                      <a:pt x="4392" y="667"/>
                      <a:pt x="5193" y="1134"/>
                      <a:pt x="6027" y="1368"/>
                    </a:cubicBezTo>
                    <a:cubicBezTo>
                      <a:pt x="6692" y="1554"/>
                      <a:pt x="7507" y="1783"/>
                      <a:pt x="8249" y="1783"/>
                    </a:cubicBezTo>
                    <a:cubicBezTo>
                      <a:pt x="8437" y="1783"/>
                      <a:pt x="8620" y="1769"/>
                      <a:pt x="8795" y="1735"/>
                    </a:cubicBezTo>
                    <a:cubicBezTo>
                      <a:pt x="8829" y="1735"/>
                      <a:pt x="8829" y="1668"/>
                      <a:pt x="8795" y="1668"/>
                    </a:cubicBezTo>
                    <a:cubicBezTo>
                      <a:pt x="7761" y="1668"/>
                      <a:pt x="6594" y="1201"/>
                      <a:pt x="5693" y="834"/>
                    </a:cubicBezTo>
                    <a:cubicBezTo>
                      <a:pt x="4859" y="467"/>
                      <a:pt x="4025" y="0"/>
                      <a:pt x="309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282;p24">
                <a:extLst>
                  <a:ext uri="{FF2B5EF4-FFF2-40B4-BE49-F238E27FC236}">
                    <a16:creationId xmlns:a16="http://schemas.microsoft.com/office/drawing/2014/main" id="{337F1037-F4C5-2E9A-07B6-CA26CEA788D4}"/>
                  </a:ext>
                </a:extLst>
              </p:cNvPr>
              <p:cNvSpPr/>
              <p:nvPr/>
            </p:nvSpPr>
            <p:spPr>
              <a:xfrm>
                <a:off x="5493397" y="1628417"/>
                <a:ext cx="343527" cy="180830"/>
              </a:xfrm>
              <a:custGeom>
                <a:avLst/>
                <a:gdLst/>
                <a:ahLst/>
                <a:cxnLst/>
                <a:rect l="l" t="t" r="r" b="b"/>
                <a:pathLst>
                  <a:path w="13167" h="6931" extrusionOk="0">
                    <a:moveTo>
                      <a:pt x="3360" y="0"/>
                    </a:moveTo>
                    <a:cubicBezTo>
                      <a:pt x="1826" y="100"/>
                      <a:pt x="558" y="1401"/>
                      <a:pt x="24" y="1835"/>
                    </a:cubicBezTo>
                    <a:cubicBezTo>
                      <a:pt x="1" y="1858"/>
                      <a:pt x="10" y="1882"/>
                      <a:pt x="30" y="1882"/>
                    </a:cubicBezTo>
                    <a:cubicBezTo>
                      <a:pt x="38" y="1882"/>
                      <a:pt x="48" y="1878"/>
                      <a:pt x="58" y="1868"/>
                    </a:cubicBezTo>
                    <a:cubicBezTo>
                      <a:pt x="491" y="1535"/>
                      <a:pt x="1892" y="434"/>
                      <a:pt x="2826" y="334"/>
                    </a:cubicBezTo>
                    <a:cubicBezTo>
                      <a:pt x="2898" y="329"/>
                      <a:pt x="2970" y="327"/>
                      <a:pt x="3042" y="327"/>
                    </a:cubicBezTo>
                    <a:cubicBezTo>
                      <a:pt x="3537" y="327"/>
                      <a:pt x="4028" y="426"/>
                      <a:pt x="4494" y="601"/>
                    </a:cubicBezTo>
                    <a:cubicBezTo>
                      <a:pt x="4961" y="767"/>
                      <a:pt x="5461" y="934"/>
                      <a:pt x="5928" y="1101"/>
                    </a:cubicBezTo>
                    <a:cubicBezTo>
                      <a:pt x="7830" y="1768"/>
                      <a:pt x="9798" y="2635"/>
                      <a:pt x="11332" y="3970"/>
                    </a:cubicBezTo>
                    <a:cubicBezTo>
                      <a:pt x="12200" y="4704"/>
                      <a:pt x="12867" y="5738"/>
                      <a:pt x="12533" y="6905"/>
                    </a:cubicBezTo>
                    <a:cubicBezTo>
                      <a:pt x="12533" y="6922"/>
                      <a:pt x="12542" y="6930"/>
                      <a:pt x="12554" y="6930"/>
                    </a:cubicBezTo>
                    <a:cubicBezTo>
                      <a:pt x="12567" y="6930"/>
                      <a:pt x="12583" y="6922"/>
                      <a:pt x="12600" y="6905"/>
                    </a:cubicBezTo>
                    <a:cubicBezTo>
                      <a:pt x="13167" y="6071"/>
                      <a:pt x="12833" y="4937"/>
                      <a:pt x="12233" y="4237"/>
                    </a:cubicBezTo>
                    <a:cubicBezTo>
                      <a:pt x="11499" y="3403"/>
                      <a:pt x="10632" y="2769"/>
                      <a:pt x="9664" y="2268"/>
                    </a:cubicBezTo>
                    <a:cubicBezTo>
                      <a:pt x="8664" y="1735"/>
                      <a:pt x="7663" y="1268"/>
                      <a:pt x="6596" y="901"/>
                    </a:cubicBezTo>
                    <a:cubicBezTo>
                      <a:pt x="6062" y="701"/>
                      <a:pt x="5528" y="500"/>
                      <a:pt x="4961" y="334"/>
                    </a:cubicBezTo>
                    <a:cubicBezTo>
                      <a:pt x="4461" y="134"/>
                      <a:pt x="3894" y="0"/>
                      <a:pt x="336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283;p24">
                <a:extLst>
                  <a:ext uri="{FF2B5EF4-FFF2-40B4-BE49-F238E27FC236}">
                    <a16:creationId xmlns:a16="http://schemas.microsoft.com/office/drawing/2014/main" id="{2B360516-0243-37AA-AEAF-8D7C5E8AC9C0}"/>
                  </a:ext>
                </a:extLst>
              </p:cNvPr>
              <p:cNvSpPr/>
              <p:nvPr/>
            </p:nvSpPr>
            <p:spPr>
              <a:xfrm>
                <a:off x="5295590" y="1557038"/>
                <a:ext cx="282868" cy="398629"/>
              </a:xfrm>
              <a:custGeom>
                <a:avLst/>
                <a:gdLst/>
                <a:ahLst/>
                <a:cxnLst/>
                <a:rect l="l" t="t" r="r" b="b"/>
                <a:pathLst>
                  <a:path w="10842" h="15279" extrusionOk="0">
                    <a:moveTo>
                      <a:pt x="8273" y="1"/>
                    </a:moveTo>
                    <a:cubicBezTo>
                      <a:pt x="6205" y="1"/>
                      <a:pt x="2436" y="5772"/>
                      <a:pt x="1669" y="7373"/>
                    </a:cubicBezTo>
                    <a:cubicBezTo>
                      <a:pt x="868" y="8974"/>
                      <a:pt x="434" y="14044"/>
                      <a:pt x="1" y="15278"/>
                    </a:cubicBezTo>
                    <a:lnTo>
                      <a:pt x="7039" y="12210"/>
                    </a:lnTo>
                    <a:cubicBezTo>
                      <a:pt x="7039" y="12210"/>
                      <a:pt x="6439" y="9007"/>
                      <a:pt x="7573" y="6973"/>
                    </a:cubicBezTo>
                    <a:cubicBezTo>
                      <a:pt x="8707" y="4904"/>
                      <a:pt x="10842" y="1"/>
                      <a:pt x="8273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284;p24">
                <a:extLst>
                  <a:ext uri="{FF2B5EF4-FFF2-40B4-BE49-F238E27FC236}">
                    <a16:creationId xmlns:a16="http://schemas.microsoft.com/office/drawing/2014/main" id="{6A66884D-80A2-A6A1-6684-DAB0AEE7E994}"/>
                  </a:ext>
                </a:extLst>
              </p:cNvPr>
              <p:cNvSpPr/>
              <p:nvPr/>
            </p:nvSpPr>
            <p:spPr>
              <a:xfrm>
                <a:off x="5472265" y="1650097"/>
                <a:ext cx="63555" cy="222678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8535" extrusionOk="0">
                    <a:moveTo>
                      <a:pt x="2368" y="0"/>
                    </a:moveTo>
                    <a:cubicBezTo>
                      <a:pt x="2350" y="0"/>
                      <a:pt x="2335" y="11"/>
                      <a:pt x="2335" y="36"/>
                    </a:cubicBezTo>
                    <a:cubicBezTo>
                      <a:pt x="1935" y="704"/>
                      <a:pt x="1568" y="1371"/>
                      <a:pt x="1235" y="2071"/>
                    </a:cubicBezTo>
                    <a:cubicBezTo>
                      <a:pt x="868" y="2738"/>
                      <a:pt x="567" y="3406"/>
                      <a:pt x="301" y="4106"/>
                    </a:cubicBezTo>
                    <a:cubicBezTo>
                      <a:pt x="100" y="4807"/>
                      <a:pt x="0" y="5507"/>
                      <a:pt x="34" y="6241"/>
                    </a:cubicBezTo>
                    <a:cubicBezTo>
                      <a:pt x="34" y="6608"/>
                      <a:pt x="67" y="6975"/>
                      <a:pt x="100" y="7342"/>
                    </a:cubicBezTo>
                    <a:cubicBezTo>
                      <a:pt x="134" y="7675"/>
                      <a:pt x="234" y="8109"/>
                      <a:pt x="267" y="8509"/>
                    </a:cubicBezTo>
                    <a:cubicBezTo>
                      <a:pt x="267" y="8526"/>
                      <a:pt x="284" y="8534"/>
                      <a:pt x="301" y="8534"/>
                    </a:cubicBezTo>
                    <a:cubicBezTo>
                      <a:pt x="317" y="8534"/>
                      <a:pt x="334" y="8526"/>
                      <a:pt x="334" y="8509"/>
                    </a:cubicBezTo>
                    <a:cubicBezTo>
                      <a:pt x="301" y="7775"/>
                      <a:pt x="301" y="7041"/>
                      <a:pt x="367" y="6341"/>
                    </a:cubicBezTo>
                    <a:cubicBezTo>
                      <a:pt x="401" y="5607"/>
                      <a:pt x="534" y="4873"/>
                      <a:pt x="768" y="4173"/>
                    </a:cubicBezTo>
                    <a:cubicBezTo>
                      <a:pt x="1235" y="2772"/>
                      <a:pt x="1968" y="1471"/>
                      <a:pt x="2435" y="70"/>
                    </a:cubicBezTo>
                    <a:cubicBezTo>
                      <a:pt x="2435" y="29"/>
                      <a:pt x="2397" y="0"/>
                      <a:pt x="23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285;p24">
                <a:extLst>
                  <a:ext uri="{FF2B5EF4-FFF2-40B4-BE49-F238E27FC236}">
                    <a16:creationId xmlns:a16="http://schemas.microsoft.com/office/drawing/2014/main" id="{0085139F-5493-7A72-0956-2FB3448518C5}"/>
                  </a:ext>
                </a:extLst>
              </p:cNvPr>
              <p:cNvSpPr/>
              <p:nvPr/>
            </p:nvSpPr>
            <p:spPr>
              <a:xfrm>
                <a:off x="5021472" y="2089645"/>
                <a:ext cx="521330" cy="452583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7347" extrusionOk="0">
                    <a:moveTo>
                      <a:pt x="0" y="0"/>
                    </a:moveTo>
                    <a:lnTo>
                      <a:pt x="2636" y="17346"/>
                    </a:lnTo>
                    <a:lnTo>
                      <a:pt x="19981" y="17346"/>
                    </a:lnTo>
                    <a:lnTo>
                      <a:pt x="1734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286;p24">
                <a:extLst>
                  <a:ext uri="{FF2B5EF4-FFF2-40B4-BE49-F238E27FC236}">
                    <a16:creationId xmlns:a16="http://schemas.microsoft.com/office/drawing/2014/main" id="{4629C7B8-5B25-D5FC-4DD2-3B43FAB57541}"/>
                  </a:ext>
                </a:extLst>
              </p:cNvPr>
              <p:cNvSpPr/>
              <p:nvPr/>
            </p:nvSpPr>
            <p:spPr>
              <a:xfrm>
                <a:off x="5090217" y="2471693"/>
                <a:ext cx="711918" cy="70521"/>
              </a:xfrm>
              <a:custGeom>
                <a:avLst/>
                <a:gdLst/>
                <a:ahLst/>
                <a:cxnLst/>
                <a:rect l="l" t="t" r="r" b="b"/>
                <a:pathLst>
                  <a:path w="27287" h="2703" extrusionOk="0">
                    <a:moveTo>
                      <a:pt x="1" y="0"/>
                    </a:moveTo>
                    <a:lnTo>
                      <a:pt x="1" y="2702"/>
                    </a:lnTo>
                    <a:lnTo>
                      <a:pt x="27287" y="2702"/>
                    </a:lnTo>
                    <a:lnTo>
                      <a:pt x="27287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287;p24">
                <a:extLst>
                  <a:ext uri="{FF2B5EF4-FFF2-40B4-BE49-F238E27FC236}">
                    <a16:creationId xmlns:a16="http://schemas.microsoft.com/office/drawing/2014/main" id="{5B78CE0D-8258-FE81-CAFB-A057F58C6FEF}"/>
                  </a:ext>
                </a:extLst>
              </p:cNvPr>
              <p:cNvSpPr/>
              <p:nvPr/>
            </p:nvSpPr>
            <p:spPr>
              <a:xfrm>
                <a:off x="5267049" y="2290922"/>
                <a:ext cx="1798488" cy="1113025"/>
              </a:xfrm>
              <a:custGeom>
                <a:avLst/>
                <a:gdLst/>
                <a:ahLst/>
                <a:cxnLst/>
                <a:rect l="l" t="t" r="r" b="b"/>
                <a:pathLst>
                  <a:path w="68934" h="42661" extrusionOk="0">
                    <a:moveTo>
                      <a:pt x="65433" y="1"/>
                    </a:moveTo>
                    <a:cubicBezTo>
                      <a:pt x="63728" y="1"/>
                      <a:pt x="61226" y="1072"/>
                      <a:pt x="58002" y="3493"/>
                    </a:cubicBezTo>
                    <a:cubicBezTo>
                      <a:pt x="46961" y="11766"/>
                      <a:pt x="33952" y="22007"/>
                      <a:pt x="31617" y="22040"/>
                    </a:cubicBezTo>
                    <a:cubicBezTo>
                      <a:pt x="31605" y="22040"/>
                      <a:pt x="31592" y="22040"/>
                      <a:pt x="31580" y="22040"/>
                    </a:cubicBezTo>
                    <a:cubicBezTo>
                      <a:pt x="29211" y="22040"/>
                      <a:pt x="22418" y="18857"/>
                      <a:pt x="17473" y="16136"/>
                    </a:cubicBezTo>
                    <a:cubicBezTo>
                      <a:pt x="17299" y="16038"/>
                      <a:pt x="17075" y="15992"/>
                      <a:pt x="16810" y="15992"/>
                    </a:cubicBezTo>
                    <a:cubicBezTo>
                      <a:pt x="12912" y="15992"/>
                      <a:pt x="1" y="25935"/>
                      <a:pt x="2062" y="27778"/>
                    </a:cubicBezTo>
                    <a:cubicBezTo>
                      <a:pt x="11061" y="35859"/>
                      <a:pt x="23236" y="42661"/>
                      <a:pt x="32156" y="42661"/>
                    </a:cubicBezTo>
                    <a:cubicBezTo>
                      <a:pt x="33619" y="42661"/>
                      <a:pt x="34994" y="42478"/>
                      <a:pt x="36253" y="42088"/>
                    </a:cubicBezTo>
                    <a:cubicBezTo>
                      <a:pt x="46461" y="38885"/>
                      <a:pt x="63172" y="16703"/>
                      <a:pt x="66875" y="7930"/>
                    </a:cubicBezTo>
                    <a:cubicBezTo>
                      <a:pt x="68934" y="3099"/>
                      <a:pt x="68334" y="1"/>
                      <a:pt x="65433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288;p24">
                <a:extLst>
                  <a:ext uri="{FF2B5EF4-FFF2-40B4-BE49-F238E27FC236}">
                    <a16:creationId xmlns:a16="http://schemas.microsoft.com/office/drawing/2014/main" id="{A7D34FDB-4E15-941C-A14B-8122D996A7A2}"/>
                  </a:ext>
                </a:extLst>
              </p:cNvPr>
              <p:cNvSpPr/>
              <p:nvPr/>
            </p:nvSpPr>
            <p:spPr>
              <a:xfrm>
                <a:off x="4944875" y="2091967"/>
                <a:ext cx="810277" cy="933526"/>
              </a:xfrm>
              <a:custGeom>
                <a:avLst/>
                <a:gdLst/>
                <a:ahLst/>
                <a:cxnLst/>
                <a:rect l="l" t="t" r="r" b="b"/>
                <a:pathLst>
                  <a:path w="31057" h="35781" extrusionOk="0">
                    <a:moveTo>
                      <a:pt x="2243" y="0"/>
                    </a:moveTo>
                    <a:cubicBezTo>
                      <a:pt x="1954" y="0"/>
                      <a:pt x="1677" y="232"/>
                      <a:pt x="1402" y="679"/>
                    </a:cubicBezTo>
                    <a:cubicBezTo>
                      <a:pt x="368" y="2380"/>
                      <a:pt x="1" y="5682"/>
                      <a:pt x="1035" y="11920"/>
                    </a:cubicBezTo>
                    <a:cubicBezTo>
                      <a:pt x="1669" y="15890"/>
                      <a:pt x="3003" y="19726"/>
                      <a:pt x="4871" y="23295"/>
                    </a:cubicBezTo>
                    <a:cubicBezTo>
                      <a:pt x="6606" y="26664"/>
                      <a:pt x="13310" y="34670"/>
                      <a:pt x="14411" y="35404"/>
                    </a:cubicBezTo>
                    <a:cubicBezTo>
                      <a:pt x="14801" y="35663"/>
                      <a:pt x="15264" y="35780"/>
                      <a:pt x="15783" y="35780"/>
                    </a:cubicBezTo>
                    <a:cubicBezTo>
                      <a:pt x="20806" y="35780"/>
                      <a:pt x="31056" y="24763"/>
                      <a:pt x="31056" y="24763"/>
                    </a:cubicBezTo>
                    <a:cubicBezTo>
                      <a:pt x="25853" y="20593"/>
                      <a:pt x="19748" y="17657"/>
                      <a:pt x="13210" y="16156"/>
                    </a:cubicBezTo>
                    <a:cubicBezTo>
                      <a:pt x="10542" y="15556"/>
                      <a:pt x="7806" y="15456"/>
                      <a:pt x="6139" y="9251"/>
                    </a:cubicBezTo>
                    <a:cubicBezTo>
                      <a:pt x="4402" y="2823"/>
                      <a:pt x="3249" y="0"/>
                      <a:pt x="2243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289;p24">
                <a:extLst>
                  <a:ext uri="{FF2B5EF4-FFF2-40B4-BE49-F238E27FC236}">
                    <a16:creationId xmlns:a16="http://schemas.microsoft.com/office/drawing/2014/main" id="{615DA6D0-3660-B470-89DE-2084C0CBBE83}"/>
                  </a:ext>
                </a:extLst>
              </p:cNvPr>
              <p:cNvSpPr/>
              <p:nvPr/>
            </p:nvSpPr>
            <p:spPr>
              <a:xfrm>
                <a:off x="5556663" y="2279417"/>
                <a:ext cx="1526030" cy="1144438"/>
              </a:xfrm>
              <a:custGeom>
                <a:avLst/>
                <a:gdLst/>
                <a:ahLst/>
                <a:cxnLst/>
                <a:rect l="l" t="t" r="r" b="b"/>
                <a:pathLst>
                  <a:path w="58491" h="43865" extrusionOk="0">
                    <a:moveTo>
                      <a:pt x="54553" y="1"/>
                    </a:moveTo>
                    <a:cubicBezTo>
                      <a:pt x="53230" y="1"/>
                      <a:pt x="51394" y="657"/>
                      <a:pt x="49003" y="2133"/>
                    </a:cubicBezTo>
                    <a:cubicBezTo>
                      <a:pt x="39496" y="8004"/>
                      <a:pt x="22150" y="21480"/>
                      <a:pt x="20082" y="21547"/>
                    </a:cubicBezTo>
                    <a:cubicBezTo>
                      <a:pt x="20067" y="21548"/>
                      <a:pt x="20052" y="21548"/>
                      <a:pt x="20037" y="21548"/>
                    </a:cubicBezTo>
                    <a:cubicBezTo>
                      <a:pt x="17917" y="21548"/>
                      <a:pt x="9007" y="17044"/>
                      <a:pt x="9007" y="17044"/>
                    </a:cubicBezTo>
                    <a:lnTo>
                      <a:pt x="1" y="39660"/>
                    </a:lnTo>
                    <a:cubicBezTo>
                      <a:pt x="1" y="39660"/>
                      <a:pt x="10360" y="43865"/>
                      <a:pt x="20022" y="43865"/>
                    </a:cubicBezTo>
                    <a:cubicBezTo>
                      <a:pt x="21448" y="43865"/>
                      <a:pt x="22858" y="43773"/>
                      <a:pt x="24218" y="43563"/>
                    </a:cubicBezTo>
                    <a:cubicBezTo>
                      <a:pt x="34792" y="41962"/>
                      <a:pt x="48436" y="22781"/>
                      <a:pt x="53839" y="13074"/>
                    </a:cubicBezTo>
                    <a:cubicBezTo>
                      <a:pt x="57884" y="5809"/>
                      <a:pt x="58490" y="1"/>
                      <a:pt x="54553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290;p24">
                <a:extLst>
                  <a:ext uri="{FF2B5EF4-FFF2-40B4-BE49-F238E27FC236}">
                    <a16:creationId xmlns:a16="http://schemas.microsoft.com/office/drawing/2014/main" id="{124882BB-E2CC-65A7-3002-2EE5E092B610}"/>
                  </a:ext>
                </a:extLst>
              </p:cNvPr>
              <p:cNvSpPr/>
              <p:nvPr/>
            </p:nvSpPr>
            <p:spPr>
              <a:xfrm>
                <a:off x="5633260" y="2315916"/>
                <a:ext cx="1410765" cy="1058289"/>
              </a:xfrm>
              <a:custGeom>
                <a:avLst/>
                <a:gdLst/>
                <a:ahLst/>
                <a:cxnLst/>
                <a:rect l="l" t="t" r="r" b="b"/>
                <a:pathLst>
                  <a:path w="54073" h="40563" extrusionOk="0">
                    <a:moveTo>
                      <a:pt x="51900" y="0"/>
                    </a:moveTo>
                    <a:cubicBezTo>
                      <a:pt x="51629" y="0"/>
                      <a:pt x="51354" y="100"/>
                      <a:pt x="51137" y="301"/>
                    </a:cubicBezTo>
                    <a:lnTo>
                      <a:pt x="50703" y="734"/>
                    </a:lnTo>
                    <a:lnTo>
                      <a:pt x="50837" y="901"/>
                    </a:lnTo>
                    <a:lnTo>
                      <a:pt x="51304" y="434"/>
                    </a:lnTo>
                    <a:cubicBezTo>
                      <a:pt x="51470" y="267"/>
                      <a:pt x="51687" y="184"/>
                      <a:pt x="51904" y="184"/>
                    </a:cubicBezTo>
                    <a:cubicBezTo>
                      <a:pt x="52121" y="184"/>
                      <a:pt x="52338" y="267"/>
                      <a:pt x="52505" y="434"/>
                    </a:cubicBezTo>
                    <a:cubicBezTo>
                      <a:pt x="52705" y="651"/>
                      <a:pt x="52980" y="759"/>
                      <a:pt x="53255" y="759"/>
                    </a:cubicBezTo>
                    <a:cubicBezTo>
                      <a:pt x="53530" y="759"/>
                      <a:pt x="53805" y="651"/>
                      <a:pt x="54006" y="434"/>
                    </a:cubicBezTo>
                    <a:lnTo>
                      <a:pt x="54072" y="401"/>
                    </a:lnTo>
                    <a:cubicBezTo>
                      <a:pt x="54039" y="301"/>
                      <a:pt x="54039" y="234"/>
                      <a:pt x="54006" y="167"/>
                    </a:cubicBezTo>
                    <a:lnTo>
                      <a:pt x="53872" y="301"/>
                    </a:lnTo>
                    <a:cubicBezTo>
                      <a:pt x="53705" y="467"/>
                      <a:pt x="53480" y="551"/>
                      <a:pt x="53255" y="551"/>
                    </a:cubicBezTo>
                    <a:cubicBezTo>
                      <a:pt x="53030" y="551"/>
                      <a:pt x="52805" y="467"/>
                      <a:pt x="52638" y="301"/>
                    </a:cubicBezTo>
                    <a:cubicBezTo>
                      <a:pt x="52438" y="100"/>
                      <a:pt x="52171" y="0"/>
                      <a:pt x="51900" y="0"/>
                    </a:cubicBezTo>
                    <a:close/>
                    <a:moveTo>
                      <a:pt x="45199" y="3236"/>
                    </a:moveTo>
                    <a:lnTo>
                      <a:pt x="45066" y="3369"/>
                    </a:lnTo>
                    <a:lnTo>
                      <a:pt x="45533" y="3870"/>
                    </a:lnTo>
                    <a:cubicBezTo>
                      <a:pt x="45866" y="4203"/>
                      <a:pt x="45866" y="4737"/>
                      <a:pt x="45533" y="5071"/>
                    </a:cubicBezTo>
                    <a:cubicBezTo>
                      <a:pt x="45099" y="5471"/>
                      <a:pt x="45099" y="6171"/>
                      <a:pt x="45533" y="6572"/>
                    </a:cubicBezTo>
                    <a:lnTo>
                      <a:pt x="45967" y="7039"/>
                    </a:lnTo>
                    <a:lnTo>
                      <a:pt x="46133" y="6872"/>
                    </a:lnTo>
                    <a:lnTo>
                      <a:pt x="45666" y="6438"/>
                    </a:lnTo>
                    <a:cubicBezTo>
                      <a:pt x="45333" y="6105"/>
                      <a:pt x="45333" y="5538"/>
                      <a:pt x="45666" y="5204"/>
                    </a:cubicBezTo>
                    <a:cubicBezTo>
                      <a:pt x="45866" y="5004"/>
                      <a:pt x="46000" y="4737"/>
                      <a:pt x="46000" y="4470"/>
                    </a:cubicBezTo>
                    <a:cubicBezTo>
                      <a:pt x="46000" y="4170"/>
                      <a:pt x="45866" y="3903"/>
                      <a:pt x="45666" y="3703"/>
                    </a:cubicBezTo>
                    <a:lnTo>
                      <a:pt x="45199" y="3236"/>
                    </a:lnTo>
                    <a:close/>
                    <a:moveTo>
                      <a:pt x="39128" y="10908"/>
                    </a:moveTo>
                    <a:lnTo>
                      <a:pt x="39128" y="11542"/>
                    </a:lnTo>
                    <a:cubicBezTo>
                      <a:pt x="39128" y="12009"/>
                      <a:pt x="38728" y="12409"/>
                      <a:pt x="38261" y="12409"/>
                    </a:cubicBezTo>
                    <a:cubicBezTo>
                      <a:pt x="37661" y="12409"/>
                      <a:pt x="37194" y="12876"/>
                      <a:pt x="37194" y="13477"/>
                    </a:cubicBezTo>
                    <a:lnTo>
                      <a:pt x="37194" y="14144"/>
                    </a:lnTo>
                    <a:lnTo>
                      <a:pt x="37394" y="14144"/>
                    </a:lnTo>
                    <a:lnTo>
                      <a:pt x="37394" y="13477"/>
                    </a:lnTo>
                    <a:cubicBezTo>
                      <a:pt x="37394" y="13010"/>
                      <a:pt x="37794" y="12609"/>
                      <a:pt x="38261" y="12609"/>
                    </a:cubicBezTo>
                    <a:cubicBezTo>
                      <a:pt x="38828" y="12609"/>
                      <a:pt x="39328" y="12142"/>
                      <a:pt x="39328" y="11542"/>
                    </a:cubicBezTo>
                    <a:lnTo>
                      <a:pt x="39328" y="10908"/>
                    </a:lnTo>
                    <a:close/>
                    <a:moveTo>
                      <a:pt x="44299" y="14477"/>
                    </a:moveTo>
                    <a:lnTo>
                      <a:pt x="44299" y="14678"/>
                    </a:lnTo>
                    <a:lnTo>
                      <a:pt x="44966" y="14678"/>
                    </a:lnTo>
                    <a:cubicBezTo>
                      <a:pt x="45433" y="14678"/>
                      <a:pt x="45833" y="15044"/>
                      <a:pt x="45833" y="15545"/>
                    </a:cubicBezTo>
                    <a:cubicBezTo>
                      <a:pt x="45833" y="16112"/>
                      <a:pt x="46300" y="16612"/>
                      <a:pt x="46901" y="16612"/>
                    </a:cubicBezTo>
                    <a:lnTo>
                      <a:pt x="47534" y="16612"/>
                    </a:lnTo>
                    <a:lnTo>
                      <a:pt x="47534" y="16412"/>
                    </a:lnTo>
                    <a:lnTo>
                      <a:pt x="46901" y="16412"/>
                    </a:lnTo>
                    <a:cubicBezTo>
                      <a:pt x="46434" y="16412"/>
                      <a:pt x="46033" y="16012"/>
                      <a:pt x="46033" y="15545"/>
                    </a:cubicBezTo>
                    <a:cubicBezTo>
                      <a:pt x="46033" y="14944"/>
                      <a:pt x="45566" y="14477"/>
                      <a:pt x="44966" y="14477"/>
                    </a:cubicBezTo>
                    <a:close/>
                    <a:moveTo>
                      <a:pt x="28387" y="17379"/>
                    </a:moveTo>
                    <a:lnTo>
                      <a:pt x="28387" y="17580"/>
                    </a:lnTo>
                    <a:lnTo>
                      <a:pt x="29054" y="17580"/>
                    </a:lnTo>
                    <a:cubicBezTo>
                      <a:pt x="29521" y="17580"/>
                      <a:pt x="29922" y="17947"/>
                      <a:pt x="29922" y="18447"/>
                    </a:cubicBezTo>
                    <a:cubicBezTo>
                      <a:pt x="29922" y="19014"/>
                      <a:pt x="30389" y="19514"/>
                      <a:pt x="30989" y="19514"/>
                    </a:cubicBezTo>
                    <a:lnTo>
                      <a:pt x="31623" y="19514"/>
                    </a:lnTo>
                    <a:lnTo>
                      <a:pt x="31623" y="19281"/>
                    </a:lnTo>
                    <a:lnTo>
                      <a:pt x="30989" y="19281"/>
                    </a:lnTo>
                    <a:cubicBezTo>
                      <a:pt x="30522" y="19281"/>
                      <a:pt x="30122" y="18914"/>
                      <a:pt x="30122" y="18447"/>
                    </a:cubicBezTo>
                    <a:cubicBezTo>
                      <a:pt x="30122" y="17846"/>
                      <a:pt x="29655" y="17379"/>
                      <a:pt x="29054" y="17379"/>
                    </a:cubicBezTo>
                    <a:close/>
                    <a:moveTo>
                      <a:pt x="8840" y="19481"/>
                    </a:moveTo>
                    <a:lnTo>
                      <a:pt x="8840" y="19681"/>
                    </a:lnTo>
                    <a:lnTo>
                      <a:pt x="9507" y="19681"/>
                    </a:lnTo>
                    <a:cubicBezTo>
                      <a:pt x="9974" y="19681"/>
                      <a:pt x="10341" y="20048"/>
                      <a:pt x="10341" y="20548"/>
                    </a:cubicBezTo>
                    <a:cubicBezTo>
                      <a:pt x="10341" y="21115"/>
                      <a:pt x="10841" y="21616"/>
                      <a:pt x="11409" y="21616"/>
                    </a:cubicBezTo>
                    <a:lnTo>
                      <a:pt x="12076" y="21616"/>
                    </a:lnTo>
                    <a:lnTo>
                      <a:pt x="12076" y="21382"/>
                    </a:lnTo>
                    <a:lnTo>
                      <a:pt x="11442" y="21382"/>
                    </a:lnTo>
                    <a:cubicBezTo>
                      <a:pt x="10942" y="21382"/>
                      <a:pt x="10575" y="21015"/>
                      <a:pt x="10575" y="20548"/>
                    </a:cubicBezTo>
                    <a:cubicBezTo>
                      <a:pt x="10541" y="19948"/>
                      <a:pt x="10074" y="19481"/>
                      <a:pt x="9507" y="19481"/>
                    </a:cubicBezTo>
                    <a:close/>
                    <a:moveTo>
                      <a:pt x="23551" y="20849"/>
                    </a:moveTo>
                    <a:lnTo>
                      <a:pt x="23084" y="21316"/>
                    </a:lnTo>
                    <a:cubicBezTo>
                      <a:pt x="22917" y="21482"/>
                      <a:pt x="22700" y="21566"/>
                      <a:pt x="22483" y="21566"/>
                    </a:cubicBezTo>
                    <a:cubicBezTo>
                      <a:pt x="22266" y="21566"/>
                      <a:pt x="22049" y="21482"/>
                      <a:pt x="21883" y="21316"/>
                    </a:cubicBezTo>
                    <a:cubicBezTo>
                      <a:pt x="21666" y="21115"/>
                      <a:pt x="21391" y="21015"/>
                      <a:pt x="21120" y="21015"/>
                    </a:cubicBezTo>
                    <a:cubicBezTo>
                      <a:pt x="20849" y="21015"/>
                      <a:pt x="20582" y="21115"/>
                      <a:pt x="20382" y="21316"/>
                    </a:cubicBezTo>
                    <a:lnTo>
                      <a:pt x="19915" y="21783"/>
                    </a:lnTo>
                    <a:lnTo>
                      <a:pt x="20081" y="21916"/>
                    </a:lnTo>
                    <a:lnTo>
                      <a:pt x="20515" y="21449"/>
                    </a:lnTo>
                    <a:cubicBezTo>
                      <a:pt x="20682" y="21282"/>
                      <a:pt x="20907" y="21199"/>
                      <a:pt x="21132" y="21199"/>
                    </a:cubicBezTo>
                    <a:cubicBezTo>
                      <a:pt x="21357" y="21199"/>
                      <a:pt x="21582" y="21282"/>
                      <a:pt x="21749" y="21449"/>
                    </a:cubicBezTo>
                    <a:cubicBezTo>
                      <a:pt x="21949" y="21649"/>
                      <a:pt x="22216" y="21783"/>
                      <a:pt x="22483" y="21783"/>
                    </a:cubicBezTo>
                    <a:cubicBezTo>
                      <a:pt x="22750" y="21783"/>
                      <a:pt x="23050" y="21683"/>
                      <a:pt x="23250" y="21482"/>
                    </a:cubicBezTo>
                    <a:lnTo>
                      <a:pt x="23717" y="21015"/>
                    </a:lnTo>
                    <a:lnTo>
                      <a:pt x="23551" y="20849"/>
                    </a:lnTo>
                    <a:close/>
                    <a:moveTo>
                      <a:pt x="39996" y="22049"/>
                    </a:moveTo>
                    <a:lnTo>
                      <a:pt x="39529" y="22516"/>
                    </a:lnTo>
                    <a:cubicBezTo>
                      <a:pt x="39362" y="22683"/>
                      <a:pt x="39145" y="22767"/>
                      <a:pt x="38924" y="22767"/>
                    </a:cubicBezTo>
                    <a:cubicBezTo>
                      <a:pt x="38703" y="22767"/>
                      <a:pt x="38478" y="22683"/>
                      <a:pt x="38294" y="22516"/>
                    </a:cubicBezTo>
                    <a:cubicBezTo>
                      <a:pt x="38094" y="22316"/>
                      <a:pt x="37827" y="22216"/>
                      <a:pt x="37556" y="22216"/>
                    </a:cubicBezTo>
                    <a:cubicBezTo>
                      <a:pt x="37285" y="22216"/>
                      <a:pt x="37010" y="22316"/>
                      <a:pt x="36793" y="22516"/>
                    </a:cubicBezTo>
                    <a:lnTo>
                      <a:pt x="36360" y="22950"/>
                    </a:lnTo>
                    <a:lnTo>
                      <a:pt x="36493" y="23117"/>
                    </a:lnTo>
                    <a:lnTo>
                      <a:pt x="36960" y="22683"/>
                    </a:lnTo>
                    <a:cubicBezTo>
                      <a:pt x="37127" y="22500"/>
                      <a:pt x="37344" y="22408"/>
                      <a:pt x="37561" y="22408"/>
                    </a:cubicBezTo>
                    <a:cubicBezTo>
                      <a:pt x="37777" y="22408"/>
                      <a:pt x="37994" y="22500"/>
                      <a:pt x="38161" y="22683"/>
                    </a:cubicBezTo>
                    <a:cubicBezTo>
                      <a:pt x="38378" y="22883"/>
                      <a:pt x="38653" y="22983"/>
                      <a:pt x="38924" y="22983"/>
                    </a:cubicBezTo>
                    <a:cubicBezTo>
                      <a:pt x="39195" y="22983"/>
                      <a:pt x="39462" y="22883"/>
                      <a:pt x="39662" y="22683"/>
                    </a:cubicBezTo>
                    <a:lnTo>
                      <a:pt x="40162" y="22183"/>
                    </a:lnTo>
                    <a:lnTo>
                      <a:pt x="39996" y="22049"/>
                    </a:lnTo>
                    <a:close/>
                    <a:moveTo>
                      <a:pt x="6438" y="25485"/>
                    </a:moveTo>
                    <a:lnTo>
                      <a:pt x="5971" y="25952"/>
                    </a:lnTo>
                    <a:cubicBezTo>
                      <a:pt x="5805" y="26119"/>
                      <a:pt x="5579" y="26202"/>
                      <a:pt x="5354" y="26202"/>
                    </a:cubicBezTo>
                    <a:cubicBezTo>
                      <a:pt x="5129" y="26202"/>
                      <a:pt x="4904" y="26119"/>
                      <a:pt x="4737" y="25952"/>
                    </a:cubicBezTo>
                    <a:cubicBezTo>
                      <a:pt x="4537" y="25735"/>
                      <a:pt x="4262" y="25627"/>
                      <a:pt x="3987" y="25627"/>
                    </a:cubicBezTo>
                    <a:cubicBezTo>
                      <a:pt x="3711" y="25627"/>
                      <a:pt x="3436" y="25735"/>
                      <a:pt x="3236" y="25952"/>
                    </a:cubicBezTo>
                    <a:lnTo>
                      <a:pt x="2802" y="26386"/>
                    </a:lnTo>
                    <a:lnTo>
                      <a:pt x="2936" y="26553"/>
                    </a:lnTo>
                    <a:lnTo>
                      <a:pt x="3403" y="26086"/>
                    </a:lnTo>
                    <a:cubicBezTo>
                      <a:pt x="3570" y="25919"/>
                      <a:pt x="3786" y="25835"/>
                      <a:pt x="4003" y="25835"/>
                    </a:cubicBezTo>
                    <a:cubicBezTo>
                      <a:pt x="4220" y="25835"/>
                      <a:pt x="4437" y="25919"/>
                      <a:pt x="4604" y="26086"/>
                    </a:cubicBezTo>
                    <a:cubicBezTo>
                      <a:pt x="4804" y="26286"/>
                      <a:pt x="5071" y="26419"/>
                      <a:pt x="5371" y="26419"/>
                    </a:cubicBezTo>
                    <a:cubicBezTo>
                      <a:pt x="5638" y="26419"/>
                      <a:pt x="5905" y="26286"/>
                      <a:pt x="6105" y="26086"/>
                    </a:cubicBezTo>
                    <a:lnTo>
                      <a:pt x="6572" y="25619"/>
                    </a:lnTo>
                    <a:lnTo>
                      <a:pt x="6438" y="25485"/>
                    </a:lnTo>
                    <a:close/>
                    <a:moveTo>
                      <a:pt x="30422" y="26019"/>
                    </a:moveTo>
                    <a:lnTo>
                      <a:pt x="30255" y="26152"/>
                    </a:lnTo>
                    <a:lnTo>
                      <a:pt x="30722" y="26619"/>
                    </a:lnTo>
                    <a:cubicBezTo>
                      <a:pt x="31056" y="26953"/>
                      <a:pt x="31056" y="27520"/>
                      <a:pt x="30722" y="27854"/>
                    </a:cubicBezTo>
                    <a:cubicBezTo>
                      <a:pt x="30322" y="28254"/>
                      <a:pt x="30322" y="28921"/>
                      <a:pt x="30722" y="29355"/>
                    </a:cubicBezTo>
                    <a:lnTo>
                      <a:pt x="31189" y="29788"/>
                    </a:lnTo>
                    <a:lnTo>
                      <a:pt x="31323" y="29655"/>
                    </a:lnTo>
                    <a:lnTo>
                      <a:pt x="30856" y="29221"/>
                    </a:lnTo>
                    <a:cubicBezTo>
                      <a:pt x="30522" y="28854"/>
                      <a:pt x="30522" y="28321"/>
                      <a:pt x="30856" y="27987"/>
                    </a:cubicBezTo>
                    <a:cubicBezTo>
                      <a:pt x="31056" y="27787"/>
                      <a:pt x="31189" y="27520"/>
                      <a:pt x="31189" y="27253"/>
                    </a:cubicBezTo>
                    <a:cubicBezTo>
                      <a:pt x="31189" y="26953"/>
                      <a:pt x="31056" y="26686"/>
                      <a:pt x="30856" y="26486"/>
                    </a:cubicBezTo>
                    <a:lnTo>
                      <a:pt x="30422" y="26019"/>
                    </a:lnTo>
                    <a:close/>
                    <a:moveTo>
                      <a:pt x="17313" y="27120"/>
                    </a:moveTo>
                    <a:lnTo>
                      <a:pt x="17313" y="27754"/>
                    </a:lnTo>
                    <a:cubicBezTo>
                      <a:pt x="17313" y="28221"/>
                      <a:pt x="16912" y="28587"/>
                      <a:pt x="16445" y="28587"/>
                    </a:cubicBezTo>
                    <a:cubicBezTo>
                      <a:pt x="15878" y="28587"/>
                      <a:pt x="15378" y="29088"/>
                      <a:pt x="15378" y="29655"/>
                    </a:cubicBezTo>
                    <a:lnTo>
                      <a:pt x="15378" y="30322"/>
                    </a:lnTo>
                    <a:lnTo>
                      <a:pt x="15612" y="30322"/>
                    </a:lnTo>
                    <a:lnTo>
                      <a:pt x="15612" y="29655"/>
                    </a:lnTo>
                    <a:cubicBezTo>
                      <a:pt x="15578" y="29188"/>
                      <a:pt x="15978" y="28821"/>
                      <a:pt x="16445" y="28821"/>
                    </a:cubicBezTo>
                    <a:cubicBezTo>
                      <a:pt x="17046" y="28821"/>
                      <a:pt x="17513" y="28321"/>
                      <a:pt x="17513" y="27754"/>
                    </a:cubicBezTo>
                    <a:lnTo>
                      <a:pt x="17513" y="27120"/>
                    </a:lnTo>
                    <a:close/>
                    <a:moveTo>
                      <a:pt x="36293" y="31256"/>
                    </a:moveTo>
                    <a:lnTo>
                      <a:pt x="36293" y="31490"/>
                    </a:lnTo>
                    <a:lnTo>
                      <a:pt x="36660" y="31490"/>
                    </a:lnTo>
                    <a:lnTo>
                      <a:pt x="36860" y="31256"/>
                    </a:lnTo>
                    <a:close/>
                    <a:moveTo>
                      <a:pt x="8240" y="30822"/>
                    </a:moveTo>
                    <a:lnTo>
                      <a:pt x="8073" y="30989"/>
                    </a:lnTo>
                    <a:lnTo>
                      <a:pt x="8540" y="31456"/>
                    </a:lnTo>
                    <a:cubicBezTo>
                      <a:pt x="8873" y="31790"/>
                      <a:pt x="8873" y="32323"/>
                      <a:pt x="8540" y="32657"/>
                    </a:cubicBezTo>
                    <a:cubicBezTo>
                      <a:pt x="8140" y="33091"/>
                      <a:pt x="8140" y="33758"/>
                      <a:pt x="8540" y="34191"/>
                    </a:cubicBezTo>
                    <a:lnTo>
                      <a:pt x="9007" y="34625"/>
                    </a:lnTo>
                    <a:lnTo>
                      <a:pt x="9140" y="34458"/>
                    </a:lnTo>
                    <a:lnTo>
                      <a:pt x="8707" y="34025"/>
                    </a:lnTo>
                    <a:cubicBezTo>
                      <a:pt x="8373" y="33691"/>
                      <a:pt x="8373" y="33157"/>
                      <a:pt x="8707" y="32824"/>
                    </a:cubicBezTo>
                    <a:cubicBezTo>
                      <a:pt x="9107" y="32390"/>
                      <a:pt x="9107" y="31723"/>
                      <a:pt x="8707" y="31289"/>
                    </a:cubicBezTo>
                    <a:lnTo>
                      <a:pt x="8240" y="30822"/>
                    </a:lnTo>
                    <a:close/>
                    <a:moveTo>
                      <a:pt x="22183" y="32590"/>
                    </a:moveTo>
                    <a:lnTo>
                      <a:pt x="22183" y="32790"/>
                    </a:lnTo>
                    <a:lnTo>
                      <a:pt x="22850" y="32790"/>
                    </a:lnTo>
                    <a:cubicBezTo>
                      <a:pt x="23317" y="32790"/>
                      <a:pt x="23717" y="33157"/>
                      <a:pt x="23717" y="33658"/>
                    </a:cubicBezTo>
                    <a:cubicBezTo>
                      <a:pt x="23717" y="34225"/>
                      <a:pt x="24184" y="34725"/>
                      <a:pt x="24785" y="34725"/>
                    </a:cubicBezTo>
                    <a:lnTo>
                      <a:pt x="25419" y="34725"/>
                    </a:lnTo>
                    <a:lnTo>
                      <a:pt x="25419" y="34492"/>
                    </a:lnTo>
                    <a:lnTo>
                      <a:pt x="24785" y="34492"/>
                    </a:lnTo>
                    <a:cubicBezTo>
                      <a:pt x="24284" y="34492"/>
                      <a:pt x="23917" y="34125"/>
                      <a:pt x="23917" y="33658"/>
                    </a:cubicBezTo>
                    <a:cubicBezTo>
                      <a:pt x="23917" y="33057"/>
                      <a:pt x="23450" y="32590"/>
                      <a:pt x="22850" y="32590"/>
                    </a:cubicBezTo>
                    <a:close/>
                    <a:moveTo>
                      <a:pt x="1935" y="34892"/>
                    </a:moveTo>
                    <a:lnTo>
                      <a:pt x="1935" y="35559"/>
                    </a:lnTo>
                    <a:cubicBezTo>
                      <a:pt x="1935" y="36026"/>
                      <a:pt x="1568" y="36393"/>
                      <a:pt x="1068" y="36393"/>
                    </a:cubicBezTo>
                    <a:cubicBezTo>
                      <a:pt x="501" y="36393"/>
                      <a:pt x="0" y="36893"/>
                      <a:pt x="0" y="37460"/>
                    </a:cubicBezTo>
                    <a:lnTo>
                      <a:pt x="0" y="38128"/>
                    </a:lnTo>
                    <a:lnTo>
                      <a:pt x="234" y="38128"/>
                    </a:lnTo>
                    <a:lnTo>
                      <a:pt x="234" y="37460"/>
                    </a:lnTo>
                    <a:cubicBezTo>
                      <a:pt x="234" y="36993"/>
                      <a:pt x="601" y="36593"/>
                      <a:pt x="1068" y="36593"/>
                    </a:cubicBezTo>
                    <a:cubicBezTo>
                      <a:pt x="1668" y="36593"/>
                      <a:pt x="2135" y="36126"/>
                      <a:pt x="2135" y="35526"/>
                    </a:cubicBezTo>
                    <a:lnTo>
                      <a:pt x="2135" y="34892"/>
                    </a:lnTo>
                    <a:close/>
                    <a:moveTo>
                      <a:pt x="17313" y="37327"/>
                    </a:moveTo>
                    <a:lnTo>
                      <a:pt x="17313" y="37961"/>
                    </a:lnTo>
                    <a:cubicBezTo>
                      <a:pt x="17313" y="38428"/>
                      <a:pt x="16946" y="38828"/>
                      <a:pt x="16445" y="38828"/>
                    </a:cubicBezTo>
                    <a:cubicBezTo>
                      <a:pt x="15878" y="38828"/>
                      <a:pt x="15378" y="39295"/>
                      <a:pt x="15378" y="39896"/>
                    </a:cubicBezTo>
                    <a:lnTo>
                      <a:pt x="15378" y="40563"/>
                    </a:lnTo>
                    <a:lnTo>
                      <a:pt x="15612" y="40563"/>
                    </a:lnTo>
                    <a:lnTo>
                      <a:pt x="15612" y="39896"/>
                    </a:lnTo>
                    <a:cubicBezTo>
                      <a:pt x="15612" y="39395"/>
                      <a:pt x="15978" y="39028"/>
                      <a:pt x="16445" y="39028"/>
                    </a:cubicBezTo>
                    <a:cubicBezTo>
                      <a:pt x="17046" y="39028"/>
                      <a:pt x="17513" y="38561"/>
                      <a:pt x="17513" y="37961"/>
                    </a:cubicBezTo>
                    <a:lnTo>
                      <a:pt x="17513" y="373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291;p24">
                <a:extLst>
                  <a:ext uri="{FF2B5EF4-FFF2-40B4-BE49-F238E27FC236}">
                    <a16:creationId xmlns:a16="http://schemas.microsoft.com/office/drawing/2014/main" id="{EB508607-0B09-A92A-D86D-39E3138EE990}"/>
                  </a:ext>
                </a:extLst>
              </p:cNvPr>
              <p:cNvSpPr/>
              <p:nvPr/>
            </p:nvSpPr>
            <p:spPr>
              <a:xfrm>
                <a:off x="6230256" y="2766917"/>
                <a:ext cx="630100" cy="643823"/>
              </a:xfrm>
              <a:custGeom>
                <a:avLst/>
                <a:gdLst/>
                <a:ahLst/>
                <a:cxnLst/>
                <a:rect l="l" t="t" r="r" b="b"/>
                <a:pathLst>
                  <a:path w="24151" h="24677" extrusionOk="0">
                    <a:moveTo>
                      <a:pt x="24134" y="1"/>
                    </a:moveTo>
                    <a:cubicBezTo>
                      <a:pt x="24126" y="1"/>
                      <a:pt x="24118" y="9"/>
                      <a:pt x="24118" y="26"/>
                    </a:cubicBezTo>
                    <a:cubicBezTo>
                      <a:pt x="21582" y="3828"/>
                      <a:pt x="18881" y="7464"/>
                      <a:pt x="15912" y="10967"/>
                    </a:cubicBezTo>
                    <a:cubicBezTo>
                      <a:pt x="13010" y="14403"/>
                      <a:pt x="9807" y="17605"/>
                      <a:pt x="6372" y="20507"/>
                    </a:cubicBezTo>
                    <a:cubicBezTo>
                      <a:pt x="4437" y="22108"/>
                      <a:pt x="2369" y="23643"/>
                      <a:pt x="34" y="24610"/>
                    </a:cubicBezTo>
                    <a:cubicBezTo>
                      <a:pt x="0" y="24610"/>
                      <a:pt x="0" y="24643"/>
                      <a:pt x="34" y="24677"/>
                    </a:cubicBezTo>
                    <a:cubicBezTo>
                      <a:pt x="1068" y="24276"/>
                      <a:pt x="2069" y="23809"/>
                      <a:pt x="3036" y="23276"/>
                    </a:cubicBezTo>
                    <a:cubicBezTo>
                      <a:pt x="4003" y="22709"/>
                      <a:pt x="4937" y="22108"/>
                      <a:pt x="5838" y="21441"/>
                    </a:cubicBezTo>
                    <a:cubicBezTo>
                      <a:pt x="7606" y="20073"/>
                      <a:pt x="9307" y="18572"/>
                      <a:pt x="10908" y="16971"/>
                    </a:cubicBezTo>
                    <a:cubicBezTo>
                      <a:pt x="14211" y="13769"/>
                      <a:pt x="17246" y="10266"/>
                      <a:pt x="19948" y="6564"/>
                    </a:cubicBezTo>
                    <a:cubicBezTo>
                      <a:pt x="21282" y="5396"/>
                      <a:pt x="22450" y="4095"/>
                      <a:pt x="23851" y="3028"/>
                    </a:cubicBezTo>
                    <a:cubicBezTo>
                      <a:pt x="23917" y="2961"/>
                      <a:pt x="23884" y="2928"/>
                      <a:pt x="23851" y="2928"/>
                    </a:cubicBezTo>
                    <a:cubicBezTo>
                      <a:pt x="22750" y="3728"/>
                      <a:pt x="21683" y="4629"/>
                      <a:pt x="20682" y="5563"/>
                    </a:cubicBezTo>
                    <a:cubicBezTo>
                      <a:pt x="21949" y="3795"/>
                      <a:pt x="23084" y="1927"/>
                      <a:pt x="24151" y="26"/>
                    </a:cubicBezTo>
                    <a:cubicBezTo>
                      <a:pt x="24151" y="9"/>
                      <a:pt x="24143" y="1"/>
                      <a:pt x="241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292;p24">
                <a:extLst>
                  <a:ext uri="{FF2B5EF4-FFF2-40B4-BE49-F238E27FC236}">
                    <a16:creationId xmlns:a16="http://schemas.microsoft.com/office/drawing/2014/main" id="{407B807F-6938-B865-BE90-A96E6B34069B}"/>
                  </a:ext>
                </a:extLst>
              </p:cNvPr>
              <p:cNvSpPr/>
              <p:nvPr/>
            </p:nvSpPr>
            <p:spPr>
              <a:xfrm>
                <a:off x="5782072" y="2544795"/>
                <a:ext cx="748470" cy="304079"/>
              </a:xfrm>
              <a:custGeom>
                <a:avLst/>
                <a:gdLst/>
                <a:ahLst/>
                <a:cxnLst/>
                <a:rect l="l" t="t" r="r" b="b"/>
                <a:pathLst>
                  <a:path w="28688" h="11655" extrusionOk="0">
                    <a:moveTo>
                      <a:pt x="28654" y="0"/>
                    </a:moveTo>
                    <a:cubicBezTo>
                      <a:pt x="27453" y="767"/>
                      <a:pt x="26286" y="1568"/>
                      <a:pt x="25085" y="2369"/>
                    </a:cubicBezTo>
                    <a:lnTo>
                      <a:pt x="25218" y="2235"/>
                    </a:lnTo>
                    <a:cubicBezTo>
                      <a:pt x="25685" y="1701"/>
                      <a:pt x="26119" y="1168"/>
                      <a:pt x="26586" y="667"/>
                    </a:cubicBezTo>
                    <a:cubicBezTo>
                      <a:pt x="26586" y="644"/>
                      <a:pt x="26569" y="620"/>
                      <a:pt x="26548" y="620"/>
                    </a:cubicBezTo>
                    <a:cubicBezTo>
                      <a:pt x="26539" y="620"/>
                      <a:pt x="26529" y="624"/>
                      <a:pt x="26519" y="634"/>
                    </a:cubicBezTo>
                    <a:cubicBezTo>
                      <a:pt x="26052" y="1134"/>
                      <a:pt x="25552" y="1601"/>
                      <a:pt x="25085" y="2068"/>
                    </a:cubicBezTo>
                    <a:cubicBezTo>
                      <a:pt x="24818" y="2335"/>
                      <a:pt x="24551" y="2602"/>
                      <a:pt x="24318" y="2902"/>
                    </a:cubicBezTo>
                    <a:lnTo>
                      <a:pt x="21716" y="4704"/>
                    </a:lnTo>
                    <a:cubicBezTo>
                      <a:pt x="19481" y="6271"/>
                      <a:pt x="17279" y="7839"/>
                      <a:pt x="15045" y="9407"/>
                    </a:cubicBezTo>
                    <a:cubicBezTo>
                      <a:pt x="14211" y="10041"/>
                      <a:pt x="13277" y="10608"/>
                      <a:pt x="12309" y="11075"/>
                    </a:cubicBezTo>
                    <a:cubicBezTo>
                      <a:pt x="11976" y="11214"/>
                      <a:pt x="11619" y="11283"/>
                      <a:pt x="11258" y="11283"/>
                    </a:cubicBezTo>
                    <a:cubicBezTo>
                      <a:pt x="11186" y="11283"/>
                      <a:pt x="11114" y="11281"/>
                      <a:pt x="11042" y="11275"/>
                    </a:cubicBezTo>
                    <a:cubicBezTo>
                      <a:pt x="10578" y="11176"/>
                      <a:pt x="518" y="6771"/>
                      <a:pt x="336" y="6771"/>
                    </a:cubicBezTo>
                    <a:cubicBezTo>
                      <a:pt x="335" y="6771"/>
                      <a:pt x="334" y="6771"/>
                      <a:pt x="334" y="6772"/>
                    </a:cubicBezTo>
                    <a:cubicBezTo>
                      <a:pt x="334" y="6839"/>
                      <a:pt x="67" y="7472"/>
                      <a:pt x="0" y="7606"/>
                    </a:cubicBezTo>
                    <a:cubicBezTo>
                      <a:pt x="0" y="7639"/>
                      <a:pt x="67" y="7639"/>
                      <a:pt x="67" y="7639"/>
                    </a:cubicBezTo>
                    <a:cubicBezTo>
                      <a:pt x="201" y="7439"/>
                      <a:pt x="301" y="7205"/>
                      <a:pt x="367" y="6972"/>
                    </a:cubicBezTo>
                    <a:cubicBezTo>
                      <a:pt x="2035" y="7939"/>
                      <a:pt x="9007" y="11308"/>
                      <a:pt x="11275" y="11642"/>
                    </a:cubicBezTo>
                    <a:cubicBezTo>
                      <a:pt x="11330" y="11650"/>
                      <a:pt x="11387" y="11655"/>
                      <a:pt x="11448" y="11655"/>
                    </a:cubicBezTo>
                    <a:cubicBezTo>
                      <a:pt x="13045" y="11655"/>
                      <a:pt x="16568" y="8768"/>
                      <a:pt x="18047" y="7739"/>
                    </a:cubicBezTo>
                    <a:cubicBezTo>
                      <a:pt x="20348" y="6171"/>
                      <a:pt x="22617" y="4570"/>
                      <a:pt x="24885" y="2936"/>
                    </a:cubicBezTo>
                    <a:cubicBezTo>
                      <a:pt x="26152" y="2002"/>
                      <a:pt x="27453" y="1034"/>
                      <a:pt x="28688" y="34"/>
                    </a:cubicBezTo>
                    <a:cubicBezTo>
                      <a:pt x="28688" y="34"/>
                      <a:pt x="28688" y="0"/>
                      <a:pt x="2865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293;p24">
                <a:extLst>
                  <a:ext uri="{FF2B5EF4-FFF2-40B4-BE49-F238E27FC236}">
                    <a16:creationId xmlns:a16="http://schemas.microsoft.com/office/drawing/2014/main" id="{B1631805-B4A8-080B-7981-5004FB4F3725}"/>
                  </a:ext>
                </a:extLst>
              </p:cNvPr>
              <p:cNvSpPr/>
              <p:nvPr/>
            </p:nvSpPr>
            <p:spPr>
              <a:xfrm>
                <a:off x="5696787" y="2809259"/>
                <a:ext cx="208903" cy="522661"/>
              </a:xfrm>
              <a:custGeom>
                <a:avLst/>
                <a:gdLst/>
                <a:ahLst/>
                <a:cxnLst/>
                <a:rect l="l" t="t" r="r" b="b"/>
                <a:pathLst>
                  <a:path w="8007" h="20033" extrusionOk="0">
                    <a:moveTo>
                      <a:pt x="7953" y="1"/>
                    </a:moveTo>
                    <a:cubicBezTo>
                      <a:pt x="7936" y="1"/>
                      <a:pt x="7919" y="12"/>
                      <a:pt x="7906" y="37"/>
                    </a:cubicBezTo>
                    <a:cubicBezTo>
                      <a:pt x="6672" y="2539"/>
                      <a:pt x="5638" y="5174"/>
                      <a:pt x="4604" y="7776"/>
                    </a:cubicBezTo>
                    <a:cubicBezTo>
                      <a:pt x="3570" y="10378"/>
                      <a:pt x="2569" y="12913"/>
                      <a:pt x="1602" y="15482"/>
                    </a:cubicBezTo>
                    <a:cubicBezTo>
                      <a:pt x="1035" y="16983"/>
                      <a:pt x="501" y="18484"/>
                      <a:pt x="0" y="19985"/>
                    </a:cubicBezTo>
                    <a:cubicBezTo>
                      <a:pt x="0" y="20008"/>
                      <a:pt x="17" y="20032"/>
                      <a:pt x="39" y="20032"/>
                    </a:cubicBezTo>
                    <a:cubicBezTo>
                      <a:pt x="48" y="20032"/>
                      <a:pt x="57" y="20028"/>
                      <a:pt x="67" y="20018"/>
                    </a:cubicBezTo>
                    <a:cubicBezTo>
                      <a:pt x="1268" y="17483"/>
                      <a:pt x="2302" y="14881"/>
                      <a:pt x="3336" y="12279"/>
                    </a:cubicBezTo>
                    <a:cubicBezTo>
                      <a:pt x="4404" y="9677"/>
                      <a:pt x="5438" y="7142"/>
                      <a:pt x="6405" y="4574"/>
                    </a:cubicBezTo>
                    <a:cubicBezTo>
                      <a:pt x="6972" y="3073"/>
                      <a:pt x="7539" y="1572"/>
                      <a:pt x="8006" y="71"/>
                    </a:cubicBezTo>
                    <a:cubicBezTo>
                      <a:pt x="8006" y="29"/>
                      <a:pt x="7981" y="1"/>
                      <a:pt x="795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294;p24">
                <a:extLst>
                  <a:ext uri="{FF2B5EF4-FFF2-40B4-BE49-F238E27FC236}">
                    <a16:creationId xmlns:a16="http://schemas.microsoft.com/office/drawing/2014/main" id="{1B19D2B4-A401-B937-2EC2-AA2A11B6ADEB}"/>
                  </a:ext>
                </a:extLst>
              </p:cNvPr>
              <p:cNvSpPr/>
              <p:nvPr/>
            </p:nvSpPr>
            <p:spPr>
              <a:xfrm>
                <a:off x="5172084" y="2246388"/>
                <a:ext cx="544968" cy="492031"/>
              </a:xfrm>
              <a:custGeom>
                <a:avLst/>
                <a:gdLst/>
                <a:ahLst/>
                <a:cxnLst/>
                <a:rect l="l" t="t" r="r" b="b"/>
                <a:pathLst>
                  <a:path w="20888" h="18859" extrusionOk="0">
                    <a:moveTo>
                      <a:pt x="2150" y="0"/>
                    </a:moveTo>
                    <a:cubicBezTo>
                      <a:pt x="1430" y="0"/>
                      <a:pt x="857" y="484"/>
                      <a:pt x="599" y="1698"/>
                    </a:cubicBezTo>
                    <a:cubicBezTo>
                      <a:pt x="1" y="4686"/>
                      <a:pt x="5277" y="9930"/>
                      <a:pt x="3586" y="9930"/>
                    </a:cubicBezTo>
                    <a:cubicBezTo>
                      <a:pt x="3484" y="9930"/>
                      <a:pt x="3356" y="9910"/>
                      <a:pt x="3200" y="9870"/>
                    </a:cubicBezTo>
                    <a:lnTo>
                      <a:pt x="3200" y="9870"/>
                    </a:lnTo>
                    <a:cubicBezTo>
                      <a:pt x="3201" y="9871"/>
                      <a:pt x="15985" y="18858"/>
                      <a:pt x="19639" y="18858"/>
                    </a:cubicBezTo>
                    <a:cubicBezTo>
                      <a:pt x="20542" y="18858"/>
                      <a:pt x="20888" y="18310"/>
                      <a:pt x="20346" y="16942"/>
                    </a:cubicBezTo>
                    <a:cubicBezTo>
                      <a:pt x="17577" y="10037"/>
                      <a:pt x="12774" y="10838"/>
                      <a:pt x="6002" y="2665"/>
                    </a:cubicBezTo>
                    <a:cubicBezTo>
                      <a:pt x="4796" y="1214"/>
                      <a:pt x="3289" y="0"/>
                      <a:pt x="2150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295;p24">
                <a:extLst>
                  <a:ext uri="{FF2B5EF4-FFF2-40B4-BE49-F238E27FC236}">
                    <a16:creationId xmlns:a16="http://schemas.microsoft.com/office/drawing/2014/main" id="{8E30C0F9-8F3F-A964-73A6-84F2DFC4E81D}"/>
                  </a:ext>
                </a:extLst>
              </p:cNvPr>
              <p:cNvSpPr/>
              <p:nvPr/>
            </p:nvSpPr>
            <p:spPr>
              <a:xfrm>
                <a:off x="6475675" y="3755326"/>
                <a:ext cx="139268" cy="410787"/>
              </a:xfrm>
              <a:custGeom>
                <a:avLst/>
                <a:gdLst/>
                <a:ahLst/>
                <a:cxnLst/>
                <a:rect l="l" t="t" r="r" b="b"/>
                <a:pathLst>
                  <a:path w="5338" h="15745" extrusionOk="0">
                    <a:moveTo>
                      <a:pt x="2869" y="0"/>
                    </a:moveTo>
                    <a:lnTo>
                      <a:pt x="0" y="534"/>
                    </a:lnTo>
                    <a:lnTo>
                      <a:pt x="3236" y="15745"/>
                    </a:lnTo>
                    <a:lnTo>
                      <a:pt x="5337" y="15344"/>
                    </a:ln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296;p24">
                <a:extLst>
                  <a:ext uri="{FF2B5EF4-FFF2-40B4-BE49-F238E27FC236}">
                    <a16:creationId xmlns:a16="http://schemas.microsoft.com/office/drawing/2014/main" id="{F25943A5-272D-8804-55B1-90D93C65CA5F}"/>
                  </a:ext>
                </a:extLst>
              </p:cNvPr>
              <p:cNvSpPr/>
              <p:nvPr/>
            </p:nvSpPr>
            <p:spPr>
              <a:xfrm>
                <a:off x="6446951" y="3651752"/>
                <a:ext cx="103577" cy="117509"/>
              </a:xfrm>
              <a:custGeom>
                <a:avLst/>
                <a:gdLst/>
                <a:ahLst/>
                <a:cxnLst/>
                <a:rect l="l" t="t" r="r" b="b"/>
                <a:pathLst>
                  <a:path w="3970" h="4504" extrusionOk="0">
                    <a:moveTo>
                      <a:pt x="3636" y="1"/>
                    </a:moveTo>
                    <a:lnTo>
                      <a:pt x="0" y="668"/>
                    </a:lnTo>
                    <a:lnTo>
                      <a:pt x="1101" y="4504"/>
                    </a:lnTo>
                    <a:lnTo>
                      <a:pt x="3970" y="3970"/>
                    </a:lnTo>
                    <a:lnTo>
                      <a:pt x="3636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297;p24">
                <a:extLst>
                  <a:ext uri="{FF2B5EF4-FFF2-40B4-BE49-F238E27FC236}">
                    <a16:creationId xmlns:a16="http://schemas.microsoft.com/office/drawing/2014/main" id="{E89C169C-D6F3-47A4-88FD-66C6FA35B2F6}"/>
                  </a:ext>
                </a:extLst>
              </p:cNvPr>
              <p:cNvSpPr/>
              <p:nvPr/>
            </p:nvSpPr>
            <p:spPr>
              <a:xfrm>
                <a:off x="6380816" y="3509385"/>
                <a:ext cx="189753" cy="159801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125" extrusionOk="0">
                    <a:moveTo>
                      <a:pt x="5584" y="1"/>
                    </a:moveTo>
                    <a:cubicBezTo>
                      <a:pt x="5043" y="1"/>
                      <a:pt x="4315" y="99"/>
                      <a:pt x="3336" y="287"/>
                    </a:cubicBezTo>
                    <a:cubicBezTo>
                      <a:pt x="734" y="788"/>
                      <a:pt x="0" y="1188"/>
                      <a:pt x="100" y="2155"/>
                    </a:cubicBezTo>
                    <a:cubicBezTo>
                      <a:pt x="167" y="3123"/>
                      <a:pt x="2535" y="6125"/>
                      <a:pt x="2535" y="6125"/>
                    </a:cubicBezTo>
                    <a:lnTo>
                      <a:pt x="6171" y="5458"/>
                    </a:lnTo>
                    <a:cubicBezTo>
                      <a:pt x="6171" y="5458"/>
                      <a:pt x="7272" y="1788"/>
                      <a:pt x="7005" y="854"/>
                    </a:cubicBezTo>
                    <a:cubicBezTo>
                      <a:pt x="6860" y="272"/>
                      <a:pt x="6480" y="1"/>
                      <a:pt x="558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298;p24">
                <a:extLst>
                  <a:ext uri="{FF2B5EF4-FFF2-40B4-BE49-F238E27FC236}">
                    <a16:creationId xmlns:a16="http://schemas.microsoft.com/office/drawing/2014/main" id="{7587A38C-48BB-251C-3DB5-9CEF52C28471}"/>
                  </a:ext>
                </a:extLst>
              </p:cNvPr>
              <p:cNvSpPr/>
              <p:nvPr/>
            </p:nvSpPr>
            <p:spPr>
              <a:xfrm>
                <a:off x="6682796" y="3770979"/>
                <a:ext cx="83566" cy="408204"/>
              </a:xfrm>
              <a:custGeom>
                <a:avLst/>
                <a:gdLst/>
                <a:ahLst/>
                <a:cxnLst/>
                <a:rect l="l" t="t" r="r" b="b"/>
                <a:pathLst>
                  <a:path w="3203" h="15646" extrusionOk="0">
                    <a:moveTo>
                      <a:pt x="1101" y="1"/>
                    </a:moveTo>
                    <a:lnTo>
                      <a:pt x="0" y="15512"/>
                    </a:lnTo>
                    <a:lnTo>
                      <a:pt x="1368" y="15645"/>
                    </a:lnTo>
                    <a:lnTo>
                      <a:pt x="3202" y="201"/>
                    </a:lnTo>
                    <a:lnTo>
                      <a:pt x="1101" y="1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299;p24">
                <a:extLst>
                  <a:ext uri="{FF2B5EF4-FFF2-40B4-BE49-F238E27FC236}">
                    <a16:creationId xmlns:a16="http://schemas.microsoft.com/office/drawing/2014/main" id="{277E47B6-4075-FBD5-BE6C-B90A65862EED}"/>
                  </a:ext>
                </a:extLst>
              </p:cNvPr>
              <p:cNvSpPr/>
              <p:nvPr/>
            </p:nvSpPr>
            <p:spPr>
              <a:xfrm>
                <a:off x="6710633" y="3667432"/>
                <a:ext cx="75739" cy="10879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4170" extrusionOk="0">
                    <a:moveTo>
                      <a:pt x="1" y="0"/>
                    </a:moveTo>
                    <a:lnTo>
                      <a:pt x="34" y="3970"/>
                    </a:lnTo>
                    <a:lnTo>
                      <a:pt x="2135" y="4170"/>
                    </a:lnTo>
                    <a:lnTo>
                      <a:pt x="2903" y="26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300;p24">
                <a:extLst>
                  <a:ext uri="{FF2B5EF4-FFF2-40B4-BE49-F238E27FC236}">
                    <a16:creationId xmlns:a16="http://schemas.microsoft.com/office/drawing/2014/main" id="{15842C20-97DD-DEE4-EA6D-363A9A595253}"/>
                  </a:ext>
                </a:extLst>
              </p:cNvPr>
              <p:cNvSpPr/>
              <p:nvPr/>
            </p:nvSpPr>
            <p:spPr>
              <a:xfrm>
                <a:off x="6701058" y="3553423"/>
                <a:ext cx="114900" cy="120979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4637" extrusionOk="0">
                    <a:moveTo>
                      <a:pt x="4404" y="0"/>
                    </a:moveTo>
                    <a:lnTo>
                      <a:pt x="1" y="334"/>
                    </a:lnTo>
                    <a:lnTo>
                      <a:pt x="368" y="4370"/>
                    </a:lnTo>
                    <a:lnTo>
                      <a:pt x="3270" y="4637"/>
                    </a:lnTo>
                    <a:lnTo>
                      <a:pt x="4404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49" name="Google Shape;301;p24">
                <a:extLst>
                  <a:ext uri="{FF2B5EF4-FFF2-40B4-BE49-F238E27FC236}">
                    <a16:creationId xmlns:a16="http://schemas.microsoft.com/office/drawing/2014/main" id="{B890FA7A-C1D9-35B1-B88E-6E477ED9AD9A}"/>
                  </a:ext>
                </a:extLst>
              </p:cNvPr>
              <p:cNvSpPr/>
              <p:nvPr/>
            </p:nvSpPr>
            <p:spPr>
              <a:xfrm>
                <a:off x="6596624" y="3659579"/>
                <a:ext cx="55728" cy="405595"/>
              </a:xfrm>
              <a:custGeom>
                <a:avLst/>
                <a:gdLst/>
                <a:ahLst/>
                <a:cxnLst/>
                <a:rect l="l" t="t" r="r" b="b"/>
                <a:pathLst>
                  <a:path w="2136" h="15546" extrusionOk="0">
                    <a:moveTo>
                      <a:pt x="1" y="1"/>
                    </a:moveTo>
                    <a:lnTo>
                      <a:pt x="368" y="15545"/>
                    </a:lnTo>
                    <a:lnTo>
                      <a:pt x="1735" y="15545"/>
                    </a:lnTo>
                    <a:lnTo>
                      <a:pt x="2136" y="1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302;p24">
                <a:extLst>
                  <a:ext uri="{FF2B5EF4-FFF2-40B4-BE49-F238E27FC236}">
                    <a16:creationId xmlns:a16="http://schemas.microsoft.com/office/drawing/2014/main" id="{1340BD98-52CC-C6B6-A415-780E18C33C46}"/>
                  </a:ext>
                </a:extLst>
              </p:cNvPr>
              <p:cNvSpPr/>
              <p:nvPr/>
            </p:nvSpPr>
            <p:spPr>
              <a:xfrm>
                <a:off x="6586188" y="3556893"/>
                <a:ext cx="75739" cy="102716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3937" extrusionOk="0">
                    <a:moveTo>
                      <a:pt x="0" y="1"/>
                    </a:moveTo>
                    <a:lnTo>
                      <a:pt x="401" y="3937"/>
                    </a:lnTo>
                    <a:lnTo>
                      <a:pt x="2536" y="3937"/>
                    </a:lnTo>
                    <a:lnTo>
                      <a:pt x="2903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303;p24">
                <a:extLst>
                  <a:ext uri="{FF2B5EF4-FFF2-40B4-BE49-F238E27FC236}">
                    <a16:creationId xmlns:a16="http://schemas.microsoft.com/office/drawing/2014/main" id="{C8B6F728-A606-9C1D-0F1F-31F9EE889439}"/>
                  </a:ext>
                </a:extLst>
              </p:cNvPr>
              <p:cNvSpPr/>
              <p:nvPr/>
            </p:nvSpPr>
            <p:spPr>
              <a:xfrm>
                <a:off x="6580084" y="3444632"/>
                <a:ext cx="87949" cy="112291"/>
              </a:xfrm>
              <a:custGeom>
                <a:avLst/>
                <a:gdLst/>
                <a:ahLst/>
                <a:cxnLst/>
                <a:rect l="l" t="t" r="r" b="b"/>
                <a:pathLst>
                  <a:path w="3371" h="4304" extrusionOk="0">
                    <a:moveTo>
                      <a:pt x="1669" y="1"/>
                    </a:moveTo>
                    <a:cubicBezTo>
                      <a:pt x="601" y="1"/>
                      <a:pt x="1" y="2002"/>
                      <a:pt x="234" y="4304"/>
                    </a:cubicBezTo>
                    <a:lnTo>
                      <a:pt x="3137" y="4304"/>
                    </a:lnTo>
                    <a:cubicBezTo>
                      <a:pt x="3370" y="2002"/>
                      <a:pt x="2770" y="1"/>
                      <a:pt x="166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304;p24">
                <a:extLst>
                  <a:ext uri="{FF2B5EF4-FFF2-40B4-BE49-F238E27FC236}">
                    <a16:creationId xmlns:a16="http://schemas.microsoft.com/office/drawing/2014/main" id="{463AD300-6D64-4991-7146-8ACA010DE339}"/>
                  </a:ext>
                </a:extLst>
              </p:cNvPr>
              <p:cNvSpPr/>
              <p:nvPr/>
            </p:nvSpPr>
            <p:spPr>
              <a:xfrm>
                <a:off x="6486111" y="3876275"/>
                <a:ext cx="282007" cy="379479"/>
              </a:xfrm>
              <a:custGeom>
                <a:avLst/>
                <a:gdLst/>
                <a:ahLst/>
                <a:cxnLst/>
                <a:rect l="l" t="t" r="r" b="b"/>
                <a:pathLst>
                  <a:path w="10809" h="14545" extrusionOk="0">
                    <a:moveTo>
                      <a:pt x="0" y="1"/>
                    </a:moveTo>
                    <a:lnTo>
                      <a:pt x="0" y="14545"/>
                    </a:lnTo>
                    <a:lnTo>
                      <a:pt x="10808" y="14545"/>
                    </a:lnTo>
                    <a:lnTo>
                      <a:pt x="10808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305;p24">
                <a:extLst>
                  <a:ext uri="{FF2B5EF4-FFF2-40B4-BE49-F238E27FC236}">
                    <a16:creationId xmlns:a16="http://schemas.microsoft.com/office/drawing/2014/main" id="{F357771E-6039-2529-E957-3E30D2C0E22E}"/>
                  </a:ext>
                </a:extLst>
              </p:cNvPr>
              <p:cNvSpPr/>
              <p:nvPr/>
            </p:nvSpPr>
            <p:spPr>
              <a:xfrm>
                <a:off x="6772412" y="3862969"/>
                <a:ext cx="376870" cy="342562"/>
              </a:xfrm>
              <a:custGeom>
                <a:avLst/>
                <a:gdLst/>
                <a:ahLst/>
                <a:cxnLst/>
                <a:rect l="l" t="t" r="r" b="b"/>
                <a:pathLst>
                  <a:path w="14445" h="13130" extrusionOk="0">
                    <a:moveTo>
                      <a:pt x="7229" y="1"/>
                    </a:moveTo>
                    <a:cubicBezTo>
                      <a:pt x="4247" y="1"/>
                      <a:pt x="1549" y="2047"/>
                      <a:pt x="835" y="5047"/>
                    </a:cubicBezTo>
                    <a:cubicBezTo>
                      <a:pt x="1" y="8583"/>
                      <a:pt x="2202" y="12119"/>
                      <a:pt x="5705" y="12953"/>
                    </a:cubicBezTo>
                    <a:cubicBezTo>
                      <a:pt x="6211" y="13072"/>
                      <a:pt x="6717" y="13130"/>
                      <a:pt x="7214" y="13130"/>
                    </a:cubicBezTo>
                    <a:cubicBezTo>
                      <a:pt x="10189" y="13130"/>
                      <a:pt x="12863" y="11084"/>
                      <a:pt x="13577" y="8083"/>
                    </a:cubicBezTo>
                    <a:cubicBezTo>
                      <a:pt x="14445" y="4547"/>
                      <a:pt x="12243" y="1045"/>
                      <a:pt x="8740" y="177"/>
                    </a:cubicBezTo>
                    <a:cubicBezTo>
                      <a:pt x="8234" y="58"/>
                      <a:pt x="7728" y="1"/>
                      <a:pt x="7229" y="1"/>
                    </a:cubicBezTo>
                    <a:close/>
                  </a:path>
                </a:pathLst>
              </a:custGeom>
              <a:solidFill>
                <a:srgbClr val="3747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306;p24">
                <a:extLst>
                  <a:ext uri="{FF2B5EF4-FFF2-40B4-BE49-F238E27FC236}">
                    <a16:creationId xmlns:a16="http://schemas.microsoft.com/office/drawing/2014/main" id="{F20341E0-7391-E87E-039C-DB279DE16A19}"/>
                  </a:ext>
                </a:extLst>
              </p:cNvPr>
              <p:cNvSpPr/>
              <p:nvPr/>
            </p:nvSpPr>
            <p:spPr>
              <a:xfrm>
                <a:off x="6782874" y="3901529"/>
                <a:ext cx="311593" cy="266640"/>
              </a:xfrm>
              <a:custGeom>
                <a:avLst/>
                <a:gdLst/>
                <a:ahLst/>
                <a:cxnLst/>
                <a:rect l="l" t="t" r="r" b="b"/>
                <a:pathLst>
                  <a:path w="11943" h="10220" extrusionOk="0">
                    <a:moveTo>
                      <a:pt x="6838" y="0"/>
                    </a:moveTo>
                    <a:cubicBezTo>
                      <a:pt x="2268" y="0"/>
                      <a:pt x="0" y="5504"/>
                      <a:pt x="3202" y="8706"/>
                    </a:cubicBezTo>
                    <a:cubicBezTo>
                      <a:pt x="4249" y="9753"/>
                      <a:pt x="5532" y="10220"/>
                      <a:pt x="6790" y="10220"/>
                    </a:cubicBezTo>
                    <a:cubicBezTo>
                      <a:pt x="9422" y="10220"/>
                      <a:pt x="11942" y="8174"/>
                      <a:pt x="11942" y="5104"/>
                    </a:cubicBezTo>
                    <a:cubicBezTo>
                      <a:pt x="11942" y="2302"/>
                      <a:pt x="9640" y="0"/>
                      <a:pt x="68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307;p24">
                <a:extLst>
                  <a:ext uri="{FF2B5EF4-FFF2-40B4-BE49-F238E27FC236}">
                    <a16:creationId xmlns:a16="http://schemas.microsoft.com/office/drawing/2014/main" id="{6D8DE4F9-404F-588E-689D-D894110566D5}"/>
                  </a:ext>
                </a:extLst>
              </p:cNvPr>
              <p:cNvSpPr/>
              <p:nvPr/>
            </p:nvSpPr>
            <p:spPr>
              <a:xfrm>
                <a:off x="6786343" y="4194796"/>
                <a:ext cx="345536" cy="60946"/>
              </a:xfrm>
              <a:custGeom>
                <a:avLst/>
                <a:gdLst/>
                <a:ahLst/>
                <a:cxnLst/>
                <a:rect l="l" t="t" r="r" b="b"/>
                <a:pathLst>
                  <a:path w="13244" h="2336" extrusionOk="0">
                    <a:moveTo>
                      <a:pt x="1" y="1"/>
                    </a:moveTo>
                    <a:lnTo>
                      <a:pt x="1" y="2336"/>
                    </a:lnTo>
                    <a:lnTo>
                      <a:pt x="13243" y="2336"/>
                    </a:lnTo>
                    <a:lnTo>
                      <a:pt x="13243" y="1"/>
                    </a:lnTo>
                    <a:close/>
                  </a:path>
                </a:pathLst>
              </a:custGeom>
              <a:solidFill>
                <a:srgbClr val="3747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308;p24">
                <a:extLst>
                  <a:ext uri="{FF2B5EF4-FFF2-40B4-BE49-F238E27FC236}">
                    <a16:creationId xmlns:a16="http://schemas.microsoft.com/office/drawing/2014/main" id="{962B90B2-2673-CB32-89F3-BFC0AAEE928F}"/>
                  </a:ext>
                </a:extLst>
              </p:cNvPr>
              <p:cNvSpPr/>
              <p:nvPr/>
            </p:nvSpPr>
            <p:spPr>
              <a:xfrm>
                <a:off x="6924720" y="3998998"/>
                <a:ext cx="169742" cy="168854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6472" extrusionOk="0">
                    <a:moveTo>
                      <a:pt x="6305" y="0"/>
                    </a:moveTo>
                    <a:lnTo>
                      <a:pt x="0" y="6305"/>
                    </a:lnTo>
                    <a:cubicBezTo>
                      <a:pt x="467" y="6405"/>
                      <a:pt x="901" y="6471"/>
                      <a:pt x="1368" y="6471"/>
                    </a:cubicBezTo>
                    <a:cubicBezTo>
                      <a:pt x="2002" y="6471"/>
                      <a:pt x="2636" y="6371"/>
                      <a:pt x="3236" y="6138"/>
                    </a:cubicBezTo>
                    <a:lnTo>
                      <a:pt x="6138" y="3202"/>
                    </a:lnTo>
                    <a:cubicBezTo>
                      <a:pt x="6372" y="2635"/>
                      <a:pt x="6505" y="2002"/>
                      <a:pt x="6505" y="1368"/>
                    </a:cubicBezTo>
                    <a:cubicBezTo>
                      <a:pt x="6472" y="901"/>
                      <a:pt x="6405" y="467"/>
                      <a:pt x="6305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309;p24">
                <a:extLst>
                  <a:ext uri="{FF2B5EF4-FFF2-40B4-BE49-F238E27FC236}">
                    <a16:creationId xmlns:a16="http://schemas.microsoft.com/office/drawing/2014/main" id="{925EC3DA-280A-DB07-CD5B-C11592333CB7}"/>
                  </a:ext>
                </a:extLst>
              </p:cNvPr>
              <p:cNvSpPr/>
              <p:nvPr/>
            </p:nvSpPr>
            <p:spPr>
              <a:xfrm>
                <a:off x="6824642" y="3901816"/>
                <a:ext cx="172351" cy="169428"/>
              </a:xfrm>
              <a:custGeom>
                <a:avLst/>
                <a:gdLst/>
                <a:ahLst/>
                <a:cxnLst/>
                <a:rect l="l" t="t" r="r" b="b"/>
                <a:pathLst>
                  <a:path w="6606" h="6494" extrusionOk="0">
                    <a:moveTo>
                      <a:pt x="5232" y="0"/>
                    </a:moveTo>
                    <a:cubicBezTo>
                      <a:pt x="4613" y="0"/>
                      <a:pt x="3997" y="112"/>
                      <a:pt x="3403" y="323"/>
                    </a:cubicBezTo>
                    <a:lnTo>
                      <a:pt x="467" y="3292"/>
                    </a:lnTo>
                    <a:cubicBezTo>
                      <a:pt x="67" y="4292"/>
                      <a:pt x="0" y="5426"/>
                      <a:pt x="301" y="6494"/>
                    </a:cubicBezTo>
                    <a:lnTo>
                      <a:pt x="6605" y="189"/>
                    </a:lnTo>
                    <a:cubicBezTo>
                      <a:pt x="6151" y="62"/>
                      <a:pt x="5691" y="0"/>
                      <a:pt x="5232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310;p24">
                <a:extLst>
                  <a:ext uri="{FF2B5EF4-FFF2-40B4-BE49-F238E27FC236}">
                    <a16:creationId xmlns:a16="http://schemas.microsoft.com/office/drawing/2014/main" id="{14D463BA-132E-081D-94DF-A57D72F84C22}"/>
                  </a:ext>
                </a:extLst>
              </p:cNvPr>
              <p:cNvSpPr/>
              <p:nvPr/>
            </p:nvSpPr>
            <p:spPr>
              <a:xfrm>
                <a:off x="6853366" y="3927618"/>
                <a:ext cx="204546" cy="203685"/>
              </a:xfrm>
              <a:custGeom>
                <a:avLst/>
                <a:gdLst/>
                <a:ahLst/>
                <a:cxnLst/>
                <a:rect l="l" t="t" r="r" b="b"/>
                <a:pathLst>
                  <a:path w="7840" h="7807" extrusionOk="0">
                    <a:moveTo>
                      <a:pt x="7139" y="1"/>
                    </a:moveTo>
                    <a:lnTo>
                      <a:pt x="0" y="7139"/>
                    </a:lnTo>
                    <a:cubicBezTo>
                      <a:pt x="200" y="7373"/>
                      <a:pt x="400" y="7606"/>
                      <a:pt x="601" y="7806"/>
                    </a:cubicBezTo>
                    <a:lnTo>
                      <a:pt x="7839" y="601"/>
                    </a:lnTo>
                    <a:cubicBezTo>
                      <a:pt x="7606" y="368"/>
                      <a:pt x="7405" y="168"/>
                      <a:pt x="7139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311;p24">
                <a:extLst>
                  <a:ext uri="{FF2B5EF4-FFF2-40B4-BE49-F238E27FC236}">
                    <a16:creationId xmlns:a16="http://schemas.microsoft.com/office/drawing/2014/main" id="{9026D509-9A6A-F0C0-D3F1-1072FC36AB22}"/>
                  </a:ext>
                </a:extLst>
              </p:cNvPr>
              <p:cNvSpPr/>
              <p:nvPr/>
            </p:nvSpPr>
            <p:spPr>
              <a:xfrm>
                <a:off x="6886421" y="3959838"/>
                <a:ext cx="190614" cy="191475"/>
              </a:xfrm>
              <a:custGeom>
                <a:avLst/>
                <a:gdLst/>
                <a:ahLst/>
                <a:cxnLst/>
                <a:rect l="l" t="t" r="r" b="b"/>
                <a:pathLst>
                  <a:path w="7306" h="7339" extrusionOk="0">
                    <a:moveTo>
                      <a:pt x="7072" y="0"/>
                    </a:moveTo>
                    <a:lnTo>
                      <a:pt x="1" y="7105"/>
                    </a:lnTo>
                    <a:cubicBezTo>
                      <a:pt x="134" y="7172"/>
                      <a:pt x="268" y="7272"/>
                      <a:pt x="401" y="7339"/>
                    </a:cubicBezTo>
                    <a:lnTo>
                      <a:pt x="7306" y="400"/>
                    </a:lnTo>
                    <a:cubicBezTo>
                      <a:pt x="7239" y="267"/>
                      <a:pt x="7172" y="134"/>
                      <a:pt x="7072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312;p24">
                <a:extLst>
                  <a:ext uri="{FF2B5EF4-FFF2-40B4-BE49-F238E27FC236}">
                    <a16:creationId xmlns:a16="http://schemas.microsoft.com/office/drawing/2014/main" id="{7C9A9CEE-7AB2-0AD4-24C5-8E775CCF73A4}"/>
                  </a:ext>
                </a:extLst>
              </p:cNvPr>
              <p:cNvSpPr/>
              <p:nvPr/>
            </p:nvSpPr>
            <p:spPr>
              <a:xfrm>
                <a:off x="5977870" y="4237451"/>
                <a:ext cx="373400" cy="70495"/>
              </a:xfrm>
              <a:custGeom>
                <a:avLst/>
                <a:gdLst/>
                <a:ahLst/>
                <a:cxnLst/>
                <a:rect l="l" t="t" r="r" b="b"/>
                <a:pathLst>
                  <a:path w="14312" h="2702" extrusionOk="0">
                    <a:moveTo>
                      <a:pt x="14311" y="0"/>
                    </a:moveTo>
                    <a:lnTo>
                      <a:pt x="1" y="234"/>
                    </a:lnTo>
                    <a:lnTo>
                      <a:pt x="1" y="2202"/>
                    </a:lnTo>
                    <a:lnTo>
                      <a:pt x="14311" y="2702"/>
                    </a:lnTo>
                    <a:lnTo>
                      <a:pt x="14311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313;p24">
                <a:extLst>
                  <a:ext uri="{FF2B5EF4-FFF2-40B4-BE49-F238E27FC236}">
                    <a16:creationId xmlns:a16="http://schemas.microsoft.com/office/drawing/2014/main" id="{C31B7E56-AB4B-E8F3-0A2B-9CC6F0F48843}"/>
                  </a:ext>
                </a:extLst>
              </p:cNvPr>
              <p:cNvSpPr/>
              <p:nvPr/>
            </p:nvSpPr>
            <p:spPr>
              <a:xfrm>
                <a:off x="6351231" y="4228738"/>
                <a:ext cx="95750" cy="88784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3403" extrusionOk="0">
                    <a:moveTo>
                      <a:pt x="3669" y="0"/>
                    </a:moveTo>
                    <a:lnTo>
                      <a:pt x="0" y="334"/>
                    </a:lnTo>
                    <a:lnTo>
                      <a:pt x="0" y="3036"/>
                    </a:lnTo>
                    <a:lnTo>
                      <a:pt x="3636" y="3403"/>
                    </a:lnTo>
                    <a:lnTo>
                      <a:pt x="3669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314;p24">
                <a:extLst>
                  <a:ext uri="{FF2B5EF4-FFF2-40B4-BE49-F238E27FC236}">
                    <a16:creationId xmlns:a16="http://schemas.microsoft.com/office/drawing/2014/main" id="{5F36FFA5-1C92-F9F3-1E59-A4F383BC8A5F}"/>
                  </a:ext>
                </a:extLst>
              </p:cNvPr>
              <p:cNvSpPr/>
              <p:nvPr/>
            </p:nvSpPr>
            <p:spPr>
              <a:xfrm>
                <a:off x="6446064" y="4198996"/>
                <a:ext cx="167133" cy="150800"/>
              </a:xfrm>
              <a:custGeom>
                <a:avLst/>
                <a:gdLst/>
                <a:ahLst/>
                <a:cxnLst/>
                <a:rect l="l" t="t" r="r" b="b"/>
                <a:pathLst>
                  <a:path w="6406" h="5780" extrusionOk="0">
                    <a:moveTo>
                      <a:pt x="3926" y="1"/>
                    </a:moveTo>
                    <a:cubicBezTo>
                      <a:pt x="2930" y="1"/>
                      <a:pt x="34" y="1140"/>
                      <a:pt x="34" y="1140"/>
                    </a:cubicBezTo>
                    <a:lnTo>
                      <a:pt x="1" y="4543"/>
                    </a:lnTo>
                    <a:cubicBezTo>
                      <a:pt x="1" y="4543"/>
                      <a:pt x="2950" y="5780"/>
                      <a:pt x="3932" y="5780"/>
                    </a:cubicBezTo>
                    <a:cubicBezTo>
                      <a:pt x="3957" y="5780"/>
                      <a:pt x="3981" y="5779"/>
                      <a:pt x="4004" y="5777"/>
                    </a:cubicBezTo>
                    <a:cubicBezTo>
                      <a:pt x="4904" y="5677"/>
                      <a:pt x="6372" y="5377"/>
                      <a:pt x="6372" y="2908"/>
                    </a:cubicBezTo>
                    <a:cubicBezTo>
                      <a:pt x="6406" y="473"/>
                      <a:pt x="4938" y="73"/>
                      <a:pt x="4037" y="6"/>
                    </a:cubicBezTo>
                    <a:cubicBezTo>
                      <a:pt x="4003" y="2"/>
                      <a:pt x="3966" y="1"/>
                      <a:pt x="392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315;p24">
                <a:extLst>
                  <a:ext uri="{FF2B5EF4-FFF2-40B4-BE49-F238E27FC236}">
                    <a16:creationId xmlns:a16="http://schemas.microsoft.com/office/drawing/2014/main" id="{D31BB97C-3666-6825-A9C5-8F05CD010321}"/>
                  </a:ext>
                </a:extLst>
              </p:cNvPr>
              <p:cNvSpPr/>
              <p:nvPr/>
            </p:nvSpPr>
            <p:spPr>
              <a:xfrm>
                <a:off x="5668950" y="4321849"/>
                <a:ext cx="1399442" cy="207155"/>
              </a:xfrm>
              <a:custGeom>
                <a:avLst/>
                <a:gdLst/>
                <a:ahLst/>
                <a:cxnLst/>
                <a:rect l="l" t="t" r="r" b="b"/>
                <a:pathLst>
                  <a:path w="53639" h="7940" extrusionOk="0">
                    <a:moveTo>
                      <a:pt x="3970" y="1"/>
                    </a:moveTo>
                    <a:cubicBezTo>
                      <a:pt x="1768" y="1"/>
                      <a:pt x="0" y="1769"/>
                      <a:pt x="0" y="3970"/>
                    </a:cubicBezTo>
                    <a:cubicBezTo>
                      <a:pt x="0" y="6172"/>
                      <a:pt x="1768" y="7940"/>
                      <a:pt x="3970" y="7940"/>
                    </a:cubicBezTo>
                    <a:lnTo>
                      <a:pt x="49669" y="7940"/>
                    </a:lnTo>
                    <a:cubicBezTo>
                      <a:pt x="51870" y="7940"/>
                      <a:pt x="53638" y="6172"/>
                      <a:pt x="53638" y="3970"/>
                    </a:cubicBezTo>
                    <a:cubicBezTo>
                      <a:pt x="53638" y="1769"/>
                      <a:pt x="51870" y="1"/>
                      <a:pt x="496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316;p24">
                <a:extLst>
                  <a:ext uri="{FF2B5EF4-FFF2-40B4-BE49-F238E27FC236}">
                    <a16:creationId xmlns:a16="http://schemas.microsoft.com/office/drawing/2014/main" id="{A4F23FD2-7403-8FF4-5A06-EAC9D8938957}"/>
                  </a:ext>
                </a:extLst>
              </p:cNvPr>
              <p:cNvSpPr/>
              <p:nvPr/>
            </p:nvSpPr>
            <p:spPr>
              <a:xfrm>
                <a:off x="5668063" y="4317492"/>
                <a:ext cx="1401190" cy="215869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8274" extrusionOk="0">
                    <a:moveTo>
                      <a:pt x="49703" y="301"/>
                    </a:moveTo>
                    <a:cubicBezTo>
                      <a:pt x="51771" y="368"/>
                      <a:pt x="53405" y="2069"/>
                      <a:pt x="53405" y="4137"/>
                    </a:cubicBezTo>
                    <a:cubicBezTo>
                      <a:pt x="53405" y="6205"/>
                      <a:pt x="51771" y="7907"/>
                      <a:pt x="49703" y="7973"/>
                    </a:cubicBezTo>
                    <a:lnTo>
                      <a:pt x="4037" y="7973"/>
                    </a:lnTo>
                    <a:cubicBezTo>
                      <a:pt x="1969" y="7907"/>
                      <a:pt x="334" y="6205"/>
                      <a:pt x="334" y="4137"/>
                    </a:cubicBezTo>
                    <a:cubicBezTo>
                      <a:pt x="334" y="2069"/>
                      <a:pt x="1969" y="368"/>
                      <a:pt x="4037" y="301"/>
                    </a:cubicBezTo>
                    <a:close/>
                    <a:moveTo>
                      <a:pt x="4037" y="1"/>
                    </a:moveTo>
                    <a:cubicBezTo>
                      <a:pt x="1802" y="68"/>
                      <a:pt x="1" y="1902"/>
                      <a:pt x="1" y="4137"/>
                    </a:cubicBezTo>
                    <a:cubicBezTo>
                      <a:pt x="1" y="6372"/>
                      <a:pt x="1802" y="8207"/>
                      <a:pt x="4037" y="8274"/>
                    </a:cubicBezTo>
                    <a:lnTo>
                      <a:pt x="49703" y="8274"/>
                    </a:lnTo>
                    <a:cubicBezTo>
                      <a:pt x="51938" y="8207"/>
                      <a:pt x="53706" y="6372"/>
                      <a:pt x="53706" y="4137"/>
                    </a:cubicBezTo>
                    <a:cubicBezTo>
                      <a:pt x="53706" y="1902"/>
                      <a:pt x="51938" y="68"/>
                      <a:pt x="4970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317;p24">
                <a:extLst>
                  <a:ext uri="{FF2B5EF4-FFF2-40B4-BE49-F238E27FC236}">
                    <a16:creationId xmlns:a16="http://schemas.microsoft.com/office/drawing/2014/main" id="{7B6CAD8B-337D-9222-F6EA-0D002158AF36}"/>
                  </a:ext>
                </a:extLst>
              </p:cNvPr>
              <p:cNvSpPr/>
              <p:nvPr/>
            </p:nvSpPr>
            <p:spPr>
              <a:xfrm>
                <a:off x="5673281" y="909508"/>
                <a:ext cx="248064" cy="220956"/>
              </a:xfrm>
              <a:custGeom>
                <a:avLst/>
                <a:gdLst/>
                <a:ahLst/>
                <a:cxnLst/>
                <a:rect l="l" t="t" r="r" b="b"/>
                <a:pathLst>
                  <a:path w="9508" h="8469" extrusionOk="0">
                    <a:moveTo>
                      <a:pt x="4711" y="1"/>
                    </a:moveTo>
                    <a:cubicBezTo>
                      <a:pt x="4161" y="1"/>
                      <a:pt x="3604" y="109"/>
                      <a:pt x="3070" y="337"/>
                    </a:cubicBezTo>
                    <a:cubicBezTo>
                      <a:pt x="1035" y="1204"/>
                      <a:pt x="1" y="3472"/>
                      <a:pt x="701" y="5574"/>
                    </a:cubicBezTo>
                    <a:cubicBezTo>
                      <a:pt x="1262" y="7339"/>
                      <a:pt x="2905" y="8469"/>
                      <a:pt x="4701" y="8469"/>
                    </a:cubicBezTo>
                    <a:cubicBezTo>
                      <a:pt x="5044" y="8469"/>
                      <a:pt x="5391" y="8428"/>
                      <a:pt x="5738" y="8342"/>
                    </a:cubicBezTo>
                    <a:cubicBezTo>
                      <a:pt x="6139" y="8242"/>
                      <a:pt x="6572" y="8076"/>
                      <a:pt x="6939" y="7842"/>
                    </a:cubicBezTo>
                    <a:cubicBezTo>
                      <a:pt x="8807" y="6675"/>
                      <a:pt x="9508" y="4273"/>
                      <a:pt x="8474" y="2305"/>
                    </a:cubicBezTo>
                    <a:cubicBezTo>
                      <a:pt x="7736" y="853"/>
                      <a:pt x="6254" y="1"/>
                      <a:pt x="4711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318;p24">
                <a:extLst>
                  <a:ext uri="{FF2B5EF4-FFF2-40B4-BE49-F238E27FC236}">
                    <a16:creationId xmlns:a16="http://schemas.microsoft.com/office/drawing/2014/main" id="{A1DA7BDE-8B12-C140-1020-C94D7807800D}"/>
                  </a:ext>
                </a:extLst>
              </p:cNvPr>
              <p:cNvSpPr/>
              <p:nvPr/>
            </p:nvSpPr>
            <p:spPr>
              <a:xfrm>
                <a:off x="5751600" y="973974"/>
                <a:ext cx="78374" cy="67234"/>
              </a:xfrm>
              <a:custGeom>
                <a:avLst/>
                <a:gdLst/>
                <a:ahLst/>
                <a:cxnLst/>
                <a:rect l="l" t="t" r="r" b="b"/>
                <a:pathLst>
                  <a:path w="3004" h="2577" extrusionOk="0">
                    <a:moveTo>
                      <a:pt x="1702" y="1"/>
                    </a:moveTo>
                    <a:cubicBezTo>
                      <a:pt x="568" y="1"/>
                      <a:pt x="1" y="1402"/>
                      <a:pt x="802" y="2202"/>
                    </a:cubicBezTo>
                    <a:cubicBezTo>
                      <a:pt x="1060" y="2461"/>
                      <a:pt x="1382" y="2577"/>
                      <a:pt x="1699" y="2577"/>
                    </a:cubicBezTo>
                    <a:cubicBezTo>
                      <a:pt x="2361" y="2577"/>
                      <a:pt x="3003" y="2069"/>
                      <a:pt x="3003" y="1301"/>
                    </a:cubicBezTo>
                    <a:cubicBezTo>
                      <a:pt x="3003" y="568"/>
                      <a:pt x="2436" y="1"/>
                      <a:pt x="17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319;p24">
                <a:extLst>
                  <a:ext uri="{FF2B5EF4-FFF2-40B4-BE49-F238E27FC236}">
                    <a16:creationId xmlns:a16="http://schemas.microsoft.com/office/drawing/2014/main" id="{D1693035-9F57-4046-713F-824C5AC7CBAD}"/>
                  </a:ext>
                </a:extLst>
              </p:cNvPr>
              <p:cNvSpPr/>
              <p:nvPr/>
            </p:nvSpPr>
            <p:spPr>
              <a:xfrm>
                <a:off x="5736808" y="1039249"/>
                <a:ext cx="119257" cy="91132"/>
              </a:xfrm>
              <a:custGeom>
                <a:avLst/>
                <a:gdLst/>
                <a:ahLst/>
                <a:cxnLst/>
                <a:rect l="l" t="t" r="r" b="b"/>
                <a:pathLst>
                  <a:path w="4571" h="3493" extrusionOk="0">
                    <a:moveTo>
                      <a:pt x="2269" y="0"/>
                    </a:moveTo>
                    <a:cubicBezTo>
                      <a:pt x="1002" y="0"/>
                      <a:pt x="1" y="1068"/>
                      <a:pt x="68" y="2335"/>
                    </a:cubicBezTo>
                    <a:lnTo>
                      <a:pt x="68" y="2869"/>
                    </a:lnTo>
                    <a:cubicBezTo>
                      <a:pt x="737" y="3285"/>
                      <a:pt x="1487" y="3493"/>
                      <a:pt x="2261" y="3493"/>
                    </a:cubicBezTo>
                    <a:cubicBezTo>
                      <a:pt x="2605" y="3493"/>
                      <a:pt x="2954" y="3451"/>
                      <a:pt x="3303" y="3369"/>
                    </a:cubicBezTo>
                    <a:cubicBezTo>
                      <a:pt x="3704" y="3269"/>
                      <a:pt x="4137" y="3103"/>
                      <a:pt x="4504" y="2869"/>
                    </a:cubicBezTo>
                    <a:lnTo>
                      <a:pt x="4504" y="2335"/>
                    </a:lnTo>
                    <a:cubicBezTo>
                      <a:pt x="4571" y="1068"/>
                      <a:pt x="3537" y="0"/>
                      <a:pt x="2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320;p24">
                <a:extLst>
                  <a:ext uri="{FF2B5EF4-FFF2-40B4-BE49-F238E27FC236}">
                    <a16:creationId xmlns:a16="http://schemas.microsoft.com/office/drawing/2014/main" id="{A9692598-C6C9-1428-19D5-AD322D9EE885}"/>
                  </a:ext>
                </a:extLst>
              </p:cNvPr>
              <p:cNvSpPr/>
              <p:nvPr/>
            </p:nvSpPr>
            <p:spPr>
              <a:xfrm>
                <a:off x="5975053" y="1002463"/>
                <a:ext cx="40283" cy="56772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2176" extrusionOk="0">
                    <a:moveTo>
                      <a:pt x="1376" y="1"/>
                    </a:moveTo>
                    <a:cubicBezTo>
                      <a:pt x="1293" y="1"/>
                      <a:pt x="1210" y="59"/>
                      <a:pt x="1210" y="176"/>
                    </a:cubicBezTo>
                    <a:lnTo>
                      <a:pt x="1210" y="1410"/>
                    </a:lnTo>
                    <a:cubicBezTo>
                      <a:pt x="1247" y="1727"/>
                      <a:pt x="1004" y="1908"/>
                      <a:pt x="770" y="1908"/>
                    </a:cubicBezTo>
                    <a:cubicBezTo>
                      <a:pt x="585" y="1908"/>
                      <a:pt x="405" y="1794"/>
                      <a:pt x="376" y="1544"/>
                    </a:cubicBezTo>
                    <a:cubicBezTo>
                      <a:pt x="337" y="1467"/>
                      <a:pt x="270" y="1435"/>
                      <a:pt x="205" y="1435"/>
                    </a:cubicBezTo>
                    <a:cubicBezTo>
                      <a:pt x="100" y="1435"/>
                      <a:pt x="1" y="1520"/>
                      <a:pt x="42" y="1644"/>
                    </a:cubicBezTo>
                    <a:cubicBezTo>
                      <a:pt x="159" y="2008"/>
                      <a:pt x="460" y="2175"/>
                      <a:pt x="763" y="2175"/>
                    </a:cubicBezTo>
                    <a:cubicBezTo>
                      <a:pt x="1152" y="2175"/>
                      <a:pt x="1543" y="1898"/>
                      <a:pt x="1543" y="1410"/>
                    </a:cubicBezTo>
                    <a:lnTo>
                      <a:pt x="1543" y="176"/>
                    </a:lnTo>
                    <a:cubicBezTo>
                      <a:pt x="1543" y="59"/>
                      <a:pt x="1460" y="1"/>
                      <a:pt x="137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321;p24">
                <a:extLst>
                  <a:ext uri="{FF2B5EF4-FFF2-40B4-BE49-F238E27FC236}">
                    <a16:creationId xmlns:a16="http://schemas.microsoft.com/office/drawing/2014/main" id="{15291C12-AED3-6909-3E31-0B5100E4713B}"/>
                  </a:ext>
                </a:extLst>
              </p:cNvPr>
              <p:cNvSpPr/>
              <p:nvPr/>
            </p:nvSpPr>
            <p:spPr>
              <a:xfrm>
                <a:off x="6025744" y="1019238"/>
                <a:ext cx="38326" cy="40048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1535" extrusionOk="0">
                    <a:moveTo>
                      <a:pt x="734" y="334"/>
                    </a:moveTo>
                    <a:cubicBezTo>
                      <a:pt x="834" y="334"/>
                      <a:pt x="934" y="367"/>
                      <a:pt x="1035" y="434"/>
                    </a:cubicBezTo>
                    <a:cubicBezTo>
                      <a:pt x="1168" y="634"/>
                      <a:pt x="1168" y="901"/>
                      <a:pt x="1035" y="1101"/>
                    </a:cubicBezTo>
                    <a:cubicBezTo>
                      <a:pt x="934" y="1168"/>
                      <a:pt x="834" y="1201"/>
                      <a:pt x="734" y="1201"/>
                    </a:cubicBezTo>
                    <a:cubicBezTo>
                      <a:pt x="634" y="1201"/>
                      <a:pt x="501" y="1168"/>
                      <a:pt x="434" y="1101"/>
                    </a:cubicBezTo>
                    <a:cubicBezTo>
                      <a:pt x="367" y="1001"/>
                      <a:pt x="334" y="901"/>
                      <a:pt x="334" y="767"/>
                    </a:cubicBezTo>
                    <a:cubicBezTo>
                      <a:pt x="334" y="634"/>
                      <a:pt x="367" y="534"/>
                      <a:pt x="434" y="434"/>
                    </a:cubicBezTo>
                    <a:cubicBezTo>
                      <a:pt x="501" y="367"/>
                      <a:pt x="634" y="334"/>
                      <a:pt x="734" y="334"/>
                    </a:cubicBezTo>
                    <a:close/>
                    <a:moveTo>
                      <a:pt x="734" y="0"/>
                    </a:moveTo>
                    <a:cubicBezTo>
                      <a:pt x="534" y="0"/>
                      <a:pt x="334" y="67"/>
                      <a:pt x="201" y="234"/>
                    </a:cubicBezTo>
                    <a:cubicBezTo>
                      <a:pt x="67" y="367"/>
                      <a:pt x="0" y="567"/>
                      <a:pt x="0" y="767"/>
                    </a:cubicBezTo>
                    <a:cubicBezTo>
                      <a:pt x="0" y="967"/>
                      <a:pt x="67" y="1168"/>
                      <a:pt x="201" y="1301"/>
                    </a:cubicBezTo>
                    <a:cubicBezTo>
                      <a:pt x="334" y="1468"/>
                      <a:pt x="534" y="1535"/>
                      <a:pt x="734" y="1535"/>
                    </a:cubicBezTo>
                    <a:cubicBezTo>
                      <a:pt x="934" y="1535"/>
                      <a:pt x="1101" y="1468"/>
                      <a:pt x="1235" y="1301"/>
                    </a:cubicBezTo>
                    <a:cubicBezTo>
                      <a:pt x="1401" y="1168"/>
                      <a:pt x="1468" y="967"/>
                      <a:pt x="1468" y="767"/>
                    </a:cubicBezTo>
                    <a:cubicBezTo>
                      <a:pt x="1468" y="567"/>
                      <a:pt x="1401" y="367"/>
                      <a:pt x="1235" y="234"/>
                    </a:cubicBezTo>
                    <a:cubicBezTo>
                      <a:pt x="1101" y="67"/>
                      <a:pt x="934" y="0"/>
                      <a:pt x="7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322;p24">
                <a:extLst>
                  <a:ext uri="{FF2B5EF4-FFF2-40B4-BE49-F238E27FC236}">
                    <a16:creationId xmlns:a16="http://schemas.microsoft.com/office/drawing/2014/main" id="{695CB465-FFCC-1B86-F122-9426CF9F02EA}"/>
                  </a:ext>
                </a:extLst>
              </p:cNvPr>
              <p:cNvSpPr/>
              <p:nvPr/>
            </p:nvSpPr>
            <p:spPr>
              <a:xfrm>
                <a:off x="6071869" y="1018977"/>
                <a:ext cx="40048" cy="40309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545" extrusionOk="0">
                    <a:moveTo>
                      <a:pt x="801" y="344"/>
                    </a:moveTo>
                    <a:cubicBezTo>
                      <a:pt x="901" y="344"/>
                      <a:pt x="1001" y="377"/>
                      <a:pt x="1101" y="444"/>
                    </a:cubicBezTo>
                    <a:cubicBezTo>
                      <a:pt x="1168" y="544"/>
                      <a:pt x="1201" y="644"/>
                      <a:pt x="1201" y="777"/>
                    </a:cubicBezTo>
                    <a:cubicBezTo>
                      <a:pt x="1201" y="911"/>
                      <a:pt x="1168" y="1011"/>
                      <a:pt x="1101" y="1111"/>
                    </a:cubicBezTo>
                    <a:cubicBezTo>
                      <a:pt x="1001" y="1178"/>
                      <a:pt x="901" y="1211"/>
                      <a:pt x="801" y="1211"/>
                    </a:cubicBezTo>
                    <a:cubicBezTo>
                      <a:pt x="701" y="1211"/>
                      <a:pt x="567" y="1178"/>
                      <a:pt x="501" y="1111"/>
                    </a:cubicBezTo>
                    <a:cubicBezTo>
                      <a:pt x="367" y="911"/>
                      <a:pt x="367" y="644"/>
                      <a:pt x="501" y="444"/>
                    </a:cubicBezTo>
                    <a:cubicBezTo>
                      <a:pt x="567" y="377"/>
                      <a:pt x="701" y="344"/>
                      <a:pt x="801" y="344"/>
                    </a:cubicBezTo>
                    <a:close/>
                    <a:moveTo>
                      <a:pt x="792" y="1"/>
                    </a:moveTo>
                    <a:cubicBezTo>
                      <a:pt x="596" y="1"/>
                      <a:pt x="403" y="88"/>
                      <a:pt x="267" y="244"/>
                    </a:cubicBezTo>
                    <a:cubicBezTo>
                      <a:pt x="0" y="544"/>
                      <a:pt x="0" y="1011"/>
                      <a:pt x="267" y="1311"/>
                    </a:cubicBezTo>
                    <a:cubicBezTo>
                      <a:pt x="401" y="1464"/>
                      <a:pt x="589" y="1540"/>
                      <a:pt x="781" y="1540"/>
                    </a:cubicBezTo>
                    <a:cubicBezTo>
                      <a:pt x="926" y="1540"/>
                      <a:pt x="1073" y="1497"/>
                      <a:pt x="1201" y="1411"/>
                    </a:cubicBezTo>
                    <a:cubicBezTo>
                      <a:pt x="1235" y="1478"/>
                      <a:pt x="1301" y="1545"/>
                      <a:pt x="1368" y="1545"/>
                    </a:cubicBezTo>
                    <a:cubicBezTo>
                      <a:pt x="1468" y="1545"/>
                      <a:pt x="1535" y="1478"/>
                      <a:pt x="1535" y="1378"/>
                    </a:cubicBezTo>
                    <a:lnTo>
                      <a:pt x="1535" y="777"/>
                    </a:lnTo>
                    <a:lnTo>
                      <a:pt x="1535" y="177"/>
                    </a:lnTo>
                    <a:cubicBezTo>
                      <a:pt x="1535" y="77"/>
                      <a:pt x="1468" y="10"/>
                      <a:pt x="1368" y="10"/>
                    </a:cubicBezTo>
                    <a:cubicBezTo>
                      <a:pt x="1301" y="10"/>
                      <a:pt x="1235" y="43"/>
                      <a:pt x="1201" y="144"/>
                    </a:cubicBezTo>
                    <a:cubicBezTo>
                      <a:pt x="1076" y="46"/>
                      <a:pt x="933" y="1"/>
                      <a:pt x="79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323;p24">
                <a:extLst>
                  <a:ext uri="{FF2B5EF4-FFF2-40B4-BE49-F238E27FC236}">
                    <a16:creationId xmlns:a16="http://schemas.microsoft.com/office/drawing/2014/main" id="{B9608B14-6BF5-3755-DFD4-27B27869F701}"/>
                  </a:ext>
                </a:extLst>
              </p:cNvPr>
              <p:cNvSpPr/>
              <p:nvPr/>
            </p:nvSpPr>
            <p:spPr>
              <a:xfrm>
                <a:off x="6126682" y="1019238"/>
                <a:ext cx="33969" cy="40257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1543" extrusionOk="0">
                    <a:moveTo>
                      <a:pt x="168" y="0"/>
                    </a:moveTo>
                    <a:cubicBezTo>
                      <a:pt x="101" y="0"/>
                      <a:pt x="1" y="67"/>
                      <a:pt x="1" y="167"/>
                    </a:cubicBezTo>
                    <a:lnTo>
                      <a:pt x="1" y="1368"/>
                    </a:lnTo>
                    <a:cubicBezTo>
                      <a:pt x="1" y="1468"/>
                      <a:pt x="68" y="1535"/>
                      <a:pt x="168" y="1535"/>
                    </a:cubicBezTo>
                    <a:cubicBezTo>
                      <a:pt x="268" y="1535"/>
                      <a:pt x="334" y="1468"/>
                      <a:pt x="334" y="1401"/>
                    </a:cubicBezTo>
                    <a:cubicBezTo>
                      <a:pt x="334" y="1401"/>
                      <a:pt x="334" y="1368"/>
                      <a:pt x="334" y="1368"/>
                    </a:cubicBezTo>
                    <a:lnTo>
                      <a:pt x="334" y="634"/>
                    </a:lnTo>
                    <a:cubicBezTo>
                      <a:pt x="334" y="467"/>
                      <a:pt x="468" y="334"/>
                      <a:pt x="668" y="334"/>
                    </a:cubicBezTo>
                    <a:cubicBezTo>
                      <a:pt x="835" y="334"/>
                      <a:pt x="968" y="467"/>
                      <a:pt x="968" y="634"/>
                    </a:cubicBezTo>
                    <a:lnTo>
                      <a:pt x="968" y="1368"/>
                    </a:lnTo>
                    <a:cubicBezTo>
                      <a:pt x="968" y="1484"/>
                      <a:pt x="1052" y="1543"/>
                      <a:pt x="1135" y="1543"/>
                    </a:cubicBezTo>
                    <a:cubicBezTo>
                      <a:pt x="1218" y="1543"/>
                      <a:pt x="1302" y="1484"/>
                      <a:pt x="1302" y="1368"/>
                    </a:cubicBezTo>
                    <a:lnTo>
                      <a:pt x="1302" y="634"/>
                    </a:lnTo>
                    <a:cubicBezTo>
                      <a:pt x="1302" y="267"/>
                      <a:pt x="1002" y="0"/>
                      <a:pt x="668" y="0"/>
                    </a:cubicBezTo>
                    <a:cubicBezTo>
                      <a:pt x="535" y="0"/>
                      <a:pt x="435" y="33"/>
                      <a:pt x="334" y="100"/>
                    </a:cubicBezTo>
                    <a:cubicBezTo>
                      <a:pt x="301" y="33"/>
                      <a:pt x="234" y="0"/>
                      <a:pt x="1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324;p24">
                <a:extLst>
                  <a:ext uri="{FF2B5EF4-FFF2-40B4-BE49-F238E27FC236}">
                    <a16:creationId xmlns:a16="http://schemas.microsoft.com/office/drawing/2014/main" id="{47F26E33-2329-3C3D-2FB9-04959999A635}"/>
                  </a:ext>
                </a:extLst>
              </p:cNvPr>
              <p:cNvSpPr/>
              <p:nvPr/>
            </p:nvSpPr>
            <p:spPr>
              <a:xfrm>
                <a:off x="6176304" y="1019238"/>
                <a:ext cx="33969" cy="40048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1535" extrusionOk="0">
                    <a:moveTo>
                      <a:pt x="167" y="0"/>
                    </a:moveTo>
                    <a:cubicBezTo>
                      <a:pt x="67" y="0"/>
                      <a:pt x="0" y="67"/>
                      <a:pt x="0" y="167"/>
                    </a:cubicBezTo>
                    <a:lnTo>
                      <a:pt x="0" y="1368"/>
                    </a:lnTo>
                    <a:cubicBezTo>
                      <a:pt x="0" y="1468"/>
                      <a:pt x="67" y="1535"/>
                      <a:pt x="167" y="1535"/>
                    </a:cubicBezTo>
                    <a:cubicBezTo>
                      <a:pt x="234" y="1535"/>
                      <a:pt x="300" y="1468"/>
                      <a:pt x="334" y="1401"/>
                    </a:cubicBezTo>
                    <a:cubicBezTo>
                      <a:pt x="334" y="1401"/>
                      <a:pt x="334" y="1368"/>
                      <a:pt x="334" y="1368"/>
                    </a:cubicBezTo>
                    <a:lnTo>
                      <a:pt x="334" y="634"/>
                    </a:lnTo>
                    <a:cubicBezTo>
                      <a:pt x="334" y="467"/>
                      <a:pt x="467" y="334"/>
                      <a:pt x="634" y="334"/>
                    </a:cubicBezTo>
                    <a:cubicBezTo>
                      <a:pt x="651" y="331"/>
                      <a:pt x="668" y="329"/>
                      <a:pt x="685" y="329"/>
                    </a:cubicBezTo>
                    <a:cubicBezTo>
                      <a:pt x="856" y="329"/>
                      <a:pt x="968" y="482"/>
                      <a:pt x="968" y="634"/>
                    </a:cubicBezTo>
                    <a:lnTo>
                      <a:pt x="968" y="1368"/>
                    </a:lnTo>
                    <a:cubicBezTo>
                      <a:pt x="968" y="1468"/>
                      <a:pt x="1034" y="1535"/>
                      <a:pt x="1134" y="1535"/>
                    </a:cubicBezTo>
                    <a:cubicBezTo>
                      <a:pt x="1234" y="1535"/>
                      <a:pt x="1301" y="1468"/>
                      <a:pt x="1301" y="1368"/>
                    </a:cubicBezTo>
                    <a:lnTo>
                      <a:pt x="1301" y="634"/>
                    </a:lnTo>
                    <a:cubicBezTo>
                      <a:pt x="1301" y="267"/>
                      <a:pt x="1001" y="0"/>
                      <a:pt x="634" y="0"/>
                    </a:cubicBezTo>
                    <a:cubicBezTo>
                      <a:pt x="534" y="0"/>
                      <a:pt x="434" y="33"/>
                      <a:pt x="334" y="100"/>
                    </a:cubicBezTo>
                    <a:cubicBezTo>
                      <a:pt x="300" y="33"/>
                      <a:pt x="234" y="0"/>
                      <a:pt x="1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325;p24">
                <a:extLst>
                  <a:ext uri="{FF2B5EF4-FFF2-40B4-BE49-F238E27FC236}">
                    <a16:creationId xmlns:a16="http://schemas.microsoft.com/office/drawing/2014/main" id="{A1125381-589C-EB88-AF06-322EFFFDCF50}"/>
                  </a:ext>
                </a:extLst>
              </p:cNvPr>
              <p:cNvSpPr/>
              <p:nvPr/>
            </p:nvSpPr>
            <p:spPr>
              <a:xfrm>
                <a:off x="6222429" y="1019238"/>
                <a:ext cx="40048" cy="40048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535" extrusionOk="0">
                    <a:moveTo>
                      <a:pt x="707" y="295"/>
                    </a:moveTo>
                    <a:cubicBezTo>
                      <a:pt x="726" y="295"/>
                      <a:pt x="747" y="297"/>
                      <a:pt x="767" y="300"/>
                    </a:cubicBezTo>
                    <a:cubicBezTo>
                      <a:pt x="968" y="300"/>
                      <a:pt x="1168" y="434"/>
                      <a:pt x="1234" y="601"/>
                    </a:cubicBezTo>
                    <a:lnTo>
                      <a:pt x="367" y="601"/>
                    </a:lnTo>
                    <a:cubicBezTo>
                      <a:pt x="397" y="421"/>
                      <a:pt x="534" y="295"/>
                      <a:pt x="707" y="295"/>
                    </a:cubicBezTo>
                    <a:close/>
                    <a:moveTo>
                      <a:pt x="767" y="0"/>
                    </a:moveTo>
                    <a:cubicBezTo>
                      <a:pt x="367" y="0"/>
                      <a:pt x="0" y="334"/>
                      <a:pt x="34" y="767"/>
                    </a:cubicBezTo>
                    <a:cubicBezTo>
                      <a:pt x="34" y="1201"/>
                      <a:pt x="367" y="1535"/>
                      <a:pt x="767" y="1535"/>
                    </a:cubicBezTo>
                    <a:cubicBezTo>
                      <a:pt x="968" y="1535"/>
                      <a:pt x="1168" y="1468"/>
                      <a:pt x="1334" y="1334"/>
                    </a:cubicBezTo>
                    <a:cubicBezTo>
                      <a:pt x="1401" y="1268"/>
                      <a:pt x="1401" y="1201"/>
                      <a:pt x="1334" y="1134"/>
                    </a:cubicBezTo>
                    <a:cubicBezTo>
                      <a:pt x="1301" y="1101"/>
                      <a:pt x="1259" y="1084"/>
                      <a:pt x="1218" y="1084"/>
                    </a:cubicBezTo>
                    <a:cubicBezTo>
                      <a:pt x="1176" y="1084"/>
                      <a:pt x="1134" y="1101"/>
                      <a:pt x="1101" y="1134"/>
                    </a:cubicBezTo>
                    <a:cubicBezTo>
                      <a:pt x="1001" y="1201"/>
                      <a:pt x="901" y="1201"/>
                      <a:pt x="767" y="1201"/>
                    </a:cubicBezTo>
                    <a:cubicBezTo>
                      <a:pt x="667" y="1201"/>
                      <a:pt x="567" y="1134"/>
                      <a:pt x="501" y="1068"/>
                    </a:cubicBezTo>
                    <a:cubicBezTo>
                      <a:pt x="434" y="1001"/>
                      <a:pt x="400" y="934"/>
                      <a:pt x="367" y="867"/>
                    </a:cubicBezTo>
                    <a:lnTo>
                      <a:pt x="1368" y="867"/>
                    </a:lnTo>
                    <a:cubicBezTo>
                      <a:pt x="1435" y="867"/>
                      <a:pt x="1501" y="801"/>
                      <a:pt x="1535" y="734"/>
                    </a:cubicBezTo>
                    <a:lnTo>
                      <a:pt x="1535" y="701"/>
                    </a:lnTo>
                    <a:cubicBezTo>
                      <a:pt x="1501" y="300"/>
                      <a:pt x="1168" y="0"/>
                      <a:pt x="7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326;p24">
                <a:extLst>
                  <a:ext uri="{FF2B5EF4-FFF2-40B4-BE49-F238E27FC236}">
                    <a16:creationId xmlns:a16="http://schemas.microsoft.com/office/drawing/2014/main" id="{99D3621F-0089-6F0E-F1CC-EDD3B82C2638}"/>
                  </a:ext>
                </a:extLst>
              </p:cNvPr>
              <p:cNvSpPr/>
              <p:nvPr/>
            </p:nvSpPr>
            <p:spPr>
              <a:xfrm>
                <a:off x="6269415" y="1047936"/>
                <a:ext cx="13958" cy="12210"/>
              </a:xfrm>
              <a:custGeom>
                <a:avLst/>
                <a:gdLst/>
                <a:ahLst/>
                <a:cxnLst/>
                <a:rect l="l" t="t" r="r" b="b"/>
                <a:pathLst>
                  <a:path w="535" h="468" extrusionOk="0">
                    <a:moveTo>
                      <a:pt x="267" y="1"/>
                    </a:moveTo>
                    <a:cubicBezTo>
                      <a:pt x="0" y="34"/>
                      <a:pt x="0" y="435"/>
                      <a:pt x="267" y="468"/>
                    </a:cubicBezTo>
                    <a:cubicBezTo>
                      <a:pt x="534" y="435"/>
                      <a:pt x="534" y="34"/>
                      <a:pt x="2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327;p24">
                <a:extLst>
                  <a:ext uri="{FF2B5EF4-FFF2-40B4-BE49-F238E27FC236}">
                    <a16:creationId xmlns:a16="http://schemas.microsoft.com/office/drawing/2014/main" id="{598EFBA6-C6DF-D156-7EDB-B69CA30B4736}"/>
                  </a:ext>
                </a:extLst>
              </p:cNvPr>
              <p:cNvSpPr/>
              <p:nvPr/>
            </p:nvSpPr>
            <p:spPr>
              <a:xfrm>
                <a:off x="6285956" y="1002463"/>
                <a:ext cx="23507" cy="5768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2211" extrusionOk="0">
                    <a:moveTo>
                      <a:pt x="467" y="1"/>
                    </a:moveTo>
                    <a:cubicBezTo>
                      <a:pt x="384" y="1"/>
                      <a:pt x="300" y="59"/>
                      <a:pt x="300" y="176"/>
                    </a:cubicBezTo>
                    <a:lnTo>
                      <a:pt x="300" y="643"/>
                    </a:lnTo>
                    <a:lnTo>
                      <a:pt x="200" y="643"/>
                    </a:lnTo>
                    <a:cubicBezTo>
                      <a:pt x="0" y="676"/>
                      <a:pt x="0" y="943"/>
                      <a:pt x="200" y="977"/>
                    </a:cubicBezTo>
                    <a:lnTo>
                      <a:pt x="300" y="977"/>
                    </a:lnTo>
                    <a:lnTo>
                      <a:pt x="300" y="1844"/>
                    </a:lnTo>
                    <a:cubicBezTo>
                      <a:pt x="267" y="2044"/>
                      <a:pt x="434" y="2211"/>
                      <a:pt x="634" y="2211"/>
                    </a:cubicBezTo>
                    <a:cubicBezTo>
                      <a:pt x="734" y="2211"/>
                      <a:pt x="801" y="2111"/>
                      <a:pt x="801" y="2044"/>
                    </a:cubicBezTo>
                    <a:cubicBezTo>
                      <a:pt x="801" y="1944"/>
                      <a:pt x="734" y="1844"/>
                      <a:pt x="634" y="1844"/>
                    </a:cubicBezTo>
                    <a:lnTo>
                      <a:pt x="634" y="1010"/>
                    </a:lnTo>
                    <a:lnTo>
                      <a:pt x="701" y="1010"/>
                    </a:lnTo>
                    <a:cubicBezTo>
                      <a:pt x="801" y="1010"/>
                      <a:pt x="868" y="910"/>
                      <a:pt x="868" y="843"/>
                    </a:cubicBezTo>
                    <a:cubicBezTo>
                      <a:pt x="901" y="710"/>
                      <a:pt x="801" y="643"/>
                      <a:pt x="701" y="643"/>
                    </a:cubicBezTo>
                    <a:lnTo>
                      <a:pt x="634" y="643"/>
                    </a:lnTo>
                    <a:lnTo>
                      <a:pt x="634" y="176"/>
                    </a:lnTo>
                    <a:cubicBezTo>
                      <a:pt x="634" y="59"/>
                      <a:pt x="551" y="1"/>
                      <a:pt x="4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328;p24">
                <a:extLst>
                  <a:ext uri="{FF2B5EF4-FFF2-40B4-BE49-F238E27FC236}">
                    <a16:creationId xmlns:a16="http://schemas.microsoft.com/office/drawing/2014/main" id="{2E019461-A4B2-3C6E-E0B4-107A5A59DD74}"/>
                  </a:ext>
                </a:extLst>
              </p:cNvPr>
              <p:cNvSpPr/>
              <p:nvPr/>
            </p:nvSpPr>
            <p:spPr>
              <a:xfrm>
                <a:off x="6366884" y="1002880"/>
                <a:ext cx="40048" cy="56407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2162" extrusionOk="0">
                    <a:moveTo>
                      <a:pt x="714" y="1"/>
                    </a:moveTo>
                    <a:cubicBezTo>
                      <a:pt x="529" y="1"/>
                      <a:pt x="342" y="67"/>
                      <a:pt x="201" y="193"/>
                    </a:cubicBezTo>
                    <a:lnTo>
                      <a:pt x="134" y="294"/>
                    </a:lnTo>
                    <a:cubicBezTo>
                      <a:pt x="34" y="360"/>
                      <a:pt x="34" y="460"/>
                      <a:pt x="134" y="527"/>
                    </a:cubicBezTo>
                    <a:cubicBezTo>
                      <a:pt x="151" y="560"/>
                      <a:pt x="192" y="577"/>
                      <a:pt x="238" y="577"/>
                    </a:cubicBezTo>
                    <a:cubicBezTo>
                      <a:pt x="284" y="577"/>
                      <a:pt x="334" y="560"/>
                      <a:pt x="367" y="527"/>
                    </a:cubicBezTo>
                    <a:lnTo>
                      <a:pt x="434" y="427"/>
                    </a:lnTo>
                    <a:cubicBezTo>
                      <a:pt x="534" y="360"/>
                      <a:pt x="634" y="327"/>
                      <a:pt x="734" y="327"/>
                    </a:cubicBezTo>
                    <a:cubicBezTo>
                      <a:pt x="834" y="327"/>
                      <a:pt x="934" y="394"/>
                      <a:pt x="1001" y="460"/>
                    </a:cubicBezTo>
                    <a:cubicBezTo>
                      <a:pt x="1068" y="527"/>
                      <a:pt x="1135" y="627"/>
                      <a:pt x="1135" y="727"/>
                    </a:cubicBezTo>
                    <a:cubicBezTo>
                      <a:pt x="1135" y="861"/>
                      <a:pt x="1068" y="961"/>
                      <a:pt x="1001" y="1027"/>
                    </a:cubicBezTo>
                    <a:lnTo>
                      <a:pt x="67" y="1861"/>
                    </a:lnTo>
                    <a:cubicBezTo>
                      <a:pt x="0" y="1928"/>
                      <a:pt x="0" y="2028"/>
                      <a:pt x="67" y="2095"/>
                    </a:cubicBezTo>
                    <a:cubicBezTo>
                      <a:pt x="101" y="2128"/>
                      <a:pt x="167" y="2162"/>
                      <a:pt x="201" y="2162"/>
                    </a:cubicBezTo>
                    <a:lnTo>
                      <a:pt x="1301" y="2162"/>
                    </a:lnTo>
                    <a:cubicBezTo>
                      <a:pt x="1401" y="2162"/>
                      <a:pt x="1502" y="2095"/>
                      <a:pt x="1502" y="1995"/>
                    </a:cubicBezTo>
                    <a:cubicBezTo>
                      <a:pt x="1502" y="1908"/>
                      <a:pt x="1426" y="1821"/>
                      <a:pt x="1320" y="1821"/>
                    </a:cubicBezTo>
                    <a:cubicBezTo>
                      <a:pt x="1303" y="1821"/>
                      <a:pt x="1286" y="1823"/>
                      <a:pt x="1268" y="1828"/>
                    </a:cubicBezTo>
                    <a:lnTo>
                      <a:pt x="634" y="1828"/>
                    </a:lnTo>
                    <a:lnTo>
                      <a:pt x="1201" y="1294"/>
                    </a:lnTo>
                    <a:cubicBezTo>
                      <a:pt x="1502" y="1027"/>
                      <a:pt x="1535" y="560"/>
                      <a:pt x="1268" y="260"/>
                    </a:cubicBezTo>
                    <a:cubicBezTo>
                      <a:pt x="1127" y="84"/>
                      <a:pt x="921" y="1"/>
                      <a:pt x="7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329;p24">
                <a:extLst>
                  <a:ext uri="{FF2B5EF4-FFF2-40B4-BE49-F238E27FC236}">
                    <a16:creationId xmlns:a16="http://schemas.microsoft.com/office/drawing/2014/main" id="{4227D836-9FA4-A612-9BA0-13ACE1F0F8CA}"/>
                  </a:ext>
                </a:extLst>
              </p:cNvPr>
              <p:cNvSpPr/>
              <p:nvPr/>
            </p:nvSpPr>
            <p:spPr>
              <a:xfrm>
                <a:off x="6419088" y="1003115"/>
                <a:ext cx="35717" cy="56380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161" extrusionOk="0">
                    <a:moveTo>
                      <a:pt x="184" y="1"/>
                    </a:moveTo>
                    <a:cubicBezTo>
                      <a:pt x="101" y="1"/>
                      <a:pt x="18" y="51"/>
                      <a:pt x="1" y="151"/>
                    </a:cubicBezTo>
                    <a:lnTo>
                      <a:pt x="1" y="1986"/>
                    </a:lnTo>
                    <a:cubicBezTo>
                      <a:pt x="1" y="1986"/>
                      <a:pt x="1" y="2019"/>
                      <a:pt x="1" y="2019"/>
                    </a:cubicBezTo>
                    <a:cubicBezTo>
                      <a:pt x="16" y="2111"/>
                      <a:pt x="88" y="2154"/>
                      <a:pt x="160" y="2154"/>
                    </a:cubicBezTo>
                    <a:cubicBezTo>
                      <a:pt x="246" y="2154"/>
                      <a:pt x="334" y="2094"/>
                      <a:pt x="334" y="1986"/>
                    </a:cubicBezTo>
                    <a:lnTo>
                      <a:pt x="368" y="1285"/>
                    </a:lnTo>
                    <a:cubicBezTo>
                      <a:pt x="334" y="1118"/>
                      <a:pt x="501" y="952"/>
                      <a:pt x="668" y="952"/>
                    </a:cubicBezTo>
                    <a:cubicBezTo>
                      <a:pt x="868" y="952"/>
                      <a:pt x="1002" y="1118"/>
                      <a:pt x="1002" y="1285"/>
                    </a:cubicBezTo>
                    <a:lnTo>
                      <a:pt x="1002" y="1986"/>
                    </a:lnTo>
                    <a:cubicBezTo>
                      <a:pt x="1002" y="2102"/>
                      <a:pt x="1093" y="2161"/>
                      <a:pt x="1185" y="2161"/>
                    </a:cubicBezTo>
                    <a:cubicBezTo>
                      <a:pt x="1277" y="2161"/>
                      <a:pt x="1369" y="2102"/>
                      <a:pt x="1369" y="1986"/>
                    </a:cubicBezTo>
                    <a:lnTo>
                      <a:pt x="1369" y="1285"/>
                    </a:lnTo>
                    <a:cubicBezTo>
                      <a:pt x="1369" y="918"/>
                      <a:pt x="1068" y="618"/>
                      <a:pt x="668" y="618"/>
                    </a:cubicBezTo>
                    <a:cubicBezTo>
                      <a:pt x="568" y="618"/>
                      <a:pt x="468" y="651"/>
                      <a:pt x="368" y="685"/>
                    </a:cubicBezTo>
                    <a:lnTo>
                      <a:pt x="368" y="151"/>
                    </a:lnTo>
                    <a:cubicBezTo>
                      <a:pt x="351" y="51"/>
                      <a:pt x="268" y="1"/>
                      <a:pt x="18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330;p24">
                <a:extLst>
                  <a:ext uri="{FF2B5EF4-FFF2-40B4-BE49-F238E27FC236}">
                    <a16:creationId xmlns:a16="http://schemas.microsoft.com/office/drawing/2014/main" id="{AA8CAB53-3EB6-E604-80C5-5617BFF1274C}"/>
                  </a:ext>
                </a:extLst>
              </p:cNvPr>
              <p:cNvSpPr/>
              <p:nvPr/>
            </p:nvSpPr>
            <p:spPr>
              <a:xfrm>
                <a:off x="5673281" y="3480974"/>
                <a:ext cx="247203" cy="220747"/>
              </a:xfrm>
              <a:custGeom>
                <a:avLst/>
                <a:gdLst/>
                <a:ahLst/>
                <a:cxnLst/>
                <a:rect l="l" t="t" r="r" b="b"/>
                <a:pathLst>
                  <a:path w="9475" h="8461" extrusionOk="0">
                    <a:moveTo>
                      <a:pt x="4737" y="1"/>
                    </a:moveTo>
                    <a:cubicBezTo>
                      <a:pt x="4179" y="1"/>
                      <a:pt x="3612" y="111"/>
                      <a:pt x="3070" y="342"/>
                    </a:cubicBezTo>
                    <a:cubicBezTo>
                      <a:pt x="1035" y="1176"/>
                      <a:pt x="1" y="3444"/>
                      <a:pt x="701" y="5546"/>
                    </a:cubicBezTo>
                    <a:cubicBezTo>
                      <a:pt x="1295" y="7327"/>
                      <a:pt x="2943" y="8461"/>
                      <a:pt x="4751" y="8461"/>
                    </a:cubicBezTo>
                    <a:cubicBezTo>
                      <a:pt x="5077" y="8461"/>
                      <a:pt x="5408" y="8424"/>
                      <a:pt x="5738" y="8348"/>
                    </a:cubicBezTo>
                    <a:cubicBezTo>
                      <a:pt x="6139" y="8215"/>
                      <a:pt x="6572" y="8048"/>
                      <a:pt x="6939" y="7814"/>
                    </a:cubicBezTo>
                    <a:cubicBezTo>
                      <a:pt x="8807" y="6647"/>
                      <a:pt x="9474" y="4245"/>
                      <a:pt x="8474" y="2277"/>
                    </a:cubicBezTo>
                    <a:cubicBezTo>
                      <a:pt x="7740" y="834"/>
                      <a:pt x="6271" y="1"/>
                      <a:pt x="473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331;p24">
                <a:extLst>
                  <a:ext uri="{FF2B5EF4-FFF2-40B4-BE49-F238E27FC236}">
                    <a16:creationId xmlns:a16="http://schemas.microsoft.com/office/drawing/2014/main" id="{CFAA29D0-9845-7F7A-E3D2-2AEBE3961089}"/>
                  </a:ext>
                </a:extLst>
              </p:cNvPr>
              <p:cNvSpPr/>
              <p:nvPr/>
            </p:nvSpPr>
            <p:spPr>
              <a:xfrm>
                <a:off x="5751600" y="3544709"/>
                <a:ext cx="78374" cy="67625"/>
              </a:xfrm>
              <a:custGeom>
                <a:avLst/>
                <a:gdLst/>
                <a:ahLst/>
                <a:cxnLst/>
                <a:rect l="l" t="t" r="r" b="b"/>
                <a:pathLst>
                  <a:path w="3004" h="2592" extrusionOk="0">
                    <a:moveTo>
                      <a:pt x="1702" y="1"/>
                    </a:moveTo>
                    <a:cubicBezTo>
                      <a:pt x="568" y="1"/>
                      <a:pt x="1" y="1402"/>
                      <a:pt x="802" y="2202"/>
                    </a:cubicBezTo>
                    <a:cubicBezTo>
                      <a:pt x="1061" y="2472"/>
                      <a:pt x="1382" y="2592"/>
                      <a:pt x="1699" y="2592"/>
                    </a:cubicBezTo>
                    <a:cubicBezTo>
                      <a:pt x="2362" y="2592"/>
                      <a:pt x="3003" y="2069"/>
                      <a:pt x="3003" y="1302"/>
                    </a:cubicBezTo>
                    <a:cubicBezTo>
                      <a:pt x="3003" y="601"/>
                      <a:pt x="2436" y="1"/>
                      <a:pt x="17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332;p24">
                <a:extLst>
                  <a:ext uri="{FF2B5EF4-FFF2-40B4-BE49-F238E27FC236}">
                    <a16:creationId xmlns:a16="http://schemas.microsoft.com/office/drawing/2014/main" id="{A3EA4159-8612-AC5E-5285-26D1C5217CF1}"/>
                  </a:ext>
                </a:extLst>
              </p:cNvPr>
              <p:cNvSpPr/>
              <p:nvPr/>
            </p:nvSpPr>
            <p:spPr>
              <a:xfrm>
                <a:off x="5736808" y="3610845"/>
                <a:ext cx="119257" cy="90950"/>
              </a:xfrm>
              <a:custGeom>
                <a:avLst/>
                <a:gdLst/>
                <a:ahLst/>
                <a:cxnLst/>
                <a:rect l="l" t="t" r="r" b="b"/>
                <a:pathLst>
                  <a:path w="4571" h="3486" extrusionOk="0">
                    <a:moveTo>
                      <a:pt x="2269" y="1"/>
                    </a:moveTo>
                    <a:cubicBezTo>
                      <a:pt x="1002" y="1"/>
                      <a:pt x="1" y="1035"/>
                      <a:pt x="68" y="2303"/>
                    </a:cubicBezTo>
                    <a:lnTo>
                      <a:pt x="68" y="2836"/>
                    </a:lnTo>
                    <a:cubicBezTo>
                      <a:pt x="753" y="3261"/>
                      <a:pt x="1521" y="3486"/>
                      <a:pt x="2315" y="3486"/>
                    </a:cubicBezTo>
                    <a:cubicBezTo>
                      <a:pt x="2641" y="3486"/>
                      <a:pt x="2972" y="3448"/>
                      <a:pt x="3303" y="3370"/>
                    </a:cubicBezTo>
                    <a:cubicBezTo>
                      <a:pt x="3704" y="3237"/>
                      <a:pt x="4137" y="3070"/>
                      <a:pt x="4504" y="2836"/>
                    </a:cubicBezTo>
                    <a:lnTo>
                      <a:pt x="4504" y="2303"/>
                    </a:lnTo>
                    <a:cubicBezTo>
                      <a:pt x="4571" y="1035"/>
                      <a:pt x="3537" y="1"/>
                      <a:pt x="22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333;p24">
                <a:extLst>
                  <a:ext uri="{FF2B5EF4-FFF2-40B4-BE49-F238E27FC236}">
                    <a16:creationId xmlns:a16="http://schemas.microsoft.com/office/drawing/2014/main" id="{6A571C64-9380-41BF-7AE4-9540893DECAF}"/>
                  </a:ext>
                </a:extLst>
              </p:cNvPr>
              <p:cNvSpPr/>
              <p:nvPr/>
            </p:nvSpPr>
            <p:spPr>
              <a:xfrm>
                <a:off x="5977870" y="3500671"/>
                <a:ext cx="50510" cy="57998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223" extrusionOk="0">
                    <a:moveTo>
                      <a:pt x="1134" y="0"/>
                    </a:moveTo>
                    <a:cubicBezTo>
                      <a:pt x="552" y="0"/>
                      <a:pt x="1" y="461"/>
                      <a:pt x="1" y="1122"/>
                    </a:cubicBezTo>
                    <a:cubicBezTo>
                      <a:pt x="1" y="1755"/>
                      <a:pt x="535" y="2222"/>
                      <a:pt x="1135" y="2222"/>
                    </a:cubicBezTo>
                    <a:cubicBezTo>
                      <a:pt x="1402" y="2222"/>
                      <a:pt x="1635" y="2122"/>
                      <a:pt x="1835" y="1989"/>
                    </a:cubicBezTo>
                    <a:cubicBezTo>
                      <a:pt x="1869" y="1956"/>
                      <a:pt x="1902" y="1922"/>
                      <a:pt x="1902" y="1889"/>
                    </a:cubicBezTo>
                    <a:lnTo>
                      <a:pt x="1902" y="1856"/>
                    </a:lnTo>
                    <a:lnTo>
                      <a:pt x="1902" y="1155"/>
                    </a:lnTo>
                    <a:cubicBezTo>
                      <a:pt x="1902" y="1055"/>
                      <a:pt x="1835" y="988"/>
                      <a:pt x="1735" y="988"/>
                    </a:cubicBezTo>
                    <a:lnTo>
                      <a:pt x="1102" y="988"/>
                    </a:lnTo>
                    <a:cubicBezTo>
                      <a:pt x="1002" y="988"/>
                      <a:pt x="935" y="1055"/>
                      <a:pt x="935" y="1155"/>
                    </a:cubicBezTo>
                    <a:cubicBezTo>
                      <a:pt x="935" y="1255"/>
                      <a:pt x="1002" y="1322"/>
                      <a:pt x="1102" y="1355"/>
                    </a:cubicBezTo>
                    <a:lnTo>
                      <a:pt x="1569" y="1355"/>
                    </a:lnTo>
                    <a:lnTo>
                      <a:pt x="1569" y="1755"/>
                    </a:lnTo>
                    <a:cubicBezTo>
                      <a:pt x="1435" y="1822"/>
                      <a:pt x="1268" y="1856"/>
                      <a:pt x="1135" y="1889"/>
                    </a:cubicBezTo>
                    <a:cubicBezTo>
                      <a:pt x="935" y="1889"/>
                      <a:pt x="735" y="1789"/>
                      <a:pt x="568" y="1655"/>
                    </a:cubicBezTo>
                    <a:cubicBezTo>
                      <a:pt x="268" y="1355"/>
                      <a:pt x="268" y="855"/>
                      <a:pt x="568" y="588"/>
                    </a:cubicBezTo>
                    <a:cubicBezTo>
                      <a:pt x="735" y="421"/>
                      <a:pt x="935" y="354"/>
                      <a:pt x="1135" y="354"/>
                    </a:cubicBezTo>
                    <a:cubicBezTo>
                      <a:pt x="1302" y="354"/>
                      <a:pt x="1469" y="421"/>
                      <a:pt x="1635" y="521"/>
                    </a:cubicBezTo>
                    <a:cubicBezTo>
                      <a:pt x="1661" y="547"/>
                      <a:pt x="1691" y="558"/>
                      <a:pt x="1723" y="558"/>
                    </a:cubicBezTo>
                    <a:cubicBezTo>
                      <a:pt x="1774" y="558"/>
                      <a:pt x="1828" y="529"/>
                      <a:pt x="1869" y="488"/>
                    </a:cubicBezTo>
                    <a:cubicBezTo>
                      <a:pt x="1936" y="421"/>
                      <a:pt x="1902" y="288"/>
                      <a:pt x="1835" y="254"/>
                    </a:cubicBezTo>
                    <a:cubicBezTo>
                      <a:pt x="1621" y="79"/>
                      <a:pt x="1375" y="0"/>
                      <a:pt x="11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334;p24">
                <a:extLst>
                  <a:ext uri="{FF2B5EF4-FFF2-40B4-BE49-F238E27FC236}">
                    <a16:creationId xmlns:a16="http://schemas.microsoft.com/office/drawing/2014/main" id="{86B6D022-99E7-F360-99A5-936AD0F468FA}"/>
                  </a:ext>
                </a:extLst>
              </p:cNvPr>
              <p:cNvSpPr/>
              <p:nvPr/>
            </p:nvSpPr>
            <p:spPr>
              <a:xfrm>
                <a:off x="6041397" y="3518620"/>
                <a:ext cx="38326" cy="40048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1535" extrusionOk="0">
                    <a:moveTo>
                      <a:pt x="735" y="334"/>
                    </a:moveTo>
                    <a:cubicBezTo>
                      <a:pt x="868" y="334"/>
                      <a:pt x="968" y="367"/>
                      <a:pt x="1035" y="467"/>
                    </a:cubicBezTo>
                    <a:cubicBezTo>
                      <a:pt x="1102" y="534"/>
                      <a:pt x="1135" y="634"/>
                      <a:pt x="1135" y="767"/>
                    </a:cubicBezTo>
                    <a:cubicBezTo>
                      <a:pt x="1135" y="901"/>
                      <a:pt x="1102" y="1001"/>
                      <a:pt x="1035" y="1101"/>
                    </a:cubicBezTo>
                    <a:cubicBezTo>
                      <a:pt x="935" y="1168"/>
                      <a:pt x="835" y="1201"/>
                      <a:pt x="735" y="1201"/>
                    </a:cubicBezTo>
                    <a:cubicBezTo>
                      <a:pt x="635" y="1201"/>
                      <a:pt x="535" y="1168"/>
                      <a:pt x="468" y="1101"/>
                    </a:cubicBezTo>
                    <a:cubicBezTo>
                      <a:pt x="368" y="1001"/>
                      <a:pt x="334" y="901"/>
                      <a:pt x="334" y="767"/>
                    </a:cubicBezTo>
                    <a:cubicBezTo>
                      <a:pt x="334" y="634"/>
                      <a:pt x="368" y="534"/>
                      <a:pt x="468" y="467"/>
                    </a:cubicBezTo>
                    <a:cubicBezTo>
                      <a:pt x="535" y="367"/>
                      <a:pt x="635" y="334"/>
                      <a:pt x="735" y="334"/>
                    </a:cubicBezTo>
                    <a:close/>
                    <a:moveTo>
                      <a:pt x="735" y="0"/>
                    </a:moveTo>
                    <a:cubicBezTo>
                      <a:pt x="535" y="0"/>
                      <a:pt x="334" y="67"/>
                      <a:pt x="201" y="234"/>
                    </a:cubicBezTo>
                    <a:cubicBezTo>
                      <a:pt x="68" y="367"/>
                      <a:pt x="1" y="567"/>
                      <a:pt x="1" y="767"/>
                    </a:cubicBezTo>
                    <a:cubicBezTo>
                      <a:pt x="1" y="967"/>
                      <a:pt x="68" y="1168"/>
                      <a:pt x="201" y="1301"/>
                    </a:cubicBezTo>
                    <a:cubicBezTo>
                      <a:pt x="334" y="1468"/>
                      <a:pt x="535" y="1534"/>
                      <a:pt x="735" y="1534"/>
                    </a:cubicBezTo>
                    <a:cubicBezTo>
                      <a:pt x="868" y="1534"/>
                      <a:pt x="1035" y="1501"/>
                      <a:pt x="1168" y="1401"/>
                    </a:cubicBezTo>
                    <a:cubicBezTo>
                      <a:pt x="1168" y="1468"/>
                      <a:pt x="1235" y="1534"/>
                      <a:pt x="1302" y="1534"/>
                    </a:cubicBezTo>
                    <a:cubicBezTo>
                      <a:pt x="1402" y="1534"/>
                      <a:pt x="1469" y="1468"/>
                      <a:pt x="1469" y="1368"/>
                    </a:cubicBezTo>
                    <a:lnTo>
                      <a:pt x="1469" y="767"/>
                    </a:lnTo>
                    <a:lnTo>
                      <a:pt x="1469" y="167"/>
                    </a:lnTo>
                    <a:cubicBezTo>
                      <a:pt x="1469" y="67"/>
                      <a:pt x="1402" y="0"/>
                      <a:pt x="1302" y="0"/>
                    </a:cubicBezTo>
                    <a:cubicBezTo>
                      <a:pt x="1235" y="0"/>
                      <a:pt x="1168" y="67"/>
                      <a:pt x="1168" y="133"/>
                    </a:cubicBezTo>
                    <a:cubicBezTo>
                      <a:pt x="1035" y="33"/>
                      <a:pt x="902" y="0"/>
                      <a:pt x="73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335;p24">
                <a:extLst>
                  <a:ext uri="{FF2B5EF4-FFF2-40B4-BE49-F238E27FC236}">
                    <a16:creationId xmlns:a16="http://schemas.microsoft.com/office/drawing/2014/main" id="{6FA07131-EA3C-19A6-C566-352BB32B2FF3}"/>
                  </a:ext>
                </a:extLst>
              </p:cNvPr>
              <p:cNvSpPr/>
              <p:nvPr/>
            </p:nvSpPr>
            <p:spPr>
              <a:xfrm>
                <a:off x="6096236" y="3502497"/>
                <a:ext cx="42553" cy="5638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161" extrusionOk="0">
                    <a:moveTo>
                      <a:pt x="734" y="952"/>
                    </a:moveTo>
                    <a:cubicBezTo>
                      <a:pt x="834" y="952"/>
                      <a:pt x="934" y="985"/>
                      <a:pt x="1034" y="1085"/>
                    </a:cubicBezTo>
                    <a:cubicBezTo>
                      <a:pt x="1201" y="1252"/>
                      <a:pt x="1201" y="1519"/>
                      <a:pt x="1034" y="1685"/>
                    </a:cubicBezTo>
                    <a:cubicBezTo>
                      <a:pt x="934" y="1786"/>
                      <a:pt x="834" y="1819"/>
                      <a:pt x="734" y="1819"/>
                    </a:cubicBezTo>
                    <a:cubicBezTo>
                      <a:pt x="634" y="1819"/>
                      <a:pt x="534" y="1786"/>
                      <a:pt x="434" y="1685"/>
                    </a:cubicBezTo>
                    <a:cubicBezTo>
                      <a:pt x="367" y="1619"/>
                      <a:pt x="334" y="1485"/>
                      <a:pt x="334" y="1385"/>
                    </a:cubicBezTo>
                    <a:cubicBezTo>
                      <a:pt x="334" y="1285"/>
                      <a:pt x="367" y="1152"/>
                      <a:pt x="434" y="1085"/>
                    </a:cubicBezTo>
                    <a:cubicBezTo>
                      <a:pt x="534" y="985"/>
                      <a:pt x="634" y="952"/>
                      <a:pt x="734" y="952"/>
                    </a:cubicBezTo>
                    <a:close/>
                    <a:moveTo>
                      <a:pt x="167" y="1"/>
                    </a:moveTo>
                    <a:cubicBezTo>
                      <a:pt x="84" y="1"/>
                      <a:pt x="0" y="51"/>
                      <a:pt x="0" y="151"/>
                    </a:cubicBezTo>
                    <a:lnTo>
                      <a:pt x="0" y="1385"/>
                    </a:lnTo>
                    <a:lnTo>
                      <a:pt x="0" y="1986"/>
                    </a:lnTo>
                    <a:cubicBezTo>
                      <a:pt x="0" y="2094"/>
                      <a:pt x="79" y="2153"/>
                      <a:pt x="161" y="2153"/>
                    </a:cubicBezTo>
                    <a:cubicBezTo>
                      <a:pt x="231" y="2153"/>
                      <a:pt x="303" y="2111"/>
                      <a:pt x="334" y="2019"/>
                    </a:cubicBezTo>
                    <a:cubicBezTo>
                      <a:pt x="473" y="2115"/>
                      <a:pt x="629" y="2160"/>
                      <a:pt x="782" y="2160"/>
                    </a:cubicBezTo>
                    <a:cubicBezTo>
                      <a:pt x="1105" y="2160"/>
                      <a:pt x="1411" y="1959"/>
                      <a:pt x="1501" y="1619"/>
                    </a:cubicBezTo>
                    <a:cubicBezTo>
                      <a:pt x="1631" y="1102"/>
                      <a:pt x="1291" y="616"/>
                      <a:pt x="785" y="616"/>
                    </a:cubicBezTo>
                    <a:cubicBezTo>
                      <a:pt x="768" y="616"/>
                      <a:pt x="751" y="617"/>
                      <a:pt x="734" y="618"/>
                    </a:cubicBezTo>
                    <a:cubicBezTo>
                      <a:pt x="601" y="618"/>
                      <a:pt x="434" y="651"/>
                      <a:pt x="334" y="751"/>
                    </a:cubicBezTo>
                    <a:lnTo>
                      <a:pt x="334" y="151"/>
                    </a:lnTo>
                    <a:cubicBezTo>
                      <a:pt x="334" y="51"/>
                      <a:pt x="251" y="1"/>
                      <a:pt x="1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336;p24">
                <a:extLst>
                  <a:ext uri="{FF2B5EF4-FFF2-40B4-BE49-F238E27FC236}">
                    <a16:creationId xmlns:a16="http://schemas.microsoft.com/office/drawing/2014/main" id="{F686A6CC-7F44-5C6B-8BCB-39576780D043}"/>
                  </a:ext>
                </a:extLst>
              </p:cNvPr>
              <p:cNvSpPr/>
              <p:nvPr/>
            </p:nvSpPr>
            <p:spPr>
              <a:xfrm>
                <a:off x="6143223" y="3518620"/>
                <a:ext cx="33969" cy="53980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2069" extrusionOk="0">
                    <a:moveTo>
                      <a:pt x="167" y="0"/>
                    </a:moveTo>
                    <a:cubicBezTo>
                      <a:pt x="101" y="0"/>
                      <a:pt x="34" y="67"/>
                      <a:pt x="34" y="167"/>
                    </a:cubicBezTo>
                    <a:lnTo>
                      <a:pt x="34" y="901"/>
                    </a:lnTo>
                    <a:cubicBezTo>
                      <a:pt x="1" y="1234"/>
                      <a:pt x="301" y="1534"/>
                      <a:pt x="668" y="1534"/>
                    </a:cubicBezTo>
                    <a:cubicBezTo>
                      <a:pt x="768" y="1534"/>
                      <a:pt x="868" y="1501"/>
                      <a:pt x="968" y="1468"/>
                    </a:cubicBezTo>
                    <a:lnTo>
                      <a:pt x="968" y="1468"/>
                    </a:lnTo>
                    <a:cubicBezTo>
                      <a:pt x="901" y="1635"/>
                      <a:pt x="735" y="1735"/>
                      <a:pt x="568" y="1735"/>
                    </a:cubicBezTo>
                    <a:cubicBezTo>
                      <a:pt x="501" y="1735"/>
                      <a:pt x="434" y="1735"/>
                      <a:pt x="401" y="1701"/>
                    </a:cubicBezTo>
                    <a:cubicBezTo>
                      <a:pt x="374" y="1692"/>
                      <a:pt x="347" y="1688"/>
                      <a:pt x="322" y="1688"/>
                    </a:cubicBezTo>
                    <a:cubicBezTo>
                      <a:pt x="252" y="1688"/>
                      <a:pt x="192" y="1719"/>
                      <a:pt x="167" y="1768"/>
                    </a:cubicBezTo>
                    <a:cubicBezTo>
                      <a:pt x="134" y="1835"/>
                      <a:pt x="167" y="1935"/>
                      <a:pt x="268" y="2001"/>
                    </a:cubicBezTo>
                    <a:cubicBezTo>
                      <a:pt x="368" y="2035"/>
                      <a:pt x="468" y="2068"/>
                      <a:pt x="568" y="2068"/>
                    </a:cubicBezTo>
                    <a:cubicBezTo>
                      <a:pt x="968" y="2068"/>
                      <a:pt x="1302" y="1735"/>
                      <a:pt x="1302" y="1334"/>
                    </a:cubicBezTo>
                    <a:lnTo>
                      <a:pt x="1302" y="167"/>
                    </a:lnTo>
                    <a:cubicBezTo>
                      <a:pt x="1302" y="67"/>
                      <a:pt x="1235" y="0"/>
                      <a:pt x="1135" y="0"/>
                    </a:cubicBezTo>
                    <a:cubicBezTo>
                      <a:pt x="1068" y="0"/>
                      <a:pt x="968" y="67"/>
                      <a:pt x="968" y="167"/>
                    </a:cubicBezTo>
                    <a:lnTo>
                      <a:pt x="968" y="901"/>
                    </a:lnTo>
                    <a:cubicBezTo>
                      <a:pt x="985" y="1101"/>
                      <a:pt x="826" y="1201"/>
                      <a:pt x="664" y="1201"/>
                    </a:cubicBezTo>
                    <a:cubicBezTo>
                      <a:pt x="501" y="1201"/>
                      <a:pt x="334" y="1101"/>
                      <a:pt x="334" y="901"/>
                    </a:cubicBezTo>
                    <a:lnTo>
                      <a:pt x="334" y="167"/>
                    </a:lnTo>
                    <a:cubicBezTo>
                      <a:pt x="334" y="67"/>
                      <a:pt x="268" y="0"/>
                      <a:pt x="1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337;p24">
                <a:extLst>
                  <a:ext uri="{FF2B5EF4-FFF2-40B4-BE49-F238E27FC236}">
                    <a16:creationId xmlns:a16="http://schemas.microsoft.com/office/drawing/2014/main" id="{8F0715D7-7642-0CD1-8897-23494FA0CD0A}"/>
                  </a:ext>
                </a:extLst>
              </p:cNvPr>
              <p:cNvSpPr/>
              <p:nvPr/>
            </p:nvSpPr>
            <p:spPr>
              <a:xfrm>
                <a:off x="6184991" y="3563858"/>
                <a:ext cx="56615" cy="7853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301" extrusionOk="0">
                    <a:moveTo>
                      <a:pt x="134" y="1"/>
                    </a:moveTo>
                    <a:cubicBezTo>
                      <a:pt x="68" y="1"/>
                      <a:pt x="1" y="67"/>
                      <a:pt x="1" y="167"/>
                    </a:cubicBezTo>
                    <a:cubicBezTo>
                      <a:pt x="1" y="234"/>
                      <a:pt x="68" y="301"/>
                      <a:pt x="134" y="301"/>
                    </a:cubicBezTo>
                    <a:lnTo>
                      <a:pt x="2002" y="301"/>
                    </a:lnTo>
                    <a:cubicBezTo>
                      <a:pt x="2102" y="301"/>
                      <a:pt x="2169" y="234"/>
                      <a:pt x="2169" y="167"/>
                    </a:cubicBezTo>
                    <a:cubicBezTo>
                      <a:pt x="2169" y="67"/>
                      <a:pt x="2102" y="1"/>
                      <a:pt x="200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338;p24">
                <a:extLst>
                  <a:ext uri="{FF2B5EF4-FFF2-40B4-BE49-F238E27FC236}">
                    <a16:creationId xmlns:a16="http://schemas.microsoft.com/office/drawing/2014/main" id="{D246217D-AFAC-643A-5C3A-7BCEF03ABD21}"/>
                  </a:ext>
                </a:extLst>
              </p:cNvPr>
              <p:cNvSpPr/>
              <p:nvPr/>
            </p:nvSpPr>
            <p:spPr>
              <a:xfrm>
                <a:off x="6240691" y="3503802"/>
                <a:ext cx="35717" cy="54867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103" extrusionOk="0">
                    <a:moveTo>
                      <a:pt x="201" y="1"/>
                    </a:moveTo>
                    <a:cubicBezTo>
                      <a:pt x="167" y="34"/>
                      <a:pt x="134" y="68"/>
                      <a:pt x="101" y="134"/>
                    </a:cubicBezTo>
                    <a:lnTo>
                      <a:pt x="34" y="935"/>
                    </a:lnTo>
                    <a:cubicBezTo>
                      <a:pt x="34" y="935"/>
                      <a:pt x="34" y="968"/>
                      <a:pt x="34" y="968"/>
                    </a:cubicBezTo>
                    <a:lnTo>
                      <a:pt x="34" y="1002"/>
                    </a:lnTo>
                    <a:lnTo>
                      <a:pt x="67" y="1035"/>
                    </a:lnTo>
                    <a:cubicBezTo>
                      <a:pt x="101" y="1068"/>
                      <a:pt x="142" y="1085"/>
                      <a:pt x="184" y="1085"/>
                    </a:cubicBezTo>
                    <a:cubicBezTo>
                      <a:pt x="226" y="1085"/>
                      <a:pt x="268" y="1068"/>
                      <a:pt x="301" y="1035"/>
                    </a:cubicBezTo>
                    <a:cubicBezTo>
                      <a:pt x="368" y="968"/>
                      <a:pt x="501" y="935"/>
                      <a:pt x="601" y="935"/>
                    </a:cubicBezTo>
                    <a:cubicBezTo>
                      <a:pt x="701" y="935"/>
                      <a:pt x="835" y="968"/>
                      <a:pt x="901" y="1035"/>
                    </a:cubicBezTo>
                    <a:cubicBezTo>
                      <a:pt x="968" y="1135"/>
                      <a:pt x="1035" y="1235"/>
                      <a:pt x="1035" y="1335"/>
                    </a:cubicBezTo>
                    <a:cubicBezTo>
                      <a:pt x="1001" y="1435"/>
                      <a:pt x="968" y="1569"/>
                      <a:pt x="901" y="1635"/>
                    </a:cubicBezTo>
                    <a:cubicBezTo>
                      <a:pt x="818" y="1719"/>
                      <a:pt x="710" y="1761"/>
                      <a:pt x="601" y="1761"/>
                    </a:cubicBezTo>
                    <a:cubicBezTo>
                      <a:pt x="493" y="1761"/>
                      <a:pt x="384" y="1719"/>
                      <a:pt x="301" y="1635"/>
                    </a:cubicBezTo>
                    <a:cubicBezTo>
                      <a:pt x="268" y="1602"/>
                      <a:pt x="226" y="1585"/>
                      <a:pt x="184" y="1585"/>
                    </a:cubicBezTo>
                    <a:cubicBezTo>
                      <a:pt x="142" y="1585"/>
                      <a:pt x="101" y="1602"/>
                      <a:pt x="67" y="1635"/>
                    </a:cubicBezTo>
                    <a:cubicBezTo>
                      <a:pt x="1" y="1702"/>
                      <a:pt x="1" y="1802"/>
                      <a:pt x="67" y="1869"/>
                    </a:cubicBezTo>
                    <a:cubicBezTo>
                      <a:pt x="201" y="2036"/>
                      <a:pt x="401" y="2102"/>
                      <a:pt x="601" y="2102"/>
                    </a:cubicBezTo>
                    <a:cubicBezTo>
                      <a:pt x="1035" y="2102"/>
                      <a:pt x="1368" y="1769"/>
                      <a:pt x="1368" y="1335"/>
                    </a:cubicBezTo>
                    <a:cubicBezTo>
                      <a:pt x="1368" y="1135"/>
                      <a:pt x="1268" y="935"/>
                      <a:pt x="1135" y="802"/>
                    </a:cubicBezTo>
                    <a:cubicBezTo>
                      <a:pt x="1024" y="691"/>
                      <a:pt x="868" y="626"/>
                      <a:pt x="723" y="626"/>
                    </a:cubicBezTo>
                    <a:cubicBezTo>
                      <a:pt x="693" y="626"/>
                      <a:pt x="663" y="629"/>
                      <a:pt x="634" y="635"/>
                    </a:cubicBezTo>
                    <a:cubicBezTo>
                      <a:pt x="534" y="635"/>
                      <a:pt x="468" y="635"/>
                      <a:pt x="401" y="668"/>
                    </a:cubicBezTo>
                    <a:lnTo>
                      <a:pt x="468" y="335"/>
                    </a:lnTo>
                    <a:lnTo>
                      <a:pt x="1202" y="335"/>
                    </a:lnTo>
                    <a:cubicBezTo>
                      <a:pt x="1302" y="335"/>
                      <a:pt x="1368" y="268"/>
                      <a:pt x="1368" y="168"/>
                    </a:cubicBezTo>
                    <a:cubicBezTo>
                      <a:pt x="1368" y="68"/>
                      <a:pt x="1302" y="1"/>
                      <a:pt x="120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339;p24">
                <a:extLst>
                  <a:ext uri="{FF2B5EF4-FFF2-40B4-BE49-F238E27FC236}">
                    <a16:creationId xmlns:a16="http://schemas.microsoft.com/office/drawing/2014/main" id="{AB996EE4-91E6-4FBE-7613-E8B3DD52ABA0}"/>
                  </a:ext>
                </a:extLst>
              </p:cNvPr>
              <p:cNvSpPr/>
              <p:nvPr/>
            </p:nvSpPr>
            <p:spPr>
              <a:xfrm>
                <a:off x="5965687" y="3598661"/>
                <a:ext cx="89671" cy="76705"/>
              </a:xfrm>
              <a:custGeom>
                <a:avLst/>
                <a:gdLst/>
                <a:ahLst/>
                <a:cxnLst/>
                <a:rect l="l" t="t" r="r" b="b"/>
                <a:pathLst>
                  <a:path w="3437" h="2940" extrusionOk="0">
                    <a:moveTo>
                      <a:pt x="1969" y="1"/>
                    </a:moveTo>
                    <a:cubicBezTo>
                      <a:pt x="635" y="1"/>
                      <a:pt x="1" y="1569"/>
                      <a:pt x="935" y="2503"/>
                    </a:cubicBezTo>
                    <a:cubicBezTo>
                      <a:pt x="1226" y="2805"/>
                      <a:pt x="1590" y="2939"/>
                      <a:pt x="1950" y="2939"/>
                    </a:cubicBezTo>
                    <a:cubicBezTo>
                      <a:pt x="2703" y="2939"/>
                      <a:pt x="3437" y="2349"/>
                      <a:pt x="3437" y="1469"/>
                    </a:cubicBezTo>
                    <a:cubicBezTo>
                      <a:pt x="3437" y="668"/>
                      <a:pt x="2769" y="1"/>
                      <a:pt x="1969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340;p24">
                <a:extLst>
                  <a:ext uri="{FF2B5EF4-FFF2-40B4-BE49-F238E27FC236}">
                    <a16:creationId xmlns:a16="http://schemas.microsoft.com/office/drawing/2014/main" id="{0384B31E-C929-542F-4D7E-79C3E828D3B6}"/>
                  </a:ext>
                </a:extLst>
              </p:cNvPr>
              <p:cNvSpPr/>
              <p:nvPr/>
            </p:nvSpPr>
            <p:spPr>
              <a:xfrm>
                <a:off x="5978757" y="3616950"/>
                <a:ext cx="32221" cy="27003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035" extrusionOk="0">
                    <a:moveTo>
                      <a:pt x="300" y="0"/>
                    </a:moveTo>
                    <a:cubicBezTo>
                      <a:pt x="100" y="0"/>
                      <a:pt x="0" y="301"/>
                      <a:pt x="167" y="567"/>
                    </a:cubicBezTo>
                    <a:cubicBezTo>
                      <a:pt x="267" y="734"/>
                      <a:pt x="434" y="901"/>
                      <a:pt x="634" y="1034"/>
                    </a:cubicBezTo>
                    <a:cubicBezTo>
                      <a:pt x="801" y="901"/>
                      <a:pt x="968" y="734"/>
                      <a:pt x="1068" y="567"/>
                    </a:cubicBezTo>
                    <a:cubicBezTo>
                      <a:pt x="1234" y="267"/>
                      <a:pt x="1168" y="0"/>
                      <a:pt x="934" y="0"/>
                    </a:cubicBezTo>
                    <a:cubicBezTo>
                      <a:pt x="701" y="0"/>
                      <a:pt x="634" y="301"/>
                      <a:pt x="634" y="301"/>
                    </a:cubicBezTo>
                    <a:cubicBezTo>
                      <a:pt x="634" y="301"/>
                      <a:pt x="534" y="0"/>
                      <a:pt x="300" y="0"/>
                    </a:cubicBezTo>
                    <a:close/>
                  </a:path>
                </a:pathLst>
              </a:custGeom>
              <a:solidFill>
                <a:srgbClr val="DD6A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341;p24">
                <a:extLst>
                  <a:ext uri="{FF2B5EF4-FFF2-40B4-BE49-F238E27FC236}">
                    <a16:creationId xmlns:a16="http://schemas.microsoft.com/office/drawing/2014/main" id="{1C058267-2A31-0C1E-79E3-E8BAA514B95F}"/>
                  </a:ext>
                </a:extLst>
              </p:cNvPr>
              <p:cNvSpPr/>
              <p:nvPr/>
            </p:nvSpPr>
            <p:spPr>
              <a:xfrm>
                <a:off x="6023135" y="3616950"/>
                <a:ext cx="31360" cy="27003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035" extrusionOk="0">
                    <a:moveTo>
                      <a:pt x="301" y="0"/>
                    </a:moveTo>
                    <a:cubicBezTo>
                      <a:pt x="67" y="0"/>
                      <a:pt x="0" y="301"/>
                      <a:pt x="134" y="567"/>
                    </a:cubicBezTo>
                    <a:cubicBezTo>
                      <a:pt x="267" y="734"/>
                      <a:pt x="434" y="901"/>
                      <a:pt x="601" y="1034"/>
                    </a:cubicBezTo>
                    <a:cubicBezTo>
                      <a:pt x="768" y="901"/>
                      <a:pt x="934" y="734"/>
                      <a:pt x="1068" y="567"/>
                    </a:cubicBezTo>
                    <a:cubicBezTo>
                      <a:pt x="1201" y="267"/>
                      <a:pt x="1168" y="0"/>
                      <a:pt x="901" y="0"/>
                    </a:cubicBezTo>
                    <a:cubicBezTo>
                      <a:pt x="668" y="0"/>
                      <a:pt x="601" y="301"/>
                      <a:pt x="601" y="301"/>
                    </a:cubicBezTo>
                    <a:cubicBezTo>
                      <a:pt x="601" y="301"/>
                      <a:pt x="534" y="0"/>
                      <a:pt x="301" y="0"/>
                    </a:cubicBezTo>
                    <a:close/>
                  </a:path>
                </a:pathLst>
              </a:custGeom>
              <a:solidFill>
                <a:srgbClr val="DD6A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342;p24">
                <a:extLst>
                  <a:ext uri="{FF2B5EF4-FFF2-40B4-BE49-F238E27FC236}">
                    <a16:creationId xmlns:a16="http://schemas.microsoft.com/office/drawing/2014/main" id="{EAFD16D1-DC98-F249-FC23-399FC30F08A0}"/>
                  </a:ext>
                </a:extLst>
              </p:cNvPr>
              <p:cNvSpPr/>
              <p:nvPr/>
            </p:nvSpPr>
            <p:spPr>
              <a:xfrm>
                <a:off x="6006594" y="3636960"/>
                <a:ext cx="20037" cy="7853"/>
              </a:xfrm>
              <a:custGeom>
                <a:avLst/>
                <a:gdLst/>
                <a:ahLst/>
                <a:cxnLst/>
                <a:rect l="l" t="t" r="r" b="b"/>
                <a:pathLst>
                  <a:path w="768" h="301" extrusionOk="0">
                    <a:moveTo>
                      <a:pt x="1" y="1"/>
                    </a:moveTo>
                    <a:cubicBezTo>
                      <a:pt x="51" y="201"/>
                      <a:pt x="217" y="301"/>
                      <a:pt x="384" y="301"/>
                    </a:cubicBezTo>
                    <a:cubicBezTo>
                      <a:pt x="551" y="301"/>
                      <a:pt x="718" y="201"/>
                      <a:pt x="7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343;p24">
                <a:extLst>
                  <a:ext uri="{FF2B5EF4-FFF2-40B4-BE49-F238E27FC236}">
                    <a16:creationId xmlns:a16="http://schemas.microsoft.com/office/drawing/2014/main" id="{3CCCA240-C835-DFF2-4A8E-6A24DB9E3BEE}"/>
                  </a:ext>
                </a:extLst>
              </p:cNvPr>
              <p:cNvSpPr/>
              <p:nvPr/>
            </p:nvSpPr>
            <p:spPr>
              <a:xfrm>
                <a:off x="6064042" y="3598661"/>
                <a:ext cx="89645" cy="76705"/>
              </a:xfrm>
              <a:custGeom>
                <a:avLst/>
                <a:gdLst/>
                <a:ahLst/>
                <a:cxnLst/>
                <a:rect l="l" t="t" r="r" b="b"/>
                <a:pathLst>
                  <a:path w="3436" h="2940" extrusionOk="0">
                    <a:moveTo>
                      <a:pt x="1968" y="1"/>
                    </a:moveTo>
                    <a:cubicBezTo>
                      <a:pt x="634" y="1"/>
                      <a:pt x="0" y="1569"/>
                      <a:pt x="901" y="2503"/>
                    </a:cubicBezTo>
                    <a:cubicBezTo>
                      <a:pt x="1203" y="2805"/>
                      <a:pt x="1574" y="2939"/>
                      <a:pt x="1939" y="2939"/>
                    </a:cubicBezTo>
                    <a:cubicBezTo>
                      <a:pt x="2703" y="2939"/>
                      <a:pt x="3436" y="2349"/>
                      <a:pt x="3436" y="1469"/>
                    </a:cubicBezTo>
                    <a:cubicBezTo>
                      <a:pt x="3436" y="668"/>
                      <a:pt x="2769" y="1"/>
                      <a:pt x="1968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344;p24">
                <a:extLst>
                  <a:ext uri="{FF2B5EF4-FFF2-40B4-BE49-F238E27FC236}">
                    <a16:creationId xmlns:a16="http://schemas.microsoft.com/office/drawing/2014/main" id="{4C002979-862A-C3C7-5524-0BA1738E9C02}"/>
                  </a:ext>
                </a:extLst>
              </p:cNvPr>
              <p:cNvSpPr/>
              <p:nvPr/>
            </p:nvSpPr>
            <p:spPr>
              <a:xfrm>
                <a:off x="6077087" y="3616950"/>
                <a:ext cx="32221" cy="27003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035" extrusionOk="0">
                    <a:moveTo>
                      <a:pt x="301" y="0"/>
                    </a:moveTo>
                    <a:cubicBezTo>
                      <a:pt x="101" y="0"/>
                      <a:pt x="1" y="301"/>
                      <a:pt x="167" y="567"/>
                    </a:cubicBezTo>
                    <a:cubicBezTo>
                      <a:pt x="267" y="734"/>
                      <a:pt x="434" y="901"/>
                      <a:pt x="634" y="1034"/>
                    </a:cubicBezTo>
                    <a:cubicBezTo>
                      <a:pt x="801" y="901"/>
                      <a:pt x="968" y="734"/>
                      <a:pt x="1068" y="567"/>
                    </a:cubicBezTo>
                    <a:cubicBezTo>
                      <a:pt x="1235" y="267"/>
                      <a:pt x="1168" y="0"/>
                      <a:pt x="935" y="0"/>
                    </a:cubicBezTo>
                    <a:cubicBezTo>
                      <a:pt x="668" y="0"/>
                      <a:pt x="634" y="301"/>
                      <a:pt x="634" y="301"/>
                    </a:cubicBezTo>
                    <a:cubicBezTo>
                      <a:pt x="634" y="301"/>
                      <a:pt x="534" y="0"/>
                      <a:pt x="301" y="0"/>
                    </a:cubicBezTo>
                    <a:close/>
                  </a:path>
                </a:pathLst>
              </a:custGeom>
              <a:solidFill>
                <a:srgbClr val="DD6A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345;p24">
                <a:extLst>
                  <a:ext uri="{FF2B5EF4-FFF2-40B4-BE49-F238E27FC236}">
                    <a16:creationId xmlns:a16="http://schemas.microsoft.com/office/drawing/2014/main" id="{2CCC350F-3C13-400C-C439-DB916AC46287}"/>
                  </a:ext>
                </a:extLst>
              </p:cNvPr>
              <p:cNvSpPr/>
              <p:nvPr/>
            </p:nvSpPr>
            <p:spPr>
              <a:xfrm>
                <a:off x="6121464" y="3616950"/>
                <a:ext cx="31360" cy="27003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035" extrusionOk="0">
                    <a:moveTo>
                      <a:pt x="301" y="0"/>
                    </a:moveTo>
                    <a:cubicBezTo>
                      <a:pt x="67" y="0"/>
                      <a:pt x="1" y="301"/>
                      <a:pt x="134" y="567"/>
                    </a:cubicBezTo>
                    <a:cubicBezTo>
                      <a:pt x="268" y="734"/>
                      <a:pt x="434" y="901"/>
                      <a:pt x="601" y="1034"/>
                    </a:cubicBezTo>
                    <a:cubicBezTo>
                      <a:pt x="768" y="901"/>
                      <a:pt x="935" y="734"/>
                      <a:pt x="1068" y="567"/>
                    </a:cubicBezTo>
                    <a:cubicBezTo>
                      <a:pt x="1202" y="267"/>
                      <a:pt x="1135" y="0"/>
                      <a:pt x="901" y="0"/>
                    </a:cubicBezTo>
                    <a:cubicBezTo>
                      <a:pt x="668" y="0"/>
                      <a:pt x="601" y="301"/>
                      <a:pt x="601" y="301"/>
                    </a:cubicBezTo>
                    <a:cubicBezTo>
                      <a:pt x="601" y="301"/>
                      <a:pt x="501" y="0"/>
                      <a:pt x="301" y="0"/>
                    </a:cubicBezTo>
                    <a:close/>
                  </a:path>
                </a:pathLst>
              </a:custGeom>
              <a:solidFill>
                <a:srgbClr val="DD6A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346;p24">
                <a:extLst>
                  <a:ext uri="{FF2B5EF4-FFF2-40B4-BE49-F238E27FC236}">
                    <a16:creationId xmlns:a16="http://schemas.microsoft.com/office/drawing/2014/main" id="{FAFF6117-C168-7894-E566-0BA83D0F02A8}"/>
                  </a:ext>
                </a:extLst>
              </p:cNvPr>
              <p:cNvSpPr/>
              <p:nvPr/>
            </p:nvSpPr>
            <p:spPr>
              <a:xfrm>
                <a:off x="6104924" y="3636960"/>
                <a:ext cx="20063" cy="7853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" extrusionOk="0">
                    <a:moveTo>
                      <a:pt x="1" y="1"/>
                    </a:moveTo>
                    <a:cubicBezTo>
                      <a:pt x="51" y="201"/>
                      <a:pt x="218" y="301"/>
                      <a:pt x="385" y="301"/>
                    </a:cubicBezTo>
                    <a:cubicBezTo>
                      <a:pt x="551" y="301"/>
                      <a:pt x="718" y="201"/>
                      <a:pt x="7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347;p24">
                <a:extLst>
                  <a:ext uri="{FF2B5EF4-FFF2-40B4-BE49-F238E27FC236}">
                    <a16:creationId xmlns:a16="http://schemas.microsoft.com/office/drawing/2014/main" id="{44C6B812-E881-5318-D851-DBC9EE5C1EFF}"/>
                  </a:ext>
                </a:extLst>
              </p:cNvPr>
              <p:cNvSpPr/>
              <p:nvPr/>
            </p:nvSpPr>
            <p:spPr>
              <a:xfrm>
                <a:off x="5671585" y="3753056"/>
                <a:ext cx="259335" cy="221139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8476" extrusionOk="0">
                    <a:moveTo>
                      <a:pt x="4794" y="1"/>
                    </a:moveTo>
                    <a:cubicBezTo>
                      <a:pt x="2195" y="1"/>
                      <a:pt x="1" y="2456"/>
                      <a:pt x="666" y="5258"/>
                    </a:cubicBezTo>
                    <a:cubicBezTo>
                      <a:pt x="1151" y="7195"/>
                      <a:pt x="2900" y="8475"/>
                      <a:pt x="4813" y="8475"/>
                    </a:cubicBezTo>
                    <a:cubicBezTo>
                      <a:pt x="5140" y="8475"/>
                      <a:pt x="5472" y="8438"/>
                      <a:pt x="5803" y="8360"/>
                    </a:cubicBezTo>
                    <a:cubicBezTo>
                      <a:pt x="6204" y="8260"/>
                      <a:pt x="6637" y="8093"/>
                      <a:pt x="7004" y="7859"/>
                    </a:cubicBezTo>
                    <a:cubicBezTo>
                      <a:pt x="9940" y="6025"/>
                      <a:pt x="9606" y="1622"/>
                      <a:pt x="6404" y="321"/>
                    </a:cubicBezTo>
                    <a:cubicBezTo>
                      <a:pt x="5864" y="101"/>
                      <a:pt x="5321" y="1"/>
                      <a:pt x="4794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348;p24">
                <a:extLst>
                  <a:ext uri="{FF2B5EF4-FFF2-40B4-BE49-F238E27FC236}">
                    <a16:creationId xmlns:a16="http://schemas.microsoft.com/office/drawing/2014/main" id="{F3E08022-1334-97DE-E5D4-80874CFD9282}"/>
                  </a:ext>
                </a:extLst>
              </p:cNvPr>
              <p:cNvSpPr/>
              <p:nvPr/>
            </p:nvSpPr>
            <p:spPr>
              <a:xfrm>
                <a:off x="5751600" y="3817940"/>
                <a:ext cx="78374" cy="66973"/>
              </a:xfrm>
              <a:custGeom>
                <a:avLst/>
                <a:gdLst/>
                <a:ahLst/>
                <a:cxnLst/>
                <a:rect l="l" t="t" r="r" b="b"/>
                <a:pathLst>
                  <a:path w="3004" h="2567" extrusionOk="0">
                    <a:moveTo>
                      <a:pt x="1760" y="1"/>
                    </a:moveTo>
                    <a:cubicBezTo>
                      <a:pt x="1741" y="1"/>
                      <a:pt x="1722" y="1"/>
                      <a:pt x="1702" y="2"/>
                    </a:cubicBezTo>
                    <a:cubicBezTo>
                      <a:pt x="568" y="2"/>
                      <a:pt x="1" y="1370"/>
                      <a:pt x="802" y="2170"/>
                    </a:cubicBezTo>
                    <a:cubicBezTo>
                      <a:pt x="1064" y="2444"/>
                      <a:pt x="1392" y="2567"/>
                      <a:pt x="1714" y="2567"/>
                    </a:cubicBezTo>
                    <a:cubicBezTo>
                      <a:pt x="2371" y="2567"/>
                      <a:pt x="3003" y="2054"/>
                      <a:pt x="3003" y="1269"/>
                    </a:cubicBezTo>
                    <a:cubicBezTo>
                      <a:pt x="3003" y="588"/>
                      <a:pt x="2466" y="1"/>
                      <a:pt x="1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349;p24">
                <a:extLst>
                  <a:ext uri="{FF2B5EF4-FFF2-40B4-BE49-F238E27FC236}">
                    <a16:creationId xmlns:a16="http://schemas.microsoft.com/office/drawing/2014/main" id="{A00D19EF-2A64-FB7D-2C6D-4B30E4BD45CF}"/>
                  </a:ext>
                </a:extLst>
              </p:cNvPr>
              <p:cNvSpPr/>
              <p:nvPr/>
            </p:nvSpPr>
            <p:spPr>
              <a:xfrm>
                <a:off x="5736808" y="3883240"/>
                <a:ext cx="119257" cy="90950"/>
              </a:xfrm>
              <a:custGeom>
                <a:avLst/>
                <a:gdLst/>
                <a:ahLst/>
                <a:cxnLst/>
                <a:rect l="l" t="t" r="r" b="b"/>
                <a:pathLst>
                  <a:path w="4571" h="3486" extrusionOk="0">
                    <a:moveTo>
                      <a:pt x="2269" y="1"/>
                    </a:moveTo>
                    <a:cubicBezTo>
                      <a:pt x="1002" y="1"/>
                      <a:pt x="1" y="1068"/>
                      <a:pt x="68" y="2336"/>
                    </a:cubicBezTo>
                    <a:lnTo>
                      <a:pt x="68" y="2836"/>
                    </a:lnTo>
                    <a:cubicBezTo>
                      <a:pt x="753" y="3261"/>
                      <a:pt x="1538" y="3486"/>
                      <a:pt x="2329" y="3486"/>
                    </a:cubicBezTo>
                    <a:cubicBezTo>
                      <a:pt x="2655" y="3486"/>
                      <a:pt x="2982" y="3448"/>
                      <a:pt x="3303" y="3370"/>
                    </a:cubicBezTo>
                    <a:cubicBezTo>
                      <a:pt x="3704" y="3270"/>
                      <a:pt x="4137" y="3103"/>
                      <a:pt x="4504" y="2869"/>
                    </a:cubicBezTo>
                    <a:lnTo>
                      <a:pt x="4504" y="2336"/>
                    </a:lnTo>
                    <a:cubicBezTo>
                      <a:pt x="4571" y="1068"/>
                      <a:pt x="3537" y="1"/>
                      <a:pt x="22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350;p24">
                <a:extLst>
                  <a:ext uri="{FF2B5EF4-FFF2-40B4-BE49-F238E27FC236}">
                    <a16:creationId xmlns:a16="http://schemas.microsoft.com/office/drawing/2014/main" id="{EE49F624-9543-6E3C-181B-F80875872316}"/>
                  </a:ext>
                </a:extLst>
              </p:cNvPr>
              <p:cNvSpPr/>
              <p:nvPr/>
            </p:nvSpPr>
            <p:spPr>
              <a:xfrm>
                <a:off x="5980479" y="3774475"/>
                <a:ext cx="41822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603" h="2169" extrusionOk="0">
                    <a:moveTo>
                      <a:pt x="701" y="367"/>
                    </a:moveTo>
                    <a:cubicBezTo>
                      <a:pt x="1135" y="367"/>
                      <a:pt x="1135" y="1001"/>
                      <a:pt x="701" y="1001"/>
                    </a:cubicBezTo>
                    <a:lnTo>
                      <a:pt x="334" y="1001"/>
                    </a:lnTo>
                    <a:lnTo>
                      <a:pt x="334" y="367"/>
                    </a:lnTo>
                    <a:close/>
                    <a:moveTo>
                      <a:pt x="168" y="0"/>
                    </a:moveTo>
                    <a:cubicBezTo>
                      <a:pt x="68" y="0"/>
                      <a:pt x="1" y="100"/>
                      <a:pt x="1" y="200"/>
                    </a:cubicBezTo>
                    <a:lnTo>
                      <a:pt x="1" y="2001"/>
                    </a:lnTo>
                    <a:cubicBezTo>
                      <a:pt x="1" y="2102"/>
                      <a:pt x="68" y="2168"/>
                      <a:pt x="168" y="2168"/>
                    </a:cubicBezTo>
                    <a:cubicBezTo>
                      <a:pt x="268" y="2168"/>
                      <a:pt x="334" y="2102"/>
                      <a:pt x="334" y="2001"/>
                    </a:cubicBezTo>
                    <a:lnTo>
                      <a:pt x="334" y="1334"/>
                    </a:lnTo>
                    <a:lnTo>
                      <a:pt x="701" y="1334"/>
                    </a:lnTo>
                    <a:cubicBezTo>
                      <a:pt x="1602" y="1334"/>
                      <a:pt x="1602" y="0"/>
                      <a:pt x="70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351;p24">
                <a:extLst>
                  <a:ext uri="{FF2B5EF4-FFF2-40B4-BE49-F238E27FC236}">
                    <a16:creationId xmlns:a16="http://schemas.microsoft.com/office/drawing/2014/main" id="{234FDD45-6462-14D0-C74A-A305B1D18BF3}"/>
                  </a:ext>
                </a:extLst>
              </p:cNvPr>
              <p:cNvSpPr/>
              <p:nvPr/>
            </p:nvSpPr>
            <p:spPr>
              <a:xfrm>
                <a:off x="6019639" y="3790990"/>
                <a:ext cx="40935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536" extrusionOk="0">
                    <a:moveTo>
                      <a:pt x="835" y="334"/>
                    </a:moveTo>
                    <a:cubicBezTo>
                      <a:pt x="935" y="334"/>
                      <a:pt x="1035" y="368"/>
                      <a:pt x="1135" y="468"/>
                    </a:cubicBezTo>
                    <a:cubicBezTo>
                      <a:pt x="1202" y="535"/>
                      <a:pt x="1235" y="668"/>
                      <a:pt x="1235" y="768"/>
                    </a:cubicBezTo>
                    <a:cubicBezTo>
                      <a:pt x="1235" y="901"/>
                      <a:pt x="1202" y="1002"/>
                      <a:pt x="1135" y="1102"/>
                    </a:cubicBezTo>
                    <a:cubicBezTo>
                      <a:pt x="1035" y="1168"/>
                      <a:pt x="935" y="1202"/>
                      <a:pt x="835" y="1202"/>
                    </a:cubicBezTo>
                    <a:cubicBezTo>
                      <a:pt x="735" y="1202"/>
                      <a:pt x="601" y="1168"/>
                      <a:pt x="535" y="1102"/>
                    </a:cubicBezTo>
                    <a:cubicBezTo>
                      <a:pt x="401" y="901"/>
                      <a:pt x="401" y="635"/>
                      <a:pt x="535" y="468"/>
                    </a:cubicBezTo>
                    <a:cubicBezTo>
                      <a:pt x="601" y="368"/>
                      <a:pt x="735" y="334"/>
                      <a:pt x="835" y="334"/>
                    </a:cubicBezTo>
                    <a:close/>
                    <a:moveTo>
                      <a:pt x="835" y="1"/>
                    </a:moveTo>
                    <a:cubicBezTo>
                      <a:pt x="635" y="1"/>
                      <a:pt x="435" y="68"/>
                      <a:pt x="301" y="234"/>
                    </a:cubicBezTo>
                    <a:cubicBezTo>
                      <a:pt x="1" y="535"/>
                      <a:pt x="1" y="1002"/>
                      <a:pt x="301" y="1335"/>
                    </a:cubicBezTo>
                    <a:cubicBezTo>
                      <a:pt x="435" y="1469"/>
                      <a:pt x="635" y="1535"/>
                      <a:pt x="835" y="1535"/>
                    </a:cubicBezTo>
                    <a:cubicBezTo>
                      <a:pt x="968" y="1535"/>
                      <a:pt x="1102" y="1502"/>
                      <a:pt x="1235" y="1402"/>
                    </a:cubicBezTo>
                    <a:cubicBezTo>
                      <a:pt x="1269" y="1502"/>
                      <a:pt x="1335" y="1535"/>
                      <a:pt x="1402" y="1535"/>
                    </a:cubicBezTo>
                    <a:cubicBezTo>
                      <a:pt x="1502" y="1535"/>
                      <a:pt x="1569" y="1469"/>
                      <a:pt x="1569" y="1368"/>
                    </a:cubicBezTo>
                    <a:lnTo>
                      <a:pt x="1569" y="768"/>
                    </a:lnTo>
                    <a:lnTo>
                      <a:pt x="1569" y="168"/>
                    </a:lnTo>
                    <a:cubicBezTo>
                      <a:pt x="1569" y="68"/>
                      <a:pt x="1502" y="1"/>
                      <a:pt x="1402" y="1"/>
                    </a:cubicBezTo>
                    <a:cubicBezTo>
                      <a:pt x="1335" y="1"/>
                      <a:pt x="1269" y="68"/>
                      <a:pt x="1235" y="134"/>
                    </a:cubicBezTo>
                    <a:cubicBezTo>
                      <a:pt x="1102" y="34"/>
                      <a:pt x="968" y="1"/>
                      <a:pt x="83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352;p24">
                <a:extLst>
                  <a:ext uri="{FF2B5EF4-FFF2-40B4-BE49-F238E27FC236}">
                    <a16:creationId xmlns:a16="http://schemas.microsoft.com/office/drawing/2014/main" id="{2962AFBD-C56F-5E0A-75CF-6B3467000076}"/>
                  </a:ext>
                </a:extLst>
              </p:cNvPr>
              <p:cNvSpPr/>
              <p:nvPr/>
            </p:nvSpPr>
            <p:spPr>
              <a:xfrm>
                <a:off x="6075339" y="3790990"/>
                <a:ext cx="33969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1536" extrusionOk="0">
                    <a:moveTo>
                      <a:pt x="168" y="1"/>
                    </a:moveTo>
                    <a:cubicBezTo>
                      <a:pt x="68" y="1"/>
                      <a:pt x="1" y="68"/>
                      <a:pt x="1" y="168"/>
                    </a:cubicBezTo>
                    <a:lnTo>
                      <a:pt x="1" y="901"/>
                    </a:lnTo>
                    <a:cubicBezTo>
                      <a:pt x="1" y="1268"/>
                      <a:pt x="301" y="1535"/>
                      <a:pt x="668" y="1535"/>
                    </a:cubicBezTo>
                    <a:cubicBezTo>
                      <a:pt x="1002" y="1535"/>
                      <a:pt x="1302" y="1268"/>
                      <a:pt x="1302" y="901"/>
                    </a:cubicBezTo>
                    <a:lnTo>
                      <a:pt x="1302" y="168"/>
                    </a:lnTo>
                    <a:cubicBezTo>
                      <a:pt x="1302" y="68"/>
                      <a:pt x="1235" y="1"/>
                      <a:pt x="1135" y="1"/>
                    </a:cubicBezTo>
                    <a:cubicBezTo>
                      <a:pt x="1035" y="1"/>
                      <a:pt x="968" y="68"/>
                      <a:pt x="968" y="168"/>
                    </a:cubicBezTo>
                    <a:lnTo>
                      <a:pt x="968" y="901"/>
                    </a:lnTo>
                    <a:cubicBezTo>
                      <a:pt x="968" y="1068"/>
                      <a:pt x="835" y="1235"/>
                      <a:pt x="635" y="1235"/>
                    </a:cubicBezTo>
                    <a:cubicBezTo>
                      <a:pt x="468" y="1235"/>
                      <a:pt x="334" y="1068"/>
                      <a:pt x="334" y="901"/>
                    </a:cubicBezTo>
                    <a:lnTo>
                      <a:pt x="334" y="168"/>
                    </a:lnTo>
                    <a:cubicBezTo>
                      <a:pt x="334" y="68"/>
                      <a:pt x="268" y="1"/>
                      <a:pt x="1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353;p24">
                <a:extLst>
                  <a:ext uri="{FF2B5EF4-FFF2-40B4-BE49-F238E27FC236}">
                    <a16:creationId xmlns:a16="http://schemas.microsoft.com/office/drawing/2014/main" id="{29DDA794-B914-9665-9AD7-9C3399C0792E}"/>
                  </a:ext>
                </a:extLst>
              </p:cNvPr>
              <p:cNvSpPr/>
              <p:nvPr/>
            </p:nvSpPr>
            <p:spPr>
              <a:xfrm>
                <a:off x="6124073" y="3774475"/>
                <a:ext cx="8740" cy="56798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177" extrusionOk="0">
                    <a:moveTo>
                      <a:pt x="168" y="0"/>
                    </a:moveTo>
                    <a:cubicBezTo>
                      <a:pt x="68" y="0"/>
                      <a:pt x="1" y="100"/>
                      <a:pt x="1" y="200"/>
                    </a:cubicBezTo>
                    <a:lnTo>
                      <a:pt x="1" y="2001"/>
                    </a:lnTo>
                    <a:cubicBezTo>
                      <a:pt x="1" y="2118"/>
                      <a:pt x="84" y="2177"/>
                      <a:pt x="168" y="2177"/>
                    </a:cubicBezTo>
                    <a:cubicBezTo>
                      <a:pt x="251" y="2177"/>
                      <a:pt x="334" y="2118"/>
                      <a:pt x="334" y="2001"/>
                    </a:cubicBezTo>
                    <a:lnTo>
                      <a:pt x="334" y="200"/>
                    </a:lnTo>
                    <a:cubicBezTo>
                      <a:pt x="334" y="100"/>
                      <a:pt x="268" y="0"/>
                      <a:pt x="1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354;p24">
                <a:extLst>
                  <a:ext uri="{FF2B5EF4-FFF2-40B4-BE49-F238E27FC236}">
                    <a16:creationId xmlns:a16="http://schemas.microsoft.com/office/drawing/2014/main" id="{C9E9470D-53CD-3DC4-C6E4-F9D2F6E43821}"/>
                  </a:ext>
                </a:extLst>
              </p:cNvPr>
              <p:cNvSpPr/>
              <p:nvPr/>
            </p:nvSpPr>
            <p:spPr>
              <a:xfrm>
                <a:off x="6144110" y="3774475"/>
                <a:ext cx="8714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334" h="2169" extrusionOk="0">
                    <a:moveTo>
                      <a:pt x="167" y="0"/>
                    </a:moveTo>
                    <a:cubicBezTo>
                      <a:pt x="67" y="0"/>
                      <a:pt x="0" y="100"/>
                      <a:pt x="0" y="200"/>
                    </a:cubicBezTo>
                    <a:lnTo>
                      <a:pt x="0" y="2001"/>
                    </a:lnTo>
                    <a:cubicBezTo>
                      <a:pt x="0" y="2102"/>
                      <a:pt x="67" y="2168"/>
                      <a:pt x="167" y="2168"/>
                    </a:cubicBezTo>
                    <a:cubicBezTo>
                      <a:pt x="267" y="2168"/>
                      <a:pt x="334" y="2102"/>
                      <a:pt x="334" y="2001"/>
                    </a:cubicBezTo>
                    <a:lnTo>
                      <a:pt x="334" y="200"/>
                    </a:lnTo>
                    <a:cubicBezTo>
                      <a:pt x="334" y="100"/>
                      <a:pt x="267" y="0"/>
                      <a:pt x="1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355;p24">
                <a:extLst>
                  <a:ext uri="{FF2B5EF4-FFF2-40B4-BE49-F238E27FC236}">
                    <a16:creationId xmlns:a16="http://schemas.microsoft.com/office/drawing/2014/main" id="{5B8AA6F2-EDBA-FFA2-5500-72447091ABBB}"/>
                  </a:ext>
                </a:extLst>
              </p:cNvPr>
              <p:cNvSpPr/>
              <p:nvPr/>
            </p:nvSpPr>
            <p:spPr>
              <a:xfrm>
                <a:off x="6164120" y="3790990"/>
                <a:ext cx="39187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1536" extrusionOk="0">
                    <a:moveTo>
                      <a:pt x="767" y="301"/>
                    </a:moveTo>
                    <a:cubicBezTo>
                      <a:pt x="968" y="301"/>
                      <a:pt x="1134" y="434"/>
                      <a:pt x="1234" y="635"/>
                    </a:cubicBezTo>
                    <a:lnTo>
                      <a:pt x="334" y="635"/>
                    </a:lnTo>
                    <a:cubicBezTo>
                      <a:pt x="401" y="434"/>
                      <a:pt x="567" y="301"/>
                      <a:pt x="767" y="301"/>
                    </a:cubicBezTo>
                    <a:close/>
                    <a:moveTo>
                      <a:pt x="767" y="1"/>
                    </a:moveTo>
                    <a:cubicBezTo>
                      <a:pt x="334" y="1"/>
                      <a:pt x="0" y="334"/>
                      <a:pt x="0" y="768"/>
                    </a:cubicBezTo>
                    <a:cubicBezTo>
                      <a:pt x="0" y="1202"/>
                      <a:pt x="334" y="1535"/>
                      <a:pt x="767" y="1535"/>
                    </a:cubicBezTo>
                    <a:cubicBezTo>
                      <a:pt x="968" y="1535"/>
                      <a:pt x="1168" y="1469"/>
                      <a:pt x="1335" y="1335"/>
                    </a:cubicBezTo>
                    <a:cubicBezTo>
                      <a:pt x="1368" y="1302"/>
                      <a:pt x="1368" y="1202"/>
                      <a:pt x="1335" y="1135"/>
                    </a:cubicBezTo>
                    <a:cubicBezTo>
                      <a:pt x="1301" y="1102"/>
                      <a:pt x="1259" y="1085"/>
                      <a:pt x="1218" y="1085"/>
                    </a:cubicBezTo>
                    <a:cubicBezTo>
                      <a:pt x="1176" y="1085"/>
                      <a:pt x="1134" y="1102"/>
                      <a:pt x="1101" y="1135"/>
                    </a:cubicBezTo>
                    <a:cubicBezTo>
                      <a:pt x="1028" y="1184"/>
                      <a:pt x="937" y="1215"/>
                      <a:pt x="854" y="1215"/>
                    </a:cubicBezTo>
                    <a:cubicBezTo>
                      <a:pt x="823" y="1215"/>
                      <a:pt x="794" y="1211"/>
                      <a:pt x="767" y="1202"/>
                    </a:cubicBezTo>
                    <a:cubicBezTo>
                      <a:pt x="667" y="1202"/>
                      <a:pt x="534" y="1168"/>
                      <a:pt x="467" y="1068"/>
                    </a:cubicBezTo>
                    <a:cubicBezTo>
                      <a:pt x="401" y="1035"/>
                      <a:pt x="367" y="935"/>
                      <a:pt x="367" y="868"/>
                    </a:cubicBezTo>
                    <a:lnTo>
                      <a:pt x="1335" y="868"/>
                    </a:lnTo>
                    <a:cubicBezTo>
                      <a:pt x="1435" y="868"/>
                      <a:pt x="1501" y="835"/>
                      <a:pt x="1501" y="735"/>
                    </a:cubicBezTo>
                    <a:cubicBezTo>
                      <a:pt x="1501" y="301"/>
                      <a:pt x="1168" y="1"/>
                      <a:pt x="7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356;p24">
                <a:extLst>
                  <a:ext uri="{FF2B5EF4-FFF2-40B4-BE49-F238E27FC236}">
                    <a16:creationId xmlns:a16="http://schemas.microsoft.com/office/drawing/2014/main" id="{E45D2C88-EB4E-32E6-E89B-07E4AEB708F4}"/>
                  </a:ext>
                </a:extLst>
              </p:cNvPr>
              <p:cNvSpPr/>
              <p:nvPr/>
            </p:nvSpPr>
            <p:spPr>
              <a:xfrm>
                <a:off x="6208497" y="3774475"/>
                <a:ext cx="22646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868" h="2169" extrusionOk="0">
                    <a:moveTo>
                      <a:pt x="467" y="0"/>
                    </a:moveTo>
                    <a:cubicBezTo>
                      <a:pt x="367" y="0"/>
                      <a:pt x="267" y="100"/>
                      <a:pt x="267" y="200"/>
                    </a:cubicBezTo>
                    <a:lnTo>
                      <a:pt x="267" y="634"/>
                    </a:lnTo>
                    <a:lnTo>
                      <a:pt x="201" y="634"/>
                    </a:lnTo>
                    <a:cubicBezTo>
                      <a:pt x="101" y="634"/>
                      <a:pt x="0" y="701"/>
                      <a:pt x="34" y="801"/>
                    </a:cubicBezTo>
                    <a:cubicBezTo>
                      <a:pt x="34" y="901"/>
                      <a:pt x="101" y="967"/>
                      <a:pt x="201" y="967"/>
                    </a:cubicBezTo>
                    <a:lnTo>
                      <a:pt x="267" y="967"/>
                    </a:lnTo>
                    <a:lnTo>
                      <a:pt x="267" y="1835"/>
                    </a:lnTo>
                    <a:cubicBezTo>
                      <a:pt x="267" y="2035"/>
                      <a:pt x="434" y="2168"/>
                      <a:pt x="634" y="2168"/>
                    </a:cubicBezTo>
                    <a:cubicBezTo>
                      <a:pt x="701" y="2168"/>
                      <a:pt x="801" y="2102"/>
                      <a:pt x="801" y="2001"/>
                    </a:cubicBezTo>
                    <a:cubicBezTo>
                      <a:pt x="801" y="1901"/>
                      <a:pt x="701" y="1835"/>
                      <a:pt x="634" y="1835"/>
                    </a:cubicBezTo>
                    <a:lnTo>
                      <a:pt x="634" y="967"/>
                    </a:lnTo>
                    <a:lnTo>
                      <a:pt x="701" y="967"/>
                    </a:lnTo>
                    <a:cubicBezTo>
                      <a:pt x="801" y="967"/>
                      <a:pt x="868" y="901"/>
                      <a:pt x="868" y="801"/>
                    </a:cubicBezTo>
                    <a:cubicBezTo>
                      <a:pt x="868" y="701"/>
                      <a:pt x="801" y="634"/>
                      <a:pt x="701" y="634"/>
                    </a:cubicBezTo>
                    <a:lnTo>
                      <a:pt x="634" y="634"/>
                    </a:lnTo>
                    <a:lnTo>
                      <a:pt x="634" y="200"/>
                    </a:lnTo>
                    <a:cubicBezTo>
                      <a:pt x="634" y="100"/>
                      <a:pt x="534" y="0"/>
                      <a:pt x="4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357;p24">
                <a:extLst>
                  <a:ext uri="{FF2B5EF4-FFF2-40B4-BE49-F238E27FC236}">
                    <a16:creationId xmlns:a16="http://schemas.microsoft.com/office/drawing/2014/main" id="{6A477C72-F19C-58A2-C779-50068BE0FFCD}"/>
                  </a:ext>
                </a:extLst>
              </p:cNvPr>
              <p:cNvSpPr/>
              <p:nvPr/>
            </p:nvSpPr>
            <p:spPr>
              <a:xfrm>
                <a:off x="6236334" y="3774475"/>
                <a:ext cx="21785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835" h="2169" extrusionOk="0">
                    <a:moveTo>
                      <a:pt x="435" y="0"/>
                    </a:moveTo>
                    <a:cubicBezTo>
                      <a:pt x="334" y="0"/>
                      <a:pt x="268" y="100"/>
                      <a:pt x="268" y="200"/>
                    </a:cubicBezTo>
                    <a:lnTo>
                      <a:pt x="268" y="634"/>
                    </a:lnTo>
                    <a:lnTo>
                      <a:pt x="168" y="634"/>
                    </a:lnTo>
                    <a:cubicBezTo>
                      <a:pt x="101" y="634"/>
                      <a:pt x="1" y="701"/>
                      <a:pt x="1" y="801"/>
                    </a:cubicBezTo>
                    <a:cubicBezTo>
                      <a:pt x="1" y="901"/>
                      <a:pt x="101" y="967"/>
                      <a:pt x="168" y="967"/>
                    </a:cubicBezTo>
                    <a:lnTo>
                      <a:pt x="268" y="967"/>
                    </a:lnTo>
                    <a:lnTo>
                      <a:pt x="268" y="1835"/>
                    </a:lnTo>
                    <a:cubicBezTo>
                      <a:pt x="268" y="2035"/>
                      <a:pt x="435" y="2168"/>
                      <a:pt x="635" y="2168"/>
                    </a:cubicBezTo>
                    <a:cubicBezTo>
                      <a:pt x="701" y="2168"/>
                      <a:pt x="801" y="2102"/>
                      <a:pt x="801" y="2001"/>
                    </a:cubicBezTo>
                    <a:cubicBezTo>
                      <a:pt x="801" y="1901"/>
                      <a:pt x="701" y="1835"/>
                      <a:pt x="635" y="1835"/>
                    </a:cubicBezTo>
                    <a:lnTo>
                      <a:pt x="635" y="967"/>
                    </a:lnTo>
                    <a:lnTo>
                      <a:pt x="668" y="967"/>
                    </a:lnTo>
                    <a:cubicBezTo>
                      <a:pt x="768" y="967"/>
                      <a:pt x="835" y="901"/>
                      <a:pt x="835" y="801"/>
                    </a:cubicBezTo>
                    <a:cubicBezTo>
                      <a:pt x="835" y="701"/>
                      <a:pt x="768" y="634"/>
                      <a:pt x="701" y="634"/>
                    </a:cubicBezTo>
                    <a:lnTo>
                      <a:pt x="601" y="634"/>
                    </a:lnTo>
                    <a:lnTo>
                      <a:pt x="601" y="200"/>
                    </a:lnTo>
                    <a:cubicBezTo>
                      <a:pt x="601" y="100"/>
                      <a:pt x="535" y="0"/>
                      <a:pt x="43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358;p24">
                <a:extLst>
                  <a:ext uri="{FF2B5EF4-FFF2-40B4-BE49-F238E27FC236}">
                    <a16:creationId xmlns:a16="http://schemas.microsoft.com/office/drawing/2014/main" id="{6079C604-6BBE-2673-C370-3AD9EDFAC570}"/>
                  </a:ext>
                </a:extLst>
              </p:cNvPr>
              <p:cNvSpPr/>
              <p:nvPr/>
            </p:nvSpPr>
            <p:spPr>
              <a:xfrm>
                <a:off x="6265946" y="3790990"/>
                <a:ext cx="40048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536" extrusionOk="0">
                    <a:moveTo>
                      <a:pt x="767" y="301"/>
                    </a:moveTo>
                    <a:cubicBezTo>
                      <a:pt x="967" y="301"/>
                      <a:pt x="1168" y="434"/>
                      <a:pt x="1234" y="635"/>
                    </a:cubicBezTo>
                    <a:lnTo>
                      <a:pt x="367" y="635"/>
                    </a:lnTo>
                    <a:cubicBezTo>
                      <a:pt x="400" y="434"/>
                      <a:pt x="567" y="301"/>
                      <a:pt x="767" y="301"/>
                    </a:cubicBezTo>
                    <a:close/>
                    <a:moveTo>
                      <a:pt x="767" y="1"/>
                    </a:moveTo>
                    <a:cubicBezTo>
                      <a:pt x="367" y="1"/>
                      <a:pt x="0" y="334"/>
                      <a:pt x="33" y="768"/>
                    </a:cubicBezTo>
                    <a:cubicBezTo>
                      <a:pt x="0" y="1202"/>
                      <a:pt x="367" y="1535"/>
                      <a:pt x="767" y="1535"/>
                    </a:cubicBezTo>
                    <a:cubicBezTo>
                      <a:pt x="967" y="1535"/>
                      <a:pt x="1168" y="1469"/>
                      <a:pt x="1334" y="1335"/>
                    </a:cubicBezTo>
                    <a:cubicBezTo>
                      <a:pt x="1401" y="1302"/>
                      <a:pt x="1401" y="1202"/>
                      <a:pt x="1334" y="1135"/>
                    </a:cubicBezTo>
                    <a:cubicBezTo>
                      <a:pt x="1301" y="1102"/>
                      <a:pt x="1259" y="1085"/>
                      <a:pt x="1218" y="1085"/>
                    </a:cubicBezTo>
                    <a:cubicBezTo>
                      <a:pt x="1176" y="1085"/>
                      <a:pt x="1134" y="1102"/>
                      <a:pt x="1101" y="1135"/>
                    </a:cubicBezTo>
                    <a:cubicBezTo>
                      <a:pt x="1028" y="1184"/>
                      <a:pt x="954" y="1215"/>
                      <a:pt x="868" y="1215"/>
                    </a:cubicBezTo>
                    <a:cubicBezTo>
                      <a:pt x="836" y="1215"/>
                      <a:pt x="803" y="1211"/>
                      <a:pt x="767" y="1202"/>
                    </a:cubicBezTo>
                    <a:cubicBezTo>
                      <a:pt x="667" y="1202"/>
                      <a:pt x="567" y="1168"/>
                      <a:pt x="467" y="1068"/>
                    </a:cubicBezTo>
                    <a:cubicBezTo>
                      <a:pt x="434" y="1035"/>
                      <a:pt x="400" y="935"/>
                      <a:pt x="367" y="868"/>
                    </a:cubicBezTo>
                    <a:lnTo>
                      <a:pt x="1368" y="868"/>
                    </a:lnTo>
                    <a:cubicBezTo>
                      <a:pt x="1434" y="868"/>
                      <a:pt x="1501" y="835"/>
                      <a:pt x="1534" y="735"/>
                    </a:cubicBezTo>
                    <a:cubicBezTo>
                      <a:pt x="1501" y="301"/>
                      <a:pt x="1168" y="1"/>
                      <a:pt x="7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359;p24">
                <a:extLst>
                  <a:ext uri="{FF2B5EF4-FFF2-40B4-BE49-F238E27FC236}">
                    <a16:creationId xmlns:a16="http://schemas.microsoft.com/office/drawing/2014/main" id="{CB58B01D-399C-4EB2-4BF5-3F2A18E2BCC7}"/>
                  </a:ext>
                </a:extLst>
              </p:cNvPr>
              <p:cNvSpPr/>
              <p:nvPr/>
            </p:nvSpPr>
            <p:spPr>
              <a:xfrm>
                <a:off x="6313897" y="3774475"/>
                <a:ext cx="39083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498" h="2169" extrusionOk="0">
                    <a:moveTo>
                      <a:pt x="731" y="0"/>
                    </a:moveTo>
                    <a:cubicBezTo>
                      <a:pt x="564" y="0"/>
                      <a:pt x="364" y="67"/>
                      <a:pt x="230" y="200"/>
                    </a:cubicBezTo>
                    <a:lnTo>
                      <a:pt x="130" y="300"/>
                    </a:lnTo>
                    <a:cubicBezTo>
                      <a:pt x="1" y="404"/>
                      <a:pt x="112" y="587"/>
                      <a:pt x="246" y="587"/>
                    </a:cubicBezTo>
                    <a:cubicBezTo>
                      <a:pt x="285" y="587"/>
                      <a:pt x="326" y="571"/>
                      <a:pt x="364" y="534"/>
                    </a:cubicBezTo>
                    <a:lnTo>
                      <a:pt x="464" y="467"/>
                    </a:lnTo>
                    <a:cubicBezTo>
                      <a:pt x="530" y="400"/>
                      <a:pt x="630" y="367"/>
                      <a:pt x="731" y="367"/>
                    </a:cubicBezTo>
                    <a:cubicBezTo>
                      <a:pt x="755" y="361"/>
                      <a:pt x="778" y="358"/>
                      <a:pt x="801" y="358"/>
                    </a:cubicBezTo>
                    <a:cubicBezTo>
                      <a:pt x="900" y="358"/>
                      <a:pt x="976" y="413"/>
                      <a:pt x="1031" y="467"/>
                    </a:cubicBezTo>
                    <a:cubicBezTo>
                      <a:pt x="1097" y="567"/>
                      <a:pt x="1131" y="634"/>
                      <a:pt x="1131" y="734"/>
                    </a:cubicBezTo>
                    <a:cubicBezTo>
                      <a:pt x="1131" y="867"/>
                      <a:pt x="1097" y="967"/>
                      <a:pt x="997" y="1034"/>
                    </a:cubicBezTo>
                    <a:lnTo>
                      <a:pt x="97" y="1868"/>
                    </a:lnTo>
                    <a:cubicBezTo>
                      <a:pt x="30" y="1935"/>
                      <a:pt x="30" y="2068"/>
                      <a:pt x="97" y="2135"/>
                    </a:cubicBezTo>
                    <a:cubicBezTo>
                      <a:pt x="130" y="2168"/>
                      <a:pt x="163" y="2168"/>
                      <a:pt x="230" y="2168"/>
                    </a:cubicBezTo>
                    <a:lnTo>
                      <a:pt x="1331" y="2168"/>
                    </a:lnTo>
                    <a:cubicBezTo>
                      <a:pt x="1398" y="2168"/>
                      <a:pt x="1498" y="2102"/>
                      <a:pt x="1498" y="2001"/>
                    </a:cubicBezTo>
                    <a:cubicBezTo>
                      <a:pt x="1498" y="1901"/>
                      <a:pt x="1398" y="1835"/>
                      <a:pt x="1298" y="1835"/>
                    </a:cubicBezTo>
                    <a:lnTo>
                      <a:pt x="664" y="1835"/>
                    </a:lnTo>
                    <a:lnTo>
                      <a:pt x="1231" y="1301"/>
                    </a:lnTo>
                    <a:cubicBezTo>
                      <a:pt x="1398" y="1168"/>
                      <a:pt x="1464" y="967"/>
                      <a:pt x="1464" y="734"/>
                    </a:cubicBezTo>
                    <a:cubicBezTo>
                      <a:pt x="1464" y="567"/>
                      <a:pt x="1398" y="400"/>
                      <a:pt x="1298" y="267"/>
                    </a:cubicBezTo>
                    <a:cubicBezTo>
                      <a:pt x="1131" y="100"/>
                      <a:pt x="931" y="0"/>
                      <a:pt x="73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360;p24">
                <a:extLst>
                  <a:ext uri="{FF2B5EF4-FFF2-40B4-BE49-F238E27FC236}">
                    <a16:creationId xmlns:a16="http://schemas.microsoft.com/office/drawing/2014/main" id="{FD0E6660-2DF9-107B-6265-959AA653910F}"/>
                  </a:ext>
                </a:extLst>
              </p:cNvPr>
              <p:cNvSpPr/>
              <p:nvPr/>
            </p:nvSpPr>
            <p:spPr>
              <a:xfrm>
                <a:off x="6362631" y="3775154"/>
                <a:ext cx="38222" cy="5591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2143" extrusionOk="0">
                    <a:moveTo>
                      <a:pt x="1304" y="1"/>
                    </a:moveTo>
                    <a:cubicBezTo>
                      <a:pt x="1291" y="1"/>
                      <a:pt x="1278" y="3"/>
                      <a:pt x="1264" y="7"/>
                    </a:cubicBezTo>
                    <a:lnTo>
                      <a:pt x="364" y="7"/>
                    </a:lnTo>
                    <a:cubicBezTo>
                      <a:pt x="356" y="6"/>
                      <a:pt x="348" y="5"/>
                      <a:pt x="341" y="5"/>
                    </a:cubicBezTo>
                    <a:cubicBezTo>
                      <a:pt x="171" y="5"/>
                      <a:pt x="171" y="343"/>
                      <a:pt x="341" y="343"/>
                    </a:cubicBezTo>
                    <a:cubicBezTo>
                      <a:pt x="348" y="343"/>
                      <a:pt x="356" y="342"/>
                      <a:pt x="364" y="341"/>
                    </a:cubicBezTo>
                    <a:lnTo>
                      <a:pt x="864" y="341"/>
                    </a:lnTo>
                    <a:lnTo>
                      <a:pt x="564" y="675"/>
                    </a:lnTo>
                    <a:cubicBezTo>
                      <a:pt x="497" y="741"/>
                      <a:pt x="497" y="841"/>
                      <a:pt x="564" y="908"/>
                    </a:cubicBezTo>
                    <a:cubicBezTo>
                      <a:pt x="597" y="941"/>
                      <a:pt x="630" y="975"/>
                      <a:pt x="664" y="975"/>
                    </a:cubicBezTo>
                    <a:cubicBezTo>
                      <a:pt x="797" y="975"/>
                      <a:pt x="897" y="1008"/>
                      <a:pt x="964" y="1075"/>
                    </a:cubicBezTo>
                    <a:cubicBezTo>
                      <a:pt x="1031" y="1175"/>
                      <a:pt x="1097" y="1275"/>
                      <a:pt x="1097" y="1375"/>
                    </a:cubicBezTo>
                    <a:cubicBezTo>
                      <a:pt x="1097" y="1475"/>
                      <a:pt x="1064" y="1609"/>
                      <a:pt x="964" y="1675"/>
                    </a:cubicBezTo>
                    <a:cubicBezTo>
                      <a:pt x="897" y="1742"/>
                      <a:pt x="797" y="1809"/>
                      <a:pt x="664" y="1809"/>
                    </a:cubicBezTo>
                    <a:cubicBezTo>
                      <a:pt x="564" y="1809"/>
                      <a:pt x="464" y="1742"/>
                      <a:pt x="397" y="1675"/>
                    </a:cubicBezTo>
                    <a:cubicBezTo>
                      <a:pt x="360" y="1638"/>
                      <a:pt x="318" y="1622"/>
                      <a:pt x="276" y="1622"/>
                    </a:cubicBezTo>
                    <a:cubicBezTo>
                      <a:pt x="133" y="1622"/>
                      <a:pt x="0" y="1812"/>
                      <a:pt x="130" y="1942"/>
                    </a:cubicBezTo>
                    <a:cubicBezTo>
                      <a:pt x="264" y="2076"/>
                      <a:pt x="464" y="2142"/>
                      <a:pt x="664" y="2142"/>
                    </a:cubicBezTo>
                    <a:cubicBezTo>
                      <a:pt x="1097" y="2142"/>
                      <a:pt x="1431" y="1809"/>
                      <a:pt x="1431" y="1375"/>
                    </a:cubicBezTo>
                    <a:cubicBezTo>
                      <a:pt x="1431" y="1175"/>
                      <a:pt x="1364" y="975"/>
                      <a:pt x="1231" y="841"/>
                    </a:cubicBezTo>
                    <a:cubicBezTo>
                      <a:pt x="1164" y="775"/>
                      <a:pt x="1097" y="741"/>
                      <a:pt x="997" y="708"/>
                    </a:cubicBezTo>
                    <a:lnTo>
                      <a:pt x="1398" y="274"/>
                    </a:lnTo>
                    <a:cubicBezTo>
                      <a:pt x="1398" y="274"/>
                      <a:pt x="1431" y="274"/>
                      <a:pt x="1431" y="241"/>
                    </a:cubicBezTo>
                    <a:cubicBezTo>
                      <a:pt x="1431" y="208"/>
                      <a:pt x="1464" y="174"/>
                      <a:pt x="1464" y="174"/>
                    </a:cubicBezTo>
                    <a:cubicBezTo>
                      <a:pt x="1464" y="88"/>
                      <a:pt x="1389" y="1"/>
                      <a:pt x="130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361;p24">
                <a:extLst>
                  <a:ext uri="{FF2B5EF4-FFF2-40B4-BE49-F238E27FC236}">
                    <a16:creationId xmlns:a16="http://schemas.microsoft.com/office/drawing/2014/main" id="{9F503ABE-BE05-2C84-2477-68F6021DE362}"/>
                  </a:ext>
                </a:extLst>
              </p:cNvPr>
              <p:cNvSpPr/>
              <p:nvPr/>
            </p:nvSpPr>
            <p:spPr>
              <a:xfrm>
                <a:off x="5980479" y="3872596"/>
                <a:ext cx="33108" cy="55937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144" extrusionOk="0">
                    <a:moveTo>
                      <a:pt x="68" y="0"/>
                    </a:moveTo>
                    <a:cubicBezTo>
                      <a:pt x="34" y="0"/>
                      <a:pt x="1" y="25"/>
                      <a:pt x="1" y="75"/>
                    </a:cubicBezTo>
                    <a:lnTo>
                      <a:pt x="1" y="2077"/>
                    </a:lnTo>
                    <a:cubicBezTo>
                      <a:pt x="1" y="2110"/>
                      <a:pt x="34" y="2143"/>
                      <a:pt x="68" y="2143"/>
                    </a:cubicBezTo>
                    <a:lnTo>
                      <a:pt x="1168" y="2143"/>
                    </a:lnTo>
                    <a:cubicBezTo>
                      <a:pt x="1268" y="2143"/>
                      <a:pt x="1268" y="2010"/>
                      <a:pt x="1168" y="2010"/>
                    </a:cubicBezTo>
                    <a:lnTo>
                      <a:pt x="134" y="2010"/>
                    </a:lnTo>
                    <a:lnTo>
                      <a:pt x="134" y="75"/>
                    </a:lnTo>
                    <a:cubicBezTo>
                      <a:pt x="134" y="25"/>
                      <a:pt x="101" y="0"/>
                      <a:pt x="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362;p24">
                <a:extLst>
                  <a:ext uri="{FF2B5EF4-FFF2-40B4-BE49-F238E27FC236}">
                    <a16:creationId xmlns:a16="http://schemas.microsoft.com/office/drawing/2014/main" id="{7AAB90B9-68C6-CDAA-83BC-CFBF1F3E2C09}"/>
                  </a:ext>
                </a:extLst>
              </p:cNvPr>
              <p:cNvSpPr/>
              <p:nvPr/>
            </p:nvSpPr>
            <p:spPr>
              <a:xfrm>
                <a:off x="6019639" y="3871005"/>
                <a:ext cx="67443" cy="57294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2196" extrusionOk="0">
                    <a:moveTo>
                      <a:pt x="1121" y="150"/>
                    </a:moveTo>
                    <a:cubicBezTo>
                      <a:pt x="1360" y="150"/>
                      <a:pt x="1605" y="239"/>
                      <a:pt x="1802" y="436"/>
                    </a:cubicBezTo>
                    <a:cubicBezTo>
                      <a:pt x="2360" y="1060"/>
                      <a:pt x="1917" y="2038"/>
                      <a:pt x="1109" y="2038"/>
                    </a:cubicBezTo>
                    <a:cubicBezTo>
                      <a:pt x="1095" y="2038"/>
                      <a:pt x="1082" y="2038"/>
                      <a:pt x="1068" y="2037"/>
                    </a:cubicBezTo>
                    <a:cubicBezTo>
                      <a:pt x="535" y="2037"/>
                      <a:pt x="134" y="1604"/>
                      <a:pt x="168" y="1103"/>
                    </a:cubicBezTo>
                    <a:cubicBezTo>
                      <a:pt x="168" y="521"/>
                      <a:pt x="634" y="150"/>
                      <a:pt x="1121" y="150"/>
                    </a:cubicBezTo>
                    <a:close/>
                    <a:moveTo>
                      <a:pt x="1145" y="0"/>
                    </a:moveTo>
                    <a:cubicBezTo>
                      <a:pt x="1120" y="0"/>
                      <a:pt x="1094" y="1"/>
                      <a:pt x="1068" y="3"/>
                    </a:cubicBezTo>
                    <a:cubicBezTo>
                      <a:pt x="468" y="3"/>
                      <a:pt x="1" y="503"/>
                      <a:pt x="1" y="1103"/>
                    </a:cubicBezTo>
                    <a:cubicBezTo>
                      <a:pt x="1" y="1767"/>
                      <a:pt x="543" y="2196"/>
                      <a:pt x="1103" y="2196"/>
                    </a:cubicBezTo>
                    <a:cubicBezTo>
                      <a:pt x="1388" y="2196"/>
                      <a:pt x="1677" y="2085"/>
                      <a:pt x="1902" y="1837"/>
                    </a:cubicBezTo>
                    <a:cubicBezTo>
                      <a:pt x="2584" y="1156"/>
                      <a:pt x="2065" y="0"/>
                      <a:pt x="114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363;p24">
                <a:extLst>
                  <a:ext uri="{FF2B5EF4-FFF2-40B4-BE49-F238E27FC236}">
                    <a16:creationId xmlns:a16="http://schemas.microsoft.com/office/drawing/2014/main" id="{B6FC0471-A4BE-F840-1828-57D1AD3EFF69}"/>
                  </a:ext>
                </a:extLst>
              </p:cNvPr>
              <p:cNvSpPr/>
              <p:nvPr/>
            </p:nvSpPr>
            <p:spPr>
              <a:xfrm>
                <a:off x="6084053" y="3872440"/>
                <a:ext cx="48762" cy="56093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2150" extrusionOk="0">
                    <a:moveTo>
                      <a:pt x="96" y="1"/>
                    </a:moveTo>
                    <a:cubicBezTo>
                      <a:pt x="87" y="1"/>
                      <a:pt x="77" y="5"/>
                      <a:pt x="67" y="14"/>
                    </a:cubicBezTo>
                    <a:cubicBezTo>
                      <a:pt x="34" y="14"/>
                      <a:pt x="0" y="48"/>
                      <a:pt x="34" y="114"/>
                    </a:cubicBezTo>
                    <a:lnTo>
                      <a:pt x="868" y="2083"/>
                    </a:lnTo>
                    <a:cubicBezTo>
                      <a:pt x="868" y="2116"/>
                      <a:pt x="868" y="2149"/>
                      <a:pt x="901" y="2149"/>
                    </a:cubicBezTo>
                    <a:lnTo>
                      <a:pt x="968" y="2149"/>
                    </a:lnTo>
                    <a:cubicBezTo>
                      <a:pt x="1001" y="2116"/>
                      <a:pt x="1001" y="2116"/>
                      <a:pt x="1001" y="2083"/>
                    </a:cubicBezTo>
                    <a:lnTo>
                      <a:pt x="1835" y="114"/>
                    </a:lnTo>
                    <a:cubicBezTo>
                      <a:pt x="1868" y="48"/>
                      <a:pt x="1835" y="14"/>
                      <a:pt x="1802" y="14"/>
                    </a:cubicBezTo>
                    <a:cubicBezTo>
                      <a:pt x="1792" y="5"/>
                      <a:pt x="1782" y="1"/>
                      <a:pt x="1772" y="1"/>
                    </a:cubicBezTo>
                    <a:cubicBezTo>
                      <a:pt x="1749" y="1"/>
                      <a:pt x="1725" y="24"/>
                      <a:pt x="1702" y="48"/>
                    </a:cubicBezTo>
                    <a:lnTo>
                      <a:pt x="934" y="1882"/>
                    </a:lnTo>
                    <a:lnTo>
                      <a:pt x="167" y="48"/>
                    </a:lnTo>
                    <a:cubicBezTo>
                      <a:pt x="144" y="24"/>
                      <a:pt x="120" y="1"/>
                      <a:pt x="9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364;p24">
                <a:extLst>
                  <a:ext uri="{FF2B5EF4-FFF2-40B4-BE49-F238E27FC236}">
                    <a16:creationId xmlns:a16="http://schemas.microsoft.com/office/drawing/2014/main" id="{1E9F3644-C1D5-322A-B0F1-4F310110A496}"/>
                  </a:ext>
                </a:extLst>
              </p:cNvPr>
              <p:cNvSpPr/>
              <p:nvPr/>
            </p:nvSpPr>
            <p:spPr>
              <a:xfrm>
                <a:off x="6145832" y="3871944"/>
                <a:ext cx="33969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2169" extrusionOk="0">
                    <a:moveTo>
                      <a:pt x="67" y="0"/>
                    </a:moveTo>
                    <a:cubicBezTo>
                      <a:pt x="34" y="0"/>
                      <a:pt x="1" y="33"/>
                      <a:pt x="1" y="100"/>
                    </a:cubicBezTo>
                    <a:lnTo>
                      <a:pt x="1" y="2102"/>
                    </a:lnTo>
                    <a:cubicBezTo>
                      <a:pt x="1" y="2135"/>
                      <a:pt x="34" y="2168"/>
                      <a:pt x="67" y="2168"/>
                    </a:cubicBezTo>
                    <a:lnTo>
                      <a:pt x="1202" y="2168"/>
                    </a:lnTo>
                    <a:cubicBezTo>
                      <a:pt x="1302" y="2168"/>
                      <a:pt x="1302" y="2035"/>
                      <a:pt x="1202" y="2035"/>
                    </a:cubicBezTo>
                    <a:lnTo>
                      <a:pt x="168" y="2035"/>
                    </a:lnTo>
                    <a:lnTo>
                      <a:pt x="168" y="1168"/>
                    </a:lnTo>
                    <a:lnTo>
                      <a:pt x="1068" y="1168"/>
                    </a:lnTo>
                    <a:cubicBezTo>
                      <a:pt x="1168" y="1168"/>
                      <a:pt x="1168" y="1034"/>
                      <a:pt x="1068" y="1034"/>
                    </a:cubicBezTo>
                    <a:lnTo>
                      <a:pt x="168" y="1034"/>
                    </a:lnTo>
                    <a:lnTo>
                      <a:pt x="168" y="167"/>
                    </a:lnTo>
                    <a:lnTo>
                      <a:pt x="1202" y="167"/>
                    </a:lnTo>
                    <a:cubicBezTo>
                      <a:pt x="1302" y="167"/>
                      <a:pt x="1302" y="0"/>
                      <a:pt x="12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365;p24">
                <a:extLst>
                  <a:ext uri="{FF2B5EF4-FFF2-40B4-BE49-F238E27FC236}">
                    <a16:creationId xmlns:a16="http://schemas.microsoft.com/office/drawing/2014/main" id="{895FCF09-A789-7873-A4A8-50F5219629A2}"/>
                  </a:ext>
                </a:extLst>
              </p:cNvPr>
              <p:cNvSpPr/>
              <p:nvPr/>
            </p:nvSpPr>
            <p:spPr>
              <a:xfrm>
                <a:off x="6218933" y="3872596"/>
                <a:ext cx="3522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152" extrusionOk="0">
                    <a:moveTo>
                      <a:pt x="67" y="0"/>
                    </a:moveTo>
                    <a:cubicBezTo>
                      <a:pt x="34" y="0"/>
                      <a:pt x="1" y="25"/>
                      <a:pt x="1" y="75"/>
                    </a:cubicBezTo>
                    <a:lnTo>
                      <a:pt x="1" y="2077"/>
                    </a:lnTo>
                    <a:cubicBezTo>
                      <a:pt x="1" y="2127"/>
                      <a:pt x="34" y="2152"/>
                      <a:pt x="67" y="2152"/>
                    </a:cubicBezTo>
                    <a:cubicBezTo>
                      <a:pt x="101" y="2152"/>
                      <a:pt x="134" y="2127"/>
                      <a:pt x="134" y="2077"/>
                    </a:cubicBezTo>
                    <a:lnTo>
                      <a:pt x="134" y="75"/>
                    </a:lnTo>
                    <a:cubicBezTo>
                      <a:pt x="134" y="25"/>
                      <a:pt x="101" y="0"/>
                      <a:pt x="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366;p24">
                <a:extLst>
                  <a:ext uri="{FF2B5EF4-FFF2-40B4-BE49-F238E27FC236}">
                    <a16:creationId xmlns:a16="http://schemas.microsoft.com/office/drawing/2014/main" id="{5338A057-C6F6-6A83-0354-9617FA6608A7}"/>
                  </a:ext>
                </a:extLst>
              </p:cNvPr>
              <p:cNvSpPr/>
              <p:nvPr/>
            </p:nvSpPr>
            <p:spPr>
              <a:xfrm>
                <a:off x="6237221" y="3871944"/>
                <a:ext cx="43544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2169" extrusionOk="0">
                    <a:moveTo>
                      <a:pt x="100" y="0"/>
                    </a:moveTo>
                    <a:cubicBezTo>
                      <a:pt x="0" y="0"/>
                      <a:pt x="0" y="133"/>
                      <a:pt x="100" y="133"/>
                    </a:cubicBezTo>
                    <a:lnTo>
                      <a:pt x="767" y="133"/>
                    </a:lnTo>
                    <a:lnTo>
                      <a:pt x="767" y="2068"/>
                    </a:lnTo>
                    <a:cubicBezTo>
                      <a:pt x="767" y="2135"/>
                      <a:pt x="801" y="2168"/>
                      <a:pt x="834" y="2168"/>
                    </a:cubicBezTo>
                    <a:cubicBezTo>
                      <a:pt x="868" y="2168"/>
                      <a:pt x="901" y="2135"/>
                      <a:pt x="901" y="2068"/>
                    </a:cubicBezTo>
                    <a:lnTo>
                      <a:pt x="901" y="133"/>
                    </a:lnTo>
                    <a:lnTo>
                      <a:pt x="1568" y="133"/>
                    </a:lnTo>
                    <a:cubicBezTo>
                      <a:pt x="1668" y="133"/>
                      <a:pt x="1668" y="0"/>
                      <a:pt x="15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367;p24">
                <a:extLst>
                  <a:ext uri="{FF2B5EF4-FFF2-40B4-BE49-F238E27FC236}">
                    <a16:creationId xmlns:a16="http://schemas.microsoft.com/office/drawing/2014/main" id="{5D29B2EB-2A7E-4784-86FD-AACBA33B0973}"/>
                  </a:ext>
                </a:extLst>
              </p:cNvPr>
              <p:cNvSpPr/>
              <p:nvPr/>
            </p:nvSpPr>
            <p:spPr>
              <a:xfrm>
                <a:off x="6293783" y="3872596"/>
                <a:ext cx="4383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152" extrusionOk="0">
                    <a:moveTo>
                      <a:pt x="84" y="0"/>
                    </a:moveTo>
                    <a:cubicBezTo>
                      <a:pt x="42" y="0"/>
                      <a:pt x="0" y="25"/>
                      <a:pt x="0" y="75"/>
                    </a:cubicBezTo>
                    <a:lnTo>
                      <a:pt x="0" y="1610"/>
                    </a:lnTo>
                    <a:cubicBezTo>
                      <a:pt x="0" y="1660"/>
                      <a:pt x="42" y="1685"/>
                      <a:pt x="84" y="1685"/>
                    </a:cubicBezTo>
                    <a:cubicBezTo>
                      <a:pt x="126" y="1685"/>
                      <a:pt x="167" y="1660"/>
                      <a:pt x="167" y="1610"/>
                    </a:cubicBezTo>
                    <a:lnTo>
                      <a:pt x="167" y="75"/>
                    </a:lnTo>
                    <a:cubicBezTo>
                      <a:pt x="167" y="25"/>
                      <a:pt x="126" y="0"/>
                      <a:pt x="84" y="0"/>
                    </a:cubicBezTo>
                    <a:close/>
                    <a:moveTo>
                      <a:pt x="84" y="1935"/>
                    </a:moveTo>
                    <a:cubicBezTo>
                      <a:pt x="42" y="1935"/>
                      <a:pt x="0" y="1960"/>
                      <a:pt x="0" y="2010"/>
                    </a:cubicBezTo>
                    <a:lnTo>
                      <a:pt x="0" y="2077"/>
                    </a:lnTo>
                    <a:cubicBezTo>
                      <a:pt x="0" y="2127"/>
                      <a:pt x="42" y="2152"/>
                      <a:pt x="84" y="2152"/>
                    </a:cubicBezTo>
                    <a:cubicBezTo>
                      <a:pt x="126" y="2152"/>
                      <a:pt x="167" y="2127"/>
                      <a:pt x="167" y="2077"/>
                    </a:cubicBezTo>
                    <a:lnTo>
                      <a:pt x="167" y="2010"/>
                    </a:lnTo>
                    <a:cubicBezTo>
                      <a:pt x="167" y="1960"/>
                      <a:pt x="126" y="1935"/>
                      <a:pt x="84" y="19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368;p24">
                <a:extLst>
                  <a:ext uri="{FF2B5EF4-FFF2-40B4-BE49-F238E27FC236}">
                    <a16:creationId xmlns:a16="http://schemas.microsoft.com/office/drawing/2014/main" id="{5E3CCE3A-EAA5-1E92-5317-92D4BAE7A518}"/>
                  </a:ext>
                </a:extLst>
              </p:cNvPr>
              <p:cNvSpPr/>
              <p:nvPr/>
            </p:nvSpPr>
            <p:spPr>
              <a:xfrm>
                <a:off x="5673281" y="4025895"/>
                <a:ext cx="247203" cy="220904"/>
              </a:xfrm>
              <a:custGeom>
                <a:avLst/>
                <a:gdLst/>
                <a:ahLst/>
                <a:cxnLst/>
                <a:rect l="l" t="t" r="r" b="b"/>
                <a:pathLst>
                  <a:path w="9475" h="8467" extrusionOk="0">
                    <a:moveTo>
                      <a:pt x="4711" y="1"/>
                    </a:moveTo>
                    <a:cubicBezTo>
                      <a:pt x="4161" y="1"/>
                      <a:pt x="3604" y="109"/>
                      <a:pt x="3070" y="337"/>
                    </a:cubicBezTo>
                    <a:cubicBezTo>
                      <a:pt x="1035" y="1204"/>
                      <a:pt x="1" y="3472"/>
                      <a:pt x="701" y="5574"/>
                    </a:cubicBezTo>
                    <a:cubicBezTo>
                      <a:pt x="1291" y="7316"/>
                      <a:pt x="2923" y="8467"/>
                      <a:pt x="4720" y="8467"/>
                    </a:cubicBezTo>
                    <a:cubicBezTo>
                      <a:pt x="5055" y="8467"/>
                      <a:pt x="5397" y="8427"/>
                      <a:pt x="5738" y="8343"/>
                    </a:cubicBezTo>
                    <a:cubicBezTo>
                      <a:pt x="6139" y="8242"/>
                      <a:pt x="6572" y="8076"/>
                      <a:pt x="6939" y="7842"/>
                    </a:cubicBezTo>
                    <a:cubicBezTo>
                      <a:pt x="8807" y="6675"/>
                      <a:pt x="9474" y="4240"/>
                      <a:pt x="8474" y="2305"/>
                    </a:cubicBezTo>
                    <a:cubicBezTo>
                      <a:pt x="7736" y="854"/>
                      <a:pt x="6254" y="1"/>
                      <a:pt x="4711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369;p24">
                <a:extLst>
                  <a:ext uri="{FF2B5EF4-FFF2-40B4-BE49-F238E27FC236}">
                    <a16:creationId xmlns:a16="http://schemas.microsoft.com/office/drawing/2014/main" id="{1A49BC0C-18F0-72BF-4C0D-2F6635B42F8D}"/>
                  </a:ext>
                </a:extLst>
              </p:cNvPr>
              <p:cNvSpPr/>
              <p:nvPr/>
            </p:nvSpPr>
            <p:spPr>
              <a:xfrm>
                <a:off x="5751600" y="4090361"/>
                <a:ext cx="78374" cy="67208"/>
              </a:xfrm>
              <a:custGeom>
                <a:avLst/>
                <a:gdLst/>
                <a:ahLst/>
                <a:cxnLst/>
                <a:rect l="l" t="t" r="r" b="b"/>
                <a:pathLst>
                  <a:path w="3004" h="2576" extrusionOk="0">
                    <a:moveTo>
                      <a:pt x="1702" y="1"/>
                    </a:moveTo>
                    <a:cubicBezTo>
                      <a:pt x="568" y="1"/>
                      <a:pt x="1" y="1368"/>
                      <a:pt x="802" y="2202"/>
                    </a:cubicBezTo>
                    <a:cubicBezTo>
                      <a:pt x="1059" y="2460"/>
                      <a:pt x="1379" y="2576"/>
                      <a:pt x="1694" y="2576"/>
                    </a:cubicBezTo>
                    <a:cubicBezTo>
                      <a:pt x="2359" y="2576"/>
                      <a:pt x="3003" y="2060"/>
                      <a:pt x="3003" y="1268"/>
                    </a:cubicBezTo>
                    <a:cubicBezTo>
                      <a:pt x="3003" y="568"/>
                      <a:pt x="2436" y="1"/>
                      <a:pt x="17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370;p24">
                <a:extLst>
                  <a:ext uri="{FF2B5EF4-FFF2-40B4-BE49-F238E27FC236}">
                    <a16:creationId xmlns:a16="http://schemas.microsoft.com/office/drawing/2014/main" id="{3726B62A-2BE5-44C6-5819-BB057267A850}"/>
                  </a:ext>
                </a:extLst>
              </p:cNvPr>
              <p:cNvSpPr/>
              <p:nvPr/>
            </p:nvSpPr>
            <p:spPr>
              <a:xfrm>
                <a:off x="5736808" y="4155636"/>
                <a:ext cx="119257" cy="91132"/>
              </a:xfrm>
              <a:custGeom>
                <a:avLst/>
                <a:gdLst/>
                <a:ahLst/>
                <a:cxnLst/>
                <a:rect l="l" t="t" r="r" b="b"/>
                <a:pathLst>
                  <a:path w="4571" h="3493" extrusionOk="0">
                    <a:moveTo>
                      <a:pt x="2269" y="0"/>
                    </a:moveTo>
                    <a:cubicBezTo>
                      <a:pt x="1002" y="0"/>
                      <a:pt x="1" y="1068"/>
                      <a:pt x="68" y="2335"/>
                    </a:cubicBezTo>
                    <a:lnTo>
                      <a:pt x="68" y="2869"/>
                    </a:lnTo>
                    <a:cubicBezTo>
                      <a:pt x="737" y="3285"/>
                      <a:pt x="1487" y="3493"/>
                      <a:pt x="2261" y="3493"/>
                    </a:cubicBezTo>
                    <a:cubicBezTo>
                      <a:pt x="2605" y="3493"/>
                      <a:pt x="2954" y="3452"/>
                      <a:pt x="3303" y="3370"/>
                    </a:cubicBezTo>
                    <a:cubicBezTo>
                      <a:pt x="3704" y="3269"/>
                      <a:pt x="4137" y="3103"/>
                      <a:pt x="4504" y="2869"/>
                    </a:cubicBezTo>
                    <a:lnTo>
                      <a:pt x="4504" y="2335"/>
                    </a:lnTo>
                    <a:cubicBezTo>
                      <a:pt x="4571" y="1068"/>
                      <a:pt x="3537" y="0"/>
                      <a:pt x="2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371;p24">
                <a:extLst>
                  <a:ext uri="{FF2B5EF4-FFF2-40B4-BE49-F238E27FC236}">
                    <a16:creationId xmlns:a16="http://schemas.microsoft.com/office/drawing/2014/main" id="{7FE4586B-FCC1-3800-A896-234CFF22C0C7}"/>
                  </a:ext>
                </a:extLst>
              </p:cNvPr>
              <p:cNvSpPr/>
              <p:nvPr/>
            </p:nvSpPr>
            <p:spPr>
              <a:xfrm>
                <a:off x="5975261" y="4047497"/>
                <a:ext cx="40074" cy="56772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2176" extrusionOk="0">
                    <a:moveTo>
                      <a:pt x="1356" y="1"/>
                    </a:moveTo>
                    <a:cubicBezTo>
                      <a:pt x="1268" y="1"/>
                      <a:pt x="1185" y="59"/>
                      <a:pt x="1202" y="176"/>
                    </a:cubicBezTo>
                    <a:lnTo>
                      <a:pt x="1202" y="1410"/>
                    </a:lnTo>
                    <a:cubicBezTo>
                      <a:pt x="1202" y="1644"/>
                      <a:pt x="1001" y="1810"/>
                      <a:pt x="768" y="1810"/>
                    </a:cubicBezTo>
                    <a:cubicBezTo>
                      <a:pt x="568" y="1810"/>
                      <a:pt x="401" y="1710"/>
                      <a:pt x="368" y="1510"/>
                    </a:cubicBezTo>
                    <a:cubicBezTo>
                      <a:pt x="340" y="1456"/>
                      <a:pt x="269" y="1401"/>
                      <a:pt x="189" y="1401"/>
                    </a:cubicBezTo>
                    <a:cubicBezTo>
                      <a:pt x="171" y="1401"/>
                      <a:pt x="153" y="1404"/>
                      <a:pt x="134" y="1410"/>
                    </a:cubicBezTo>
                    <a:cubicBezTo>
                      <a:pt x="34" y="1444"/>
                      <a:pt x="1" y="1544"/>
                      <a:pt x="34" y="1644"/>
                    </a:cubicBezTo>
                    <a:cubicBezTo>
                      <a:pt x="151" y="2008"/>
                      <a:pt x="452" y="2175"/>
                      <a:pt x="755" y="2175"/>
                    </a:cubicBezTo>
                    <a:cubicBezTo>
                      <a:pt x="1144" y="2175"/>
                      <a:pt x="1535" y="1898"/>
                      <a:pt x="1535" y="1410"/>
                    </a:cubicBezTo>
                    <a:lnTo>
                      <a:pt x="1535" y="176"/>
                    </a:lnTo>
                    <a:cubicBezTo>
                      <a:pt x="1535" y="59"/>
                      <a:pt x="1443" y="1"/>
                      <a:pt x="135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372;p24">
                <a:extLst>
                  <a:ext uri="{FF2B5EF4-FFF2-40B4-BE49-F238E27FC236}">
                    <a16:creationId xmlns:a16="http://schemas.microsoft.com/office/drawing/2014/main" id="{044A9A6A-2279-41D9-E79F-79CA522417B8}"/>
                  </a:ext>
                </a:extLst>
              </p:cNvPr>
              <p:cNvSpPr/>
              <p:nvPr/>
            </p:nvSpPr>
            <p:spPr>
              <a:xfrm>
                <a:off x="6029214" y="4048149"/>
                <a:ext cx="34856" cy="5617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153" extrusionOk="0">
                    <a:moveTo>
                      <a:pt x="168" y="1"/>
                    </a:moveTo>
                    <a:cubicBezTo>
                      <a:pt x="93" y="1"/>
                      <a:pt x="18" y="51"/>
                      <a:pt x="1" y="151"/>
                    </a:cubicBezTo>
                    <a:lnTo>
                      <a:pt x="1" y="1952"/>
                    </a:lnTo>
                    <a:cubicBezTo>
                      <a:pt x="1" y="1986"/>
                      <a:pt x="1" y="1986"/>
                      <a:pt x="1" y="2019"/>
                    </a:cubicBezTo>
                    <a:cubicBezTo>
                      <a:pt x="1" y="2086"/>
                      <a:pt x="68" y="2119"/>
                      <a:pt x="168" y="2152"/>
                    </a:cubicBezTo>
                    <a:cubicBezTo>
                      <a:pt x="268" y="2152"/>
                      <a:pt x="334" y="2052"/>
                      <a:pt x="334" y="1952"/>
                    </a:cubicBezTo>
                    <a:lnTo>
                      <a:pt x="334" y="1252"/>
                    </a:lnTo>
                    <a:cubicBezTo>
                      <a:pt x="334" y="1085"/>
                      <a:pt x="501" y="918"/>
                      <a:pt x="668" y="918"/>
                    </a:cubicBezTo>
                    <a:cubicBezTo>
                      <a:pt x="868" y="918"/>
                      <a:pt x="1002" y="1052"/>
                      <a:pt x="1002" y="1252"/>
                    </a:cubicBezTo>
                    <a:lnTo>
                      <a:pt x="1002" y="1952"/>
                    </a:lnTo>
                    <a:cubicBezTo>
                      <a:pt x="1002" y="2069"/>
                      <a:pt x="1085" y="2127"/>
                      <a:pt x="1168" y="2127"/>
                    </a:cubicBezTo>
                    <a:cubicBezTo>
                      <a:pt x="1252" y="2127"/>
                      <a:pt x="1335" y="2069"/>
                      <a:pt x="1335" y="1952"/>
                    </a:cubicBezTo>
                    <a:lnTo>
                      <a:pt x="1335" y="1285"/>
                    </a:lnTo>
                    <a:cubicBezTo>
                      <a:pt x="1335" y="885"/>
                      <a:pt x="1035" y="585"/>
                      <a:pt x="668" y="585"/>
                    </a:cubicBezTo>
                    <a:cubicBezTo>
                      <a:pt x="568" y="585"/>
                      <a:pt x="435" y="618"/>
                      <a:pt x="334" y="685"/>
                    </a:cubicBezTo>
                    <a:lnTo>
                      <a:pt x="334" y="151"/>
                    </a:lnTo>
                    <a:cubicBezTo>
                      <a:pt x="318" y="51"/>
                      <a:pt x="243" y="1"/>
                      <a:pt x="1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373;p24">
                <a:extLst>
                  <a:ext uri="{FF2B5EF4-FFF2-40B4-BE49-F238E27FC236}">
                    <a16:creationId xmlns:a16="http://schemas.microsoft.com/office/drawing/2014/main" id="{A1208C51-2DF9-0D80-8394-721CD9B605E7}"/>
                  </a:ext>
                </a:extLst>
              </p:cNvPr>
              <p:cNvSpPr/>
              <p:nvPr/>
            </p:nvSpPr>
            <p:spPr>
              <a:xfrm>
                <a:off x="6076226" y="4063385"/>
                <a:ext cx="39187" cy="40935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1569" extrusionOk="0">
                    <a:moveTo>
                      <a:pt x="767" y="334"/>
                    </a:moveTo>
                    <a:cubicBezTo>
                      <a:pt x="867" y="334"/>
                      <a:pt x="968" y="401"/>
                      <a:pt x="1034" y="468"/>
                    </a:cubicBezTo>
                    <a:cubicBezTo>
                      <a:pt x="1134" y="534"/>
                      <a:pt x="1168" y="668"/>
                      <a:pt x="1168" y="768"/>
                    </a:cubicBezTo>
                    <a:cubicBezTo>
                      <a:pt x="1168" y="901"/>
                      <a:pt x="1134" y="1035"/>
                      <a:pt x="1034" y="1101"/>
                    </a:cubicBezTo>
                    <a:cubicBezTo>
                      <a:pt x="968" y="1168"/>
                      <a:pt x="867" y="1235"/>
                      <a:pt x="767" y="1235"/>
                    </a:cubicBezTo>
                    <a:cubicBezTo>
                      <a:pt x="634" y="1235"/>
                      <a:pt x="534" y="1168"/>
                      <a:pt x="467" y="1101"/>
                    </a:cubicBezTo>
                    <a:cubicBezTo>
                      <a:pt x="400" y="1001"/>
                      <a:pt x="334" y="901"/>
                      <a:pt x="367" y="768"/>
                    </a:cubicBezTo>
                    <a:cubicBezTo>
                      <a:pt x="334" y="668"/>
                      <a:pt x="400" y="534"/>
                      <a:pt x="467" y="468"/>
                    </a:cubicBezTo>
                    <a:cubicBezTo>
                      <a:pt x="534" y="401"/>
                      <a:pt x="634" y="334"/>
                      <a:pt x="767" y="334"/>
                    </a:cubicBezTo>
                    <a:close/>
                    <a:moveTo>
                      <a:pt x="767" y="1"/>
                    </a:moveTo>
                    <a:cubicBezTo>
                      <a:pt x="567" y="1"/>
                      <a:pt x="367" y="101"/>
                      <a:pt x="234" y="234"/>
                    </a:cubicBezTo>
                    <a:cubicBezTo>
                      <a:pt x="100" y="401"/>
                      <a:pt x="0" y="568"/>
                      <a:pt x="0" y="768"/>
                    </a:cubicBezTo>
                    <a:cubicBezTo>
                      <a:pt x="0" y="968"/>
                      <a:pt x="100" y="1168"/>
                      <a:pt x="234" y="1335"/>
                    </a:cubicBezTo>
                    <a:cubicBezTo>
                      <a:pt x="367" y="1468"/>
                      <a:pt x="567" y="1568"/>
                      <a:pt x="767" y="1568"/>
                    </a:cubicBezTo>
                    <a:cubicBezTo>
                      <a:pt x="968" y="1568"/>
                      <a:pt x="1134" y="1468"/>
                      <a:pt x="1268" y="1335"/>
                    </a:cubicBezTo>
                    <a:cubicBezTo>
                      <a:pt x="1435" y="1168"/>
                      <a:pt x="1501" y="968"/>
                      <a:pt x="1501" y="768"/>
                    </a:cubicBezTo>
                    <a:cubicBezTo>
                      <a:pt x="1501" y="568"/>
                      <a:pt x="1401" y="401"/>
                      <a:pt x="1268" y="234"/>
                    </a:cubicBezTo>
                    <a:cubicBezTo>
                      <a:pt x="1134" y="101"/>
                      <a:pt x="968" y="1"/>
                      <a:pt x="7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374;p24">
                <a:extLst>
                  <a:ext uri="{FF2B5EF4-FFF2-40B4-BE49-F238E27FC236}">
                    <a16:creationId xmlns:a16="http://schemas.microsoft.com/office/drawing/2014/main" id="{2E3BD824-0F6B-8187-4428-EB495660EAFA}"/>
                  </a:ext>
                </a:extLst>
              </p:cNvPr>
              <p:cNvSpPr/>
              <p:nvPr/>
            </p:nvSpPr>
            <p:spPr>
              <a:xfrm>
                <a:off x="6129291" y="4063385"/>
                <a:ext cx="33108" cy="4093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569" extrusionOk="0">
                    <a:moveTo>
                      <a:pt x="168" y="1"/>
                    </a:moveTo>
                    <a:cubicBezTo>
                      <a:pt x="68" y="1"/>
                      <a:pt x="1" y="67"/>
                      <a:pt x="1" y="167"/>
                    </a:cubicBezTo>
                    <a:lnTo>
                      <a:pt x="1" y="1402"/>
                    </a:lnTo>
                    <a:cubicBezTo>
                      <a:pt x="1" y="1502"/>
                      <a:pt x="68" y="1568"/>
                      <a:pt x="168" y="1568"/>
                    </a:cubicBezTo>
                    <a:cubicBezTo>
                      <a:pt x="234" y="1568"/>
                      <a:pt x="301" y="1502"/>
                      <a:pt x="301" y="1435"/>
                    </a:cubicBezTo>
                    <a:cubicBezTo>
                      <a:pt x="335" y="1435"/>
                      <a:pt x="335" y="1435"/>
                      <a:pt x="301" y="1402"/>
                    </a:cubicBezTo>
                    <a:lnTo>
                      <a:pt x="301" y="668"/>
                    </a:lnTo>
                    <a:cubicBezTo>
                      <a:pt x="301" y="501"/>
                      <a:pt x="468" y="368"/>
                      <a:pt x="635" y="368"/>
                    </a:cubicBezTo>
                    <a:cubicBezTo>
                      <a:pt x="802" y="368"/>
                      <a:pt x="935" y="501"/>
                      <a:pt x="935" y="668"/>
                    </a:cubicBezTo>
                    <a:lnTo>
                      <a:pt x="935" y="1402"/>
                    </a:lnTo>
                    <a:cubicBezTo>
                      <a:pt x="968" y="1502"/>
                      <a:pt x="1035" y="1568"/>
                      <a:pt x="1102" y="1568"/>
                    </a:cubicBezTo>
                    <a:cubicBezTo>
                      <a:pt x="1202" y="1568"/>
                      <a:pt x="1269" y="1502"/>
                      <a:pt x="1269" y="1402"/>
                    </a:cubicBezTo>
                    <a:lnTo>
                      <a:pt x="1269" y="668"/>
                    </a:lnTo>
                    <a:cubicBezTo>
                      <a:pt x="1269" y="301"/>
                      <a:pt x="1002" y="1"/>
                      <a:pt x="635" y="1"/>
                    </a:cubicBezTo>
                    <a:cubicBezTo>
                      <a:pt x="535" y="1"/>
                      <a:pt x="401" y="34"/>
                      <a:pt x="301" y="101"/>
                    </a:cubicBezTo>
                    <a:cubicBezTo>
                      <a:pt x="268" y="34"/>
                      <a:pt x="234" y="1"/>
                      <a:pt x="1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375;p24">
                <a:extLst>
                  <a:ext uri="{FF2B5EF4-FFF2-40B4-BE49-F238E27FC236}">
                    <a16:creationId xmlns:a16="http://schemas.microsoft.com/office/drawing/2014/main" id="{3DECDE6B-5807-F3F8-42C4-4E9D85F71A80}"/>
                  </a:ext>
                </a:extLst>
              </p:cNvPr>
              <p:cNvSpPr/>
              <p:nvPr/>
            </p:nvSpPr>
            <p:spPr>
              <a:xfrm>
                <a:off x="6175938" y="4092109"/>
                <a:ext cx="13436" cy="9210"/>
              </a:xfrm>
              <a:custGeom>
                <a:avLst/>
                <a:gdLst/>
                <a:ahLst/>
                <a:cxnLst/>
                <a:rect l="l" t="t" r="r" b="b"/>
                <a:pathLst>
                  <a:path w="515" h="353" extrusionOk="0">
                    <a:moveTo>
                      <a:pt x="281" y="0"/>
                    </a:moveTo>
                    <a:cubicBezTo>
                      <a:pt x="0" y="0"/>
                      <a:pt x="287" y="353"/>
                      <a:pt x="436" y="353"/>
                    </a:cubicBezTo>
                    <a:cubicBezTo>
                      <a:pt x="482" y="353"/>
                      <a:pt x="515" y="320"/>
                      <a:pt x="515" y="234"/>
                    </a:cubicBezTo>
                    <a:cubicBezTo>
                      <a:pt x="515" y="100"/>
                      <a:pt x="415" y="0"/>
                      <a:pt x="28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376;p24">
                <a:extLst>
                  <a:ext uri="{FF2B5EF4-FFF2-40B4-BE49-F238E27FC236}">
                    <a16:creationId xmlns:a16="http://schemas.microsoft.com/office/drawing/2014/main" id="{539089AE-7A0E-F35F-2654-83998256A26D}"/>
                  </a:ext>
                </a:extLst>
              </p:cNvPr>
              <p:cNvSpPr/>
              <p:nvPr/>
            </p:nvSpPr>
            <p:spPr>
              <a:xfrm>
                <a:off x="6198062" y="4047497"/>
                <a:ext cx="44431" cy="56824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2178" extrusionOk="0">
                    <a:moveTo>
                      <a:pt x="167" y="1"/>
                    </a:moveTo>
                    <a:cubicBezTo>
                      <a:pt x="84" y="1"/>
                      <a:pt x="0" y="59"/>
                      <a:pt x="0" y="176"/>
                    </a:cubicBezTo>
                    <a:lnTo>
                      <a:pt x="0" y="1977"/>
                    </a:lnTo>
                    <a:cubicBezTo>
                      <a:pt x="0" y="2094"/>
                      <a:pt x="84" y="2152"/>
                      <a:pt x="167" y="2152"/>
                    </a:cubicBezTo>
                    <a:cubicBezTo>
                      <a:pt x="250" y="2152"/>
                      <a:pt x="334" y="2094"/>
                      <a:pt x="334" y="1977"/>
                    </a:cubicBezTo>
                    <a:lnTo>
                      <a:pt x="334" y="1544"/>
                    </a:lnTo>
                    <a:lnTo>
                      <a:pt x="667" y="1210"/>
                    </a:lnTo>
                    <a:lnTo>
                      <a:pt x="1334" y="2111"/>
                    </a:lnTo>
                    <a:cubicBezTo>
                      <a:pt x="1368" y="2144"/>
                      <a:pt x="1401" y="2144"/>
                      <a:pt x="1468" y="2177"/>
                    </a:cubicBezTo>
                    <a:cubicBezTo>
                      <a:pt x="1501" y="2144"/>
                      <a:pt x="1535" y="2144"/>
                      <a:pt x="1568" y="2111"/>
                    </a:cubicBezTo>
                    <a:cubicBezTo>
                      <a:pt x="1635" y="2044"/>
                      <a:pt x="1635" y="1944"/>
                      <a:pt x="1601" y="1877"/>
                    </a:cubicBezTo>
                    <a:lnTo>
                      <a:pt x="901" y="977"/>
                    </a:lnTo>
                    <a:lnTo>
                      <a:pt x="1601" y="309"/>
                    </a:lnTo>
                    <a:cubicBezTo>
                      <a:pt x="1702" y="183"/>
                      <a:pt x="1593" y="19"/>
                      <a:pt x="1461" y="19"/>
                    </a:cubicBezTo>
                    <a:cubicBezTo>
                      <a:pt x="1419" y="19"/>
                      <a:pt x="1375" y="35"/>
                      <a:pt x="1334" y="76"/>
                    </a:cubicBezTo>
                    <a:lnTo>
                      <a:pt x="334" y="1077"/>
                    </a:lnTo>
                    <a:lnTo>
                      <a:pt x="334" y="176"/>
                    </a:lnTo>
                    <a:cubicBezTo>
                      <a:pt x="334" y="59"/>
                      <a:pt x="250" y="1"/>
                      <a:pt x="1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377;p24">
                <a:extLst>
                  <a:ext uri="{FF2B5EF4-FFF2-40B4-BE49-F238E27FC236}">
                    <a16:creationId xmlns:a16="http://schemas.microsoft.com/office/drawing/2014/main" id="{39A07197-1152-6A34-C66F-700E448BFCF3}"/>
                  </a:ext>
                </a:extLst>
              </p:cNvPr>
              <p:cNvSpPr/>
              <p:nvPr/>
            </p:nvSpPr>
            <p:spPr>
              <a:xfrm>
                <a:off x="5976148" y="4144548"/>
                <a:ext cx="41796" cy="56380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2161" extrusionOk="0">
                    <a:moveTo>
                      <a:pt x="71" y="0"/>
                    </a:moveTo>
                    <a:cubicBezTo>
                      <a:pt x="50" y="0"/>
                      <a:pt x="33" y="9"/>
                      <a:pt x="33" y="25"/>
                    </a:cubicBezTo>
                    <a:cubicBezTo>
                      <a:pt x="0" y="59"/>
                      <a:pt x="0" y="92"/>
                      <a:pt x="33" y="125"/>
                    </a:cubicBezTo>
                    <a:lnTo>
                      <a:pt x="734" y="1126"/>
                    </a:lnTo>
                    <a:lnTo>
                      <a:pt x="701" y="2093"/>
                    </a:lnTo>
                    <a:cubicBezTo>
                      <a:pt x="701" y="2127"/>
                      <a:pt x="734" y="2160"/>
                      <a:pt x="801" y="2160"/>
                    </a:cubicBezTo>
                    <a:cubicBezTo>
                      <a:pt x="834" y="2160"/>
                      <a:pt x="867" y="2127"/>
                      <a:pt x="867" y="2093"/>
                    </a:cubicBezTo>
                    <a:lnTo>
                      <a:pt x="867" y="1126"/>
                    </a:lnTo>
                    <a:lnTo>
                      <a:pt x="1601" y="125"/>
                    </a:lnTo>
                    <a:cubicBezTo>
                      <a:pt x="1601" y="92"/>
                      <a:pt x="1601" y="59"/>
                      <a:pt x="1601" y="25"/>
                    </a:cubicBezTo>
                    <a:cubicBezTo>
                      <a:pt x="1585" y="9"/>
                      <a:pt x="1560" y="0"/>
                      <a:pt x="1535" y="0"/>
                    </a:cubicBezTo>
                    <a:cubicBezTo>
                      <a:pt x="1510" y="0"/>
                      <a:pt x="1485" y="9"/>
                      <a:pt x="1468" y="25"/>
                    </a:cubicBezTo>
                    <a:lnTo>
                      <a:pt x="801" y="959"/>
                    </a:lnTo>
                    <a:lnTo>
                      <a:pt x="134" y="25"/>
                    </a:lnTo>
                    <a:cubicBezTo>
                      <a:pt x="117" y="9"/>
                      <a:pt x="92" y="0"/>
                      <a:pt x="7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378;p24">
                <a:extLst>
                  <a:ext uri="{FF2B5EF4-FFF2-40B4-BE49-F238E27FC236}">
                    <a16:creationId xmlns:a16="http://schemas.microsoft.com/office/drawing/2014/main" id="{2D4AE90C-7DE0-688F-ED96-E0C5DBB62609}"/>
                  </a:ext>
                </a:extLst>
              </p:cNvPr>
              <p:cNvSpPr/>
              <p:nvPr/>
            </p:nvSpPr>
            <p:spPr>
              <a:xfrm>
                <a:off x="6017030" y="4160828"/>
                <a:ext cx="46805" cy="40257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1543" extrusionOk="0">
                    <a:moveTo>
                      <a:pt x="766" y="153"/>
                    </a:moveTo>
                    <a:cubicBezTo>
                      <a:pt x="929" y="153"/>
                      <a:pt x="1098" y="220"/>
                      <a:pt x="1235" y="369"/>
                    </a:cubicBezTo>
                    <a:cubicBezTo>
                      <a:pt x="1585" y="750"/>
                      <a:pt x="1298" y="1374"/>
                      <a:pt x="809" y="1374"/>
                    </a:cubicBezTo>
                    <a:cubicBezTo>
                      <a:pt x="784" y="1374"/>
                      <a:pt x="760" y="1372"/>
                      <a:pt x="735" y="1369"/>
                    </a:cubicBezTo>
                    <a:cubicBezTo>
                      <a:pt x="401" y="1369"/>
                      <a:pt x="168" y="1102"/>
                      <a:pt x="168" y="769"/>
                    </a:cubicBezTo>
                    <a:cubicBezTo>
                      <a:pt x="168" y="396"/>
                      <a:pt x="456" y="153"/>
                      <a:pt x="766" y="153"/>
                    </a:cubicBezTo>
                    <a:close/>
                    <a:moveTo>
                      <a:pt x="773" y="1"/>
                    </a:moveTo>
                    <a:cubicBezTo>
                      <a:pt x="761" y="1"/>
                      <a:pt x="748" y="1"/>
                      <a:pt x="735" y="2"/>
                    </a:cubicBezTo>
                    <a:cubicBezTo>
                      <a:pt x="334" y="35"/>
                      <a:pt x="1" y="369"/>
                      <a:pt x="1" y="769"/>
                    </a:cubicBezTo>
                    <a:cubicBezTo>
                      <a:pt x="1" y="1238"/>
                      <a:pt x="375" y="1542"/>
                      <a:pt x="772" y="1542"/>
                    </a:cubicBezTo>
                    <a:cubicBezTo>
                      <a:pt x="968" y="1542"/>
                      <a:pt x="1170" y="1468"/>
                      <a:pt x="1335" y="1303"/>
                    </a:cubicBezTo>
                    <a:cubicBezTo>
                      <a:pt x="1793" y="812"/>
                      <a:pt x="1417" y="1"/>
                      <a:pt x="77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379;p24">
                <a:extLst>
                  <a:ext uri="{FF2B5EF4-FFF2-40B4-BE49-F238E27FC236}">
                    <a16:creationId xmlns:a16="http://schemas.microsoft.com/office/drawing/2014/main" id="{1C4A8147-AEFF-6EBF-6172-4121E655851B}"/>
                  </a:ext>
                </a:extLst>
              </p:cNvPr>
              <p:cNvSpPr/>
              <p:nvPr/>
            </p:nvSpPr>
            <p:spPr>
              <a:xfrm>
                <a:off x="6067512" y="4160854"/>
                <a:ext cx="32221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536" extrusionOk="0">
                    <a:moveTo>
                      <a:pt x="67" y="1"/>
                    </a:moveTo>
                    <a:cubicBezTo>
                      <a:pt x="34" y="1"/>
                      <a:pt x="1" y="34"/>
                      <a:pt x="1" y="101"/>
                    </a:cubicBezTo>
                    <a:lnTo>
                      <a:pt x="1" y="935"/>
                    </a:lnTo>
                    <a:cubicBezTo>
                      <a:pt x="1" y="1335"/>
                      <a:pt x="309" y="1535"/>
                      <a:pt x="618" y="1535"/>
                    </a:cubicBezTo>
                    <a:cubicBezTo>
                      <a:pt x="926" y="1535"/>
                      <a:pt x="1235" y="1335"/>
                      <a:pt x="1235" y="935"/>
                    </a:cubicBezTo>
                    <a:lnTo>
                      <a:pt x="1235" y="101"/>
                    </a:lnTo>
                    <a:cubicBezTo>
                      <a:pt x="1235" y="34"/>
                      <a:pt x="1201" y="1"/>
                      <a:pt x="1168" y="1"/>
                    </a:cubicBezTo>
                    <a:cubicBezTo>
                      <a:pt x="1101" y="1"/>
                      <a:pt x="1068" y="34"/>
                      <a:pt x="1068" y="101"/>
                    </a:cubicBezTo>
                    <a:lnTo>
                      <a:pt x="1068" y="935"/>
                    </a:lnTo>
                    <a:cubicBezTo>
                      <a:pt x="1101" y="1268"/>
                      <a:pt x="860" y="1435"/>
                      <a:pt x="618" y="1435"/>
                    </a:cubicBezTo>
                    <a:cubicBezTo>
                      <a:pt x="376" y="1435"/>
                      <a:pt x="134" y="1268"/>
                      <a:pt x="167" y="935"/>
                    </a:cubicBezTo>
                    <a:lnTo>
                      <a:pt x="167" y="101"/>
                    </a:lnTo>
                    <a:cubicBezTo>
                      <a:pt x="134" y="34"/>
                      <a:pt x="101" y="1"/>
                      <a:pt x="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380;p24">
                <a:extLst>
                  <a:ext uri="{FF2B5EF4-FFF2-40B4-BE49-F238E27FC236}">
                    <a16:creationId xmlns:a16="http://schemas.microsoft.com/office/drawing/2014/main" id="{A360159C-C2E6-36DF-598A-B66A5761D917}"/>
                  </a:ext>
                </a:extLst>
              </p:cNvPr>
              <p:cNvSpPr/>
              <p:nvPr/>
            </p:nvSpPr>
            <p:spPr>
              <a:xfrm>
                <a:off x="6142362" y="4144105"/>
                <a:ext cx="4383" cy="5638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161" extrusionOk="0">
                    <a:moveTo>
                      <a:pt x="84" y="0"/>
                    </a:moveTo>
                    <a:cubicBezTo>
                      <a:pt x="42" y="0"/>
                      <a:pt x="0" y="26"/>
                      <a:pt x="0" y="76"/>
                    </a:cubicBezTo>
                    <a:lnTo>
                      <a:pt x="0" y="2110"/>
                    </a:lnTo>
                    <a:cubicBezTo>
                      <a:pt x="0" y="2144"/>
                      <a:pt x="42" y="2160"/>
                      <a:pt x="84" y="2160"/>
                    </a:cubicBezTo>
                    <a:cubicBezTo>
                      <a:pt x="125" y="2160"/>
                      <a:pt x="167" y="2144"/>
                      <a:pt x="167" y="2110"/>
                    </a:cubicBezTo>
                    <a:lnTo>
                      <a:pt x="167" y="76"/>
                    </a:lnTo>
                    <a:cubicBezTo>
                      <a:pt x="167" y="26"/>
                      <a:pt x="125" y="0"/>
                      <a:pt x="8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381;p24">
                <a:extLst>
                  <a:ext uri="{FF2B5EF4-FFF2-40B4-BE49-F238E27FC236}">
                    <a16:creationId xmlns:a16="http://schemas.microsoft.com/office/drawing/2014/main" id="{94DFB0C1-6ED7-44B8-2009-65802D53B186}"/>
                  </a:ext>
                </a:extLst>
              </p:cNvPr>
              <p:cNvSpPr/>
              <p:nvPr/>
            </p:nvSpPr>
            <p:spPr>
              <a:xfrm>
                <a:off x="6159763" y="4160828"/>
                <a:ext cx="46779" cy="40257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543" extrusionOk="0">
                    <a:moveTo>
                      <a:pt x="785" y="144"/>
                    </a:moveTo>
                    <a:cubicBezTo>
                      <a:pt x="941" y="144"/>
                      <a:pt x="1103" y="203"/>
                      <a:pt x="1235" y="335"/>
                    </a:cubicBezTo>
                    <a:cubicBezTo>
                      <a:pt x="1584" y="748"/>
                      <a:pt x="1328" y="1374"/>
                      <a:pt x="812" y="1374"/>
                    </a:cubicBezTo>
                    <a:cubicBezTo>
                      <a:pt x="787" y="1374"/>
                      <a:pt x="761" y="1372"/>
                      <a:pt x="734" y="1369"/>
                    </a:cubicBezTo>
                    <a:cubicBezTo>
                      <a:pt x="401" y="1369"/>
                      <a:pt x="167" y="1102"/>
                      <a:pt x="167" y="769"/>
                    </a:cubicBezTo>
                    <a:cubicBezTo>
                      <a:pt x="167" y="389"/>
                      <a:pt x="467" y="144"/>
                      <a:pt x="785" y="144"/>
                    </a:cubicBezTo>
                    <a:close/>
                    <a:moveTo>
                      <a:pt x="775" y="1"/>
                    </a:moveTo>
                    <a:cubicBezTo>
                      <a:pt x="762" y="1"/>
                      <a:pt x="748" y="1"/>
                      <a:pt x="734" y="2"/>
                    </a:cubicBezTo>
                    <a:cubicBezTo>
                      <a:pt x="334" y="35"/>
                      <a:pt x="0" y="369"/>
                      <a:pt x="34" y="769"/>
                    </a:cubicBezTo>
                    <a:cubicBezTo>
                      <a:pt x="34" y="1238"/>
                      <a:pt x="408" y="1542"/>
                      <a:pt x="795" y="1542"/>
                    </a:cubicBezTo>
                    <a:cubicBezTo>
                      <a:pt x="986" y="1542"/>
                      <a:pt x="1180" y="1468"/>
                      <a:pt x="1335" y="1303"/>
                    </a:cubicBezTo>
                    <a:cubicBezTo>
                      <a:pt x="1793" y="812"/>
                      <a:pt x="1449" y="1"/>
                      <a:pt x="77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382;p24">
                <a:extLst>
                  <a:ext uri="{FF2B5EF4-FFF2-40B4-BE49-F238E27FC236}">
                    <a16:creationId xmlns:a16="http://schemas.microsoft.com/office/drawing/2014/main" id="{BA340A3F-5D4E-4590-A8E9-349ADA4B57C8}"/>
                  </a:ext>
                </a:extLst>
              </p:cNvPr>
              <p:cNvSpPr/>
              <p:nvPr/>
            </p:nvSpPr>
            <p:spPr>
              <a:xfrm>
                <a:off x="6210245" y="4160828"/>
                <a:ext cx="46779" cy="40257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543" extrusionOk="0">
                    <a:moveTo>
                      <a:pt x="766" y="153"/>
                    </a:moveTo>
                    <a:cubicBezTo>
                      <a:pt x="928" y="153"/>
                      <a:pt x="1097" y="220"/>
                      <a:pt x="1234" y="369"/>
                    </a:cubicBezTo>
                    <a:cubicBezTo>
                      <a:pt x="1584" y="750"/>
                      <a:pt x="1328" y="1374"/>
                      <a:pt x="812" y="1374"/>
                    </a:cubicBezTo>
                    <a:cubicBezTo>
                      <a:pt x="787" y="1374"/>
                      <a:pt x="761" y="1372"/>
                      <a:pt x="734" y="1369"/>
                    </a:cubicBezTo>
                    <a:cubicBezTo>
                      <a:pt x="400" y="1369"/>
                      <a:pt x="167" y="1102"/>
                      <a:pt x="167" y="769"/>
                    </a:cubicBezTo>
                    <a:cubicBezTo>
                      <a:pt x="167" y="396"/>
                      <a:pt x="455" y="153"/>
                      <a:pt x="766" y="153"/>
                    </a:cubicBezTo>
                    <a:close/>
                    <a:moveTo>
                      <a:pt x="775" y="1"/>
                    </a:moveTo>
                    <a:cubicBezTo>
                      <a:pt x="761" y="1"/>
                      <a:pt x="748" y="1"/>
                      <a:pt x="734" y="2"/>
                    </a:cubicBezTo>
                    <a:cubicBezTo>
                      <a:pt x="334" y="35"/>
                      <a:pt x="0" y="369"/>
                      <a:pt x="34" y="769"/>
                    </a:cubicBezTo>
                    <a:cubicBezTo>
                      <a:pt x="34" y="1238"/>
                      <a:pt x="407" y="1542"/>
                      <a:pt x="794" y="1542"/>
                    </a:cubicBezTo>
                    <a:cubicBezTo>
                      <a:pt x="986" y="1542"/>
                      <a:pt x="1180" y="1468"/>
                      <a:pt x="1334" y="1303"/>
                    </a:cubicBezTo>
                    <a:cubicBezTo>
                      <a:pt x="1792" y="812"/>
                      <a:pt x="1449" y="1"/>
                      <a:pt x="77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383;p24">
                <a:extLst>
                  <a:ext uri="{FF2B5EF4-FFF2-40B4-BE49-F238E27FC236}">
                    <a16:creationId xmlns:a16="http://schemas.microsoft.com/office/drawing/2014/main" id="{E1A0C76E-71A1-23E2-9C77-6E316495873B}"/>
                  </a:ext>
                </a:extLst>
              </p:cNvPr>
              <p:cNvSpPr/>
              <p:nvPr/>
            </p:nvSpPr>
            <p:spPr>
              <a:xfrm>
                <a:off x="6263311" y="4144105"/>
                <a:ext cx="30499" cy="56172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2153" extrusionOk="0">
                    <a:moveTo>
                      <a:pt x="84" y="0"/>
                    </a:moveTo>
                    <a:cubicBezTo>
                      <a:pt x="43" y="0"/>
                      <a:pt x="1" y="26"/>
                      <a:pt x="1" y="76"/>
                    </a:cubicBezTo>
                    <a:lnTo>
                      <a:pt x="1" y="2077"/>
                    </a:lnTo>
                    <a:cubicBezTo>
                      <a:pt x="1" y="2127"/>
                      <a:pt x="43" y="2152"/>
                      <a:pt x="84" y="2152"/>
                    </a:cubicBezTo>
                    <a:cubicBezTo>
                      <a:pt x="126" y="2152"/>
                      <a:pt x="168" y="2127"/>
                      <a:pt x="168" y="2077"/>
                    </a:cubicBezTo>
                    <a:lnTo>
                      <a:pt x="168" y="1743"/>
                    </a:lnTo>
                    <a:lnTo>
                      <a:pt x="468" y="1410"/>
                    </a:lnTo>
                    <a:lnTo>
                      <a:pt x="1035" y="2144"/>
                    </a:lnTo>
                    <a:lnTo>
                      <a:pt x="1168" y="2144"/>
                    </a:lnTo>
                    <a:cubicBezTo>
                      <a:pt x="1168" y="2110"/>
                      <a:pt x="1168" y="2077"/>
                      <a:pt x="1168" y="2044"/>
                    </a:cubicBezTo>
                    <a:lnTo>
                      <a:pt x="568" y="1343"/>
                    </a:lnTo>
                    <a:lnTo>
                      <a:pt x="1168" y="743"/>
                    </a:lnTo>
                    <a:cubicBezTo>
                      <a:pt x="1168" y="709"/>
                      <a:pt x="1168" y="676"/>
                      <a:pt x="1168" y="643"/>
                    </a:cubicBezTo>
                    <a:cubicBezTo>
                      <a:pt x="1152" y="626"/>
                      <a:pt x="1127" y="618"/>
                      <a:pt x="1102" y="618"/>
                    </a:cubicBezTo>
                    <a:cubicBezTo>
                      <a:pt x="1077" y="618"/>
                      <a:pt x="1052" y="626"/>
                      <a:pt x="1035" y="643"/>
                    </a:cubicBezTo>
                    <a:lnTo>
                      <a:pt x="168" y="1543"/>
                    </a:lnTo>
                    <a:lnTo>
                      <a:pt x="168" y="76"/>
                    </a:lnTo>
                    <a:cubicBezTo>
                      <a:pt x="168" y="26"/>
                      <a:pt x="126" y="0"/>
                      <a:pt x="8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384;p24">
                <a:extLst>
                  <a:ext uri="{FF2B5EF4-FFF2-40B4-BE49-F238E27FC236}">
                    <a16:creationId xmlns:a16="http://schemas.microsoft.com/office/drawing/2014/main" id="{196CEBF0-90CA-9869-131E-CC4DACAEEFCB}"/>
                  </a:ext>
                </a:extLst>
              </p:cNvPr>
              <p:cNvSpPr/>
              <p:nvPr/>
            </p:nvSpPr>
            <p:spPr>
              <a:xfrm>
                <a:off x="6324228" y="4160854"/>
                <a:ext cx="42683" cy="5572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2136" extrusionOk="0">
                    <a:moveTo>
                      <a:pt x="927" y="246"/>
                    </a:moveTo>
                    <a:cubicBezTo>
                      <a:pt x="1207" y="246"/>
                      <a:pt x="1480" y="444"/>
                      <a:pt x="1502" y="768"/>
                    </a:cubicBezTo>
                    <a:cubicBezTo>
                      <a:pt x="1502" y="1101"/>
                      <a:pt x="1235" y="1368"/>
                      <a:pt x="935" y="1368"/>
                    </a:cubicBezTo>
                    <a:cubicBezTo>
                      <a:pt x="435" y="1368"/>
                      <a:pt x="168" y="768"/>
                      <a:pt x="501" y="434"/>
                    </a:cubicBezTo>
                    <a:cubicBezTo>
                      <a:pt x="619" y="305"/>
                      <a:pt x="774" y="246"/>
                      <a:pt x="927" y="246"/>
                    </a:cubicBezTo>
                    <a:close/>
                    <a:moveTo>
                      <a:pt x="935" y="1"/>
                    </a:moveTo>
                    <a:cubicBezTo>
                      <a:pt x="1" y="67"/>
                      <a:pt x="1" y="1435"/>
                      <a:pt x="935" y="1502"/>
                    </a:cubicBezTo>
                    <a:cubicBezTo>
                      <a:pt x="1168" y="1502"/>
                      <a:pt x="1369" y="1402"/>
                      <a:pt x="1502" y="1201"/>
                    </a:cubicBezTo>
                    <a:lnTo>
                      <a:pt x="1502" y="1402"/>
                    </a:lnTo>
                    <a:cubicBezTo>
                      <a:pt x="1502" y="1702"/>
                      <a:pt x="1235" y="1969"/>
                      <a:pt x="935" y="1969"/>
                    </a:cubicBezTo>
                    <a:cubicBezTo>
                      <a:pt x="835" y="1969"/>
                      <a:pt x="768" y="1935"/>
                      <a:pt x="701" y="1902"/>
                    </a:cubicBezTo>
                    <a:cubicBezTo>
                      <a:pt x="682" y="1892"/>
                      <a:pt x="665" y="1888"/>
                      <a:pt x="651" y="1888"/>
                    </a:cubicBezTo>
                    <a:cubicBezTo>
                      <a:pt x="618" y="1888"/>
                      <a:pt x="601" y="1912"/>
                      <a:pt x="601" y="1935"/>
                    </a:cubicBezTo>
                    <a:cubicBezTo>
                      <a:pt x="568" y="1969"/>
                      <a:pt x="568" y="2035"/>
                      <a:pt x="601" y="2035"/>
                    </a:cubicBezTo>
                    <a:cubicBezTo>
                      <a:pt x="701" y="2102"/>
                      <a:pt x="802" y="2102"/>
                      <a:pt x="935" y="2135"/>
                    </a:cubicBezTo>
                    <a:cubicBezTo>
                      <a:pt x="1302" y="2135"/>
                      <a:pt x="1635" y="1802"/>
                      <a:pt x="1635" y="1402"/>
                    </a:cubicBezTo>
                    <a:lnTo>
                      <a:pt x="1635" y="67"/>
                    </a:lnTo>
                    <a:cubicBezTo>
                      <a:pt x="1635" y="34"/>
                      <a:pt x="1602" y="1"/>
                      <a:pt x="1569" y="1"/>
                    </a:cubicBezTo>
                    <a:cubicBezTo>
                      <a:pt x="1535" y="1"/>
                      <a:pt x="1502" y="34"/>
                      <a:pt x="1502" y="67"/>
                    </a:cubicBezTo>
                    <a:lnTo>
                      <a:pt x="1502" y="301"/>
                    </a:lnTo>
                    <a:cubicBezTo>
                      <a:pt x="1369" y="101"/>
                      <a:pt x="1168" y="1"/>
                      <a:pt x="93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385;p24">
                <a:extLst>
                  <a:ext uri="{FF2B5EF4-FFF2-40B4-BE49-F238E27FC236}">
                    <a16:creationId xmlns:a16="http://schemas.microsoft.com/office/drawing/2014/main" id="{DF6EBF27-A5CF-6FC2-8D5C-5140A336A623}"/>
                  </a:ext>
                </a:extLst>
              </p:cNvPr>
              <p:cNvSpPr/>
              <p:nvPr/>
            </p:nvSpPr>
            <p:spPr>
              <a:xfrm>
                <a:off x="6386033" y="4161376"/>
                <a:ext cx="21785" cy="39552"/>
              </a:xfrm>
              <a:custGeom>
                <a:avLst/>
                <a:gdLst/>
                <a:ahLst/>
                <a:cxnLst/>
                <a:rect l="l" t="t" r="r" b="b"/>
                <a:pathLst>
                  <a:path w="835" h="1516" extrusionOk="0">
                    <a:moveTo>
                      <a:pt x="41" y="1"/>
                    </a:moveTo>
                    <a:cubicBezTo>
                      <a:pt x="18" y="1"/>
                      <a:pt x="0" y="32"/>
                      <a:pt x="0" y="81"/>
                    </a:cubicBezTo>
                    <a:lnTo>
                      <a:pt x="0" y="1448"/>
                    </a:lnTo>
                    <a:cubicBezTo>
                      <a:pt x="0" y="1482"/>
                      <a:pt x="34" y="1515"/>
                      <a:pt x="67" y="1515"/>
                    </a:cubicBezTo>
                    <a:cubicBezTo>
                      <a:pt x="100" y="1515"/>
                      <a:pt x="134" y="1482"/>
                      <a:pt x="134" y="1448"/>
                    </a:cubicBezTo>
                    <a:lnTo>
                      <a:pt x="134" y="781"/>
                    </a:lnTo>
                    <a:cubicBezTo>
                      <a:pt x="134" y="748"/>
                      <a:pt x="134" y="748"/>
                      <a:pt x="134" y="748"/>
                    </a:cubicBezTo>
                    <a:cubicBezTo>
                      <a:pt x="200" y="614"/>
                      <a:pt x="234" y="514"/>
                      <a:pt x="334" y="381"/>
                    </a:cubicBezTo>
                    <a:cubicBezTo>
                      <a:pt x="434" y="247"/>
                      <a:pt x="601" y="147"/>
                      <a:pt x="768" y="147"/>
                    </a:cubicBezTo>
                    <a:cubicBezTo>
                      <a:pt x="801" y="147"/>
                      <a:pt x="834" y="114"/>
                      <a:pt x="834" y="81"/>
                    </a:cubicBezTo>
                    <a:cubicBezTo>
                      <a:pt x="834" y="32"/>
                      <a:pt x="816" y="1"/>
                      <a:pt x="794" y="1"/>
                    </a:cubicBezTo>
                    <a:cubicBezTo>
                      <a:pt x="785" y="1"/>
                      <a:pt x="776" y="5"/>
                      <a:pt x="768" y="14"/>
                    </a:cubicBezTo>
                    <a:cubicBezTo>
                      <a:pt x="501" y="14"/>
                      <a:pt x="267" y="147"/>
                      <a:pt x="167" y="381"/>
                    </a:cubicBezTo>
                    <a:cubicBezTo>
                      <a:pt x="134" y="381"/>
                      <a:pt x="134" y="381"/>
                      <a:pt x="134" y="414"/>
                    </a:cubicBezTo>
                    <a:lnTo>
                      <a:pt x="134" y="81"/>
                    </a:lnTo>
                    <a:cubicBezTo>
                      <a:pt x="134" y="54"/>
                      <a:pt x="112" y="5"/>
                      <a:pt x="86" y="5"/>
                    </a:cubicBezTo>
                    <a:cubicBezTo>
                      <a:pt x="80" y="5"/>
                      <a:pt x="73" y="8"/>
                      <a:pt x="67" y="14"/>
                    </a:cubicBezTo>
                    <a:cubicBezTo>
                      <a:pt x="58" y="5"/>
                      <a:pt x="49" y="1"/>
                      <a:pt x="4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386;p24">
                <a:extLst>
                  <a:ext uri="{FF2B5EF4-FFF2-40B4-BE49-F238E27FC236}">
                    <a16:creationId xmlns:a16="http://schemas.microsoft.com/office/drawing/2014/main" id="{427F206F-B912-504B-0206-EC3B05574D9F}"/>
                  </a:ext>
                </a:extLst>
              </p:cNvPr>
              <p:cNvSpPr/>
              <p:nvPr/>
            </p:nvSpPr>
            <p:spPr>
              <a:xfrm>
                <a:off x="6413870" y="4162471"/>
                <a:ext cx="38326" cy="37570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1440" extrusionOk="0">
                    <a:moveTo>
                      <a:pt x="768" y="105"/>
                    </a:moveTo>
                    <a:cubicBezTo>
                      <a:pt x="1035" y="105"/>
                      <a:pt x="1268" y="306"/>
                      <a:pt x="1335" y="572"/>
                    </a:cubicBezTo>
                    <a:lnTo>
                      <a:pt x="168" y="572"/>
                    </a:lnTo>
                    <a:cubicBezTo>
                      <a:pt x="234" y="306"/>
                      <a:pt x="468" y="105"/>
                      <a:pt x="768" y="105"/>
                    </a:cubicBezTo>
                    <a:close/>
                    <a:moveTo>
                      <a:pt x="755" y="1"/>
                    </a:moveTo>
                    <a:cubicBezTo>
                      <a:pt x="395" y="1"/>
                      <a:pt x="34" y="243"/>
                      <a:pt x="34" y="706"/>
                    </a:cubicBezTo>
                    <a:cubicBezTo>
                      <a:pt x="1" y="1106"/>
                      <a:pt x="334" y="1440"/>
                      <a:pt x="735" y="1440"/>
                    </a:cubicBezTo>
                    <a:cubicBezTo>
                      <a:pt x="1001" y="1440"/>
                      <a:pt x="1235" y="1340"/>
                      <a:pt x="1368" y="1106"/>
                    </a:cubicBezTo>
                    <a:cubicBezTo>
                      <a:pt x="1368" y="1073"/>
                      <a:pt x="1368" y="1039"/>
                      <a:pt x="1335" y="1006"/>
                    </a:cubicBezTo>
                    <a:cubicBezTo>
                      <a:pt x="1325" y="996"/>
                      <a:pt x="1313" y="992"/>
                      <a:pt x="1300" y="992"/>
                    </a:cubicBezTo>
                    <a:cubicBezTo>
                      <a:pt x="1268" y="992"/>
                      <a:pt x="1235" y="1016"/>
                      <a:pt x="1235" y="1039"/>
                    </a:cubicBezTo>
                    <a:cubicBezTo>
                      <a:pt x="1135" y="1206"/>
                      <a:pt x="935" y="1306"/>
                      <a:pt x="735" y="1306"/>
                    </a:cubicBezTo>
                    <a:cubicBezTo>
                      <a:pt x="434" y="1306"/>
                      <a:pt x="168" y="1039"/>
                      <a:pt x="168" y="739"/>
                    </a:cubicBezTo>
                    <a:lnTo>
                      <a:pt x="1402" y="739"/>
                    </a:lnTo>
                    <a:cubicBezTo>
                      <a:pt x="1435" y="739"/>
                      <a:pt x="1468" y="706"/>
                      <a:pt x="1468" y="672"/>
                    </a:cubicBezTo>
                    <a:cubicBezTo>
                      <a:pt x="1436" y="218"/>
                      <a:pt x="1096" y="1"/>
                      <a:pt x="75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387;p24">
                <a:extLst>
                  <a:ext uri="{FF2B5EF4-FFF2-40B4-BE49-F238E27FC236}">
                    <a16:creationId xmlns:a16="http://schemas.microsoft.com/office/drawing/2014/main" id="{D5E7BAC9-B821-1B57-64DE-038E08D818BE}"/>
                  </a:ext>
                </a:extLst>
              </p:cNvPr>
              <p:cNvSpPr/>
              <p:nvPr/>
            </p:nvSpPr>
            <p:spPr>
              <a:xfrm>
                <a:off x="6456526" y="4160854"/>
                <a:ext cx="42657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536" extrusionOk="0">
                    <a:moveTo>
                      <a:pt x="926" y="246"/>
                    </a:moveTo>
                    <a:cubicBezTo>
                      <a:pt x="1207" y="246"/>
                      <a:pt x="1480" y="444"/>
                      <a:pt x="1501" y="768"/>
                    </a:cubicBezTo>
                    <a:cubicBezTo>
                      <a:pt x="1501" y="1101"/>
                      <a:pt x="1234" y="1368"/>
                      <a:pt x="934" y="1368"/>
                    </a:cubicBezTo>
                    <a:cubicBezTo>
                      <a:pt x="434" y="1368"/>
                      <a:pt x="167" y="801"/>
                      <a:pt x="501" y="434"/>
                    </a:cubicBezTo>
                    <a:cubicBezTo>
                      <a:pt x="618" y="305"/>
                      <a:pt x="773" y="246"/>
                      <a:pt x="926" y="246"/>
                    </a:cubicBezTo>
                    <a:close/>
                    <a:moveTo>
                      <a:pt x="934" y="1"/>
                    </a:moveTo>
                    <a:cubicBezTo>
                      <a:pt x="0" y="67"/>
                      <a:pt x="0" y="1435"/>
                      <a:pt x="934" y="1535"/>
                    </a:cubicBezTo>
                    <a:cubicBezTo>
                      <a:pt x="1168" y="1502"/>
                      <a:pt x="1368" y="1402"/>
                      <a:pt x="1501" y="1235"/>
                    </a:cubicBezTo>
                    <a:lnTo>
                      <a:pt x="1501" y="1468"/>
                    </a:lnTo>
                    <a:cubicBezTo>
                      <a:pt x="1501" y="1502"/>
                      <a:pt x="1535" y="1535"/>
                      <a:pt x="1568" y="1535"/>
                    </a:cubicBezTo>
                    <a:cubicBezTo>
                      <a:pt x="1601" y="1535"/>
                      <a:pt x="1635" y="1502"/>
                      <a:pt x="1635" y="1468"/>
                    </a:cubicBezTo>
                    <a:lnTo>
                      <a:pt x="1635" y="101"/>
                    </a:lnTo>
                    <a:cubicBezTo>
                      <a:pt x="1635" y="34"/>
                      <a:pt x="1635" y="1"/>
                      <a:pt x="1568" y="1"/>
                    </a:cubicBezTo>
                    <a:cubicBezTo>
                      <a:pt x="1535" y="1"/>
                      <a:pt x="1501" y="34"/>
                      <a:pt x="1501" y="67"/>
                    </a:cubicBezTo>
                    <a:lnTo>
                      <a:pt x="1501" y="301"/>
                    </a:lnTo>
                    <a:cubicBezTo>
                      <a:pt x="1368" y="101"/>
                      <a:pt x="1168" y="1"/>
                      <a:pt x="9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388;p24">
                <a:extLst>
                  <a:ext uri="{FF2B5EF4-FFF2-40B4-BE49-F238E27FC236}">
                    <a16:creationId xmlns:a16="http://schemas.microsoft.com/office/drawing/2014/main" id="{93878A35-26D9-2CC8-8A6C-97F115B44B8B}"/>
                  </a:ext>
                </a:extLst>
              </p:cNvPr>
              <p:cNvSpPr/>
              <p:nvPr/>
            </p:nvSpPr>
            <p:spPr>
              <a:xfrm>
                <a:off x="6512226" y="4144313"/>
                <a:ext cx="18289" cy="56615"/>
              </a:xfrm>
              <a:custGeom>
                <a:avLst/>
                <a:gdLst/>
                <a:ahLst/>
                <a:cxnLst/>
                <a:rect l="l" t="t" r="r" b="b"/>
                <a:pathLst>
                  <a:path w="701" h="2170" extrusionOk="0">
                    <a:moveTo>
                      <a:pt x="334" y="1"/>
                    </a:moveTo>
                    <a:cubicBezTo>
                      <a:pt x="300" y="1"/>
                      <a:pt x="267" y="34"/>
                      <a:pt x="267" y="68"/>
                    </a:cubicBezTo>
                    <a:lnTo>
                      <a:pt x="267" y="635"/>
                    </a:lnTo>
                    <a:lnTo>
                      <a:pt x="67" y="635"/>
                    </a:lnTo>
                    <a:cubicBezTo>
                      <a:pt x="0" y="635"/>
                      <a:pt x="0" y="668"/>
                      <a:pt x="0" y="735"/>
                    </a:cubicBezTo>
                    <a:cubicBezTo>
                      <a:pt x="0" y="768"/>
                      <a:pt x="0" y="801"/>
                      <a:pt x="67" y="801"/>
                    </a:cubicBezTo>
                    <a:lnTo>
                      <a:pt x="267" y="801"/>
                    </a:lnTo>
                    <a:lnTo>
                      <a:pt x="267" y="1902"/>
                    </a:lnTo>
                    <a:cubicBezTo>
                      <a:pt x="267" y="2036"/>
                      <a:pt x="367" y="2169"/>
                      <a:pt x="534" y="2169"/>
                    </a:cubicBezTo>
                    <a:cubicBezTo>
                      <a:pt x="567" y="2169"/>
                      <a:pt x="601" y="2136"/>
                      <a:pt x="601" y="2102"/>
                    </a:cubicBezTo>
                    <a:cubicBezTo>
                      <a:pt x="601" y="2036"/>
                      <a:pt x="567" y="2002"/>
                      <a:pt x="534" y="2002"/>
                    </a:cubicBezTo>
                    <a:cubicBezTo>
                      <a:pt x="467" y="2002"/>
                      <a:pt x="400" y="1969"/>
                      <a:pt x="400" y="1902"/>
                    </a:cubicBezTo>
                    <a:lnTo>
                      <a:pt x="400" y="801"/>
                    </a:lnTo>
                    <a:lnTo>
                      <a:pt x="601" y="801"/>
                    </a:lnTo>
                    <a:cubicBezTo>
                      <a:pt x="634" y="801"/>
                      <a:pt x="667" y="768"/>
                      <a:pt x="667" y="735"/>
                    </a:cubicBezTo>
                    <a:cubicBezTo>
                      <a:pt x="701" y="668"/>
                      <a:pt x="667" y="635"/>
                      <a:pt x="601" y="635"/>
                    </a:cubicBezTo>
                    <a:lnTo>
                      <a:pt x="400" y="635"/>
                    </a:lnTo>
                    <a:lnTo>
                      <a:pt x="400" y="68"/>
                    </a:lnTo>
                    <a:cubicBezTo>
                      <a:pt x="400" y="34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389;p24">
                <a:extLst>
                  <a:ext uri="{FF2B5EF4-FFF2-40B4-BE49-F238E27FC236}">
                    <a16:creationId xmlns:a16="http://schemas.microsoft.com/office/drawing/2014/main" id="{FCFD3C7D-8950-B40A-24A5-3B7637AA6D0C}"/>
                  </a:ext>
                </a:extLst>
              </p:cNvPr>
              <p:cNvSpPr/>
              <p:nvPr/>
            </p:nvSpPr>
            <p:spPr>
              <a:xfrm>
                <a:off x="6548777" y="4144313"/>
                <a:ext cx="3496" cy="56615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170" extrusionOk="0">
                    <a:moveTo>
                      <a:pt x="67" y="1"/>
                    </a:moveTo>
                    <a:cubicBezTo>
                      <a:pt x="33" y="1"/>
                      <a:pt x="0" y="34"/>
                      <a:pt x="0" y="68"/>
                    </a:cubicBezTo>
                    <a:lnTo>
                      <a:pt x="0" y="1635"/>
                    </a:lnTo>
                    <a:cubicBezTo>
                      <a:pt x="0" y="1669"/>
                      <a:pt x="33" y="1702"/>
                      <a:pt x="67" y="1702"/>
                    </a:cubicBezTo>
                    <a:cubicBezTo>
                      <a:pt x="100" y="1702"/>
                      <a:pt x="134" y="1669"/>
                      <a:pt x="134" y="1635"/>
                    </a:cubicBezTo>
                    <a:lnTo>
                      <a:pt x="134" y="68"/>
                    </a:lnTo>
                    <a:cubicBezTo>
                      <a:pt x="134" y="34"/>
                      <a:pt x="100" y="1"/>
                      <a:pt x="67" y="1"/>
                    </a:cubicBezTo>
                    <a:close/>
                    <a:moveTo>
                      <a:pt x="67" y="1936"/>
                    </a:moveTo>
                    <a:cubicBezTo>
                      <a:pt x="33" y="1936"/>
                      <a:pt x="0" y="1969"/>
                      <a:pt x="0" y="2002"/>
                    </a:cubicBezTo>
                    <a:lnTo>
                      <a:pt x="0" y="2102"/>
                    </a:lnTo>
                    <a:cubicBezTo>
                      <a:pt x="0" y="2136"/>
                      <a:pt x="33" y="2169"/>
                      <a:pt x="67" y="2169"/>
                    </a:cubicBezTo>
                    <a:cubicBezTo>
                      <a:pt x="100" y="2169"/>
                      <a:pt x="134" y="2136"/>
                      <a:pt x="134" y="2102"/>
                    </a:cubicBezTo>
                    <a:lnTo>
                      <a:pt x="134" y="2002"/>
                    </a:lnTo>
                    <a:cubicBezTo>
                      <a:pt x="134" y="1969"/>
                      <a:pt x="100" y="1936"/>
                      <a:pt x="67" y="193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390;p24">
                <a:extLst>
                  <a:ext uri="{FF2B5EF4-FFF2-40B4-BE49-F238E27FC236}">
                    <a16:creationId xmlns:a16="http://schemas.microsoft.com/office/drawing/2014/main" id="{A2A75E90-FF14-1B1A-3DF4-C4AC5A07DC57}"/>
                  </a:ext>
                </a:extLst>
              </p:cNvPr>
              <p:cNvSpPr/>
              <p:nvPr/>
            </p:nvSpPr>
            <p:spPr>
              <a:xfrm>
                <a:off x="5780272" y="4393125"/>
                <a:ext cx="59798" cy="57633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2209" extrusionOk="0">
                    <a:moveTo>
                      <a:pt x="1443" y="1"/>
                    </a:moveTo>
                    <a:cubicBezTo>
                      <a:pt x="1" y="1"/>
                      <a:pt x="1" y="2209"/>
                      <a:pt x="1443" y="2209"/>
                    </a:cubicBezTo>
                    <a:cubicBezTo>
                      <a:pt x="1474" y="2209"/>
                      <a:pt x="1505" y="2208"/>
                      <a:pt x="1537" y="2206"/>
                    </a:cubicBezTo>
                    <a:cubicBezTo>
                      <a:pt x="1771" y="2206"/>
                      <a:pt x="2038" y="2106"/>
                      <a:pt x="2238" y="1972"/>
                    </a:cubicBezTo>
                    <a:cubicBezTo>
                      <a:pt x="2292" y="1918"/>
                      <a:pt x="2236" y="1820"/>
                      <a:pt x="2178" y="1820"/>
                    </a:cubicBezTo>
                    <a:cubicBezTo>
                      <a:pt x="2164" y="1820"/>
                      <a:pt x="2150" y="1826"/>
                      <a:pt x="2138" y="1839"/>
                    </a:cubicBezTo>
                    <a:cubicBezTo>
                      <a:pt x="1971" y="1972"/>
                      <a:pt x="1737" y="2039"/>
                      <a:pt x="1537" y="2039"/>
                    </a:cubicBezTo>
                    <a:cubicBezTo>
                      <a:pt x="270" y="2039"/>
                      <a:pt x="270" y="171"/>
                      <a:pt x="1537" y="171"/>
                    </a:cubicBezTo>
                    <a:cubicBezTo>
                      <a:pt x="1737" y="171"/>
                      <a:pt x="1971" y="237"/>
                      <a:pt x="2138" y="371"/>
                    </a:cubicBezTo>
                    <a:cubicBezTo>
                      <a:pt x="2154" y="388"/>
                      <a:pt x="2171" y="396"/>
                      <a:pt x="2188" y="396"/>
                    </a:cubicBezTo>
                    <a:cubicBezTo>
                      <a:pt x="2204" y="396"/>
                      <a:pt x="2221" y="388"/>
                      <a:pt x="2238" y="371"/>
                    </a:cubicBezTo>
                    <a:cubicBezTo>
                      <a:pt x="2271" y="338"/>
                      <a:pt x="2271" y="304"/>
                      <a:pt x="2238" y="271"/>
                    </a:cubicBezTo>
                    <a:cubicBezTo>
                      <a:pt x="2038" y="104"/>
                      <a:pt x="1804" y="37"/>
                      <a:pt x="1537" y="37"/>
                    </a:cubicBezTo>
                    <a:lnTo>
                      <a:pt x="1537" y="4"/>
                    </a:lnTo>
                    <a:cubicBezTo>
                      <a:pt x="1505" y="2"/>
                      <a:pt x="1474" y="1"/>
                      <a:pt x="144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391;p24">
                <a:extLst>
                  <a:ext uri="{FF2B5EF4-FFF2-40B4-BE49-F238E27FC236}">
                    <a16:creationId xmlns:a16="http://schemas.microsoft.com/office/drawing/2014/main" id="{94B825A4-2BC0-ACE0-A815-F6A1EE0BED61}"/>
                  </a:ext>
                </a:extLst>
              </p:cNvPr>
              <p:cNvSpPr/>
              <p:nvPr/>
            </p:nvSpPr>
            <p:spPr>
              <a:xfrm>
                <a:off x="5851704" y="4411465"/>
                <a:ext cx="46753" cy="39396"/>
              </a:xfrm>
              <a:custGeom>
                <a:avLst/>
                <a:gdLst/>
                <a:ahLst/>
                <a:cxnLst/>
                <a:rect l="l" t="t" r="r" b="b"/>
                <a:pathLst>
                  <a:path w="1792" h="1510" extrusionOk="0">
                    <a:moveTo>
                      <a:pt x="784" y="144"/>
                    </a:moveTo>
                    <a:cubicBezTo>
                      <a:pt x="941" y="144"/>
                      <a:pt x="1102" y="203"/>
                      <a:pt x="1234" y="335"/>
                    </a:cubicBezTo>
                    <a:cubicBezTo>
                      <a:pt x="1592" y="726"/>
                      <a:pt x="1315" y="1370"/>
                      <a:pt x="775" y="1370"/>
                    </a:cubicBezTo>
                    <a:cubicBezTo>
                      <a:pt x="761" y="1370"/>
                      <a:pt x="748" y="1370"/>
                      <a:pt x="734" y="1369"/>
                    </a:cubicBezTo>
                    <a:cubicBezTo>
                      <a:pt x="400" y="1369"/>
                      <a:pt x="167" y="1069"/>
                      <a:pt x="167" y="769"/>
                    </a:cubicBezTo>
                    <a:cubicBezTo>
                      <a:pt x="167" y="389"/>
                      <a:pt x="466" y="144"/>
                      <a:pt x="784" y="144"/>
                    </a:cubicBezTo>
                    <a:close/>
                    <a:moveTo>
                      <a:pt x="776" y="0"/>
                    </a:moveTo>
                    <a:cubicBezTo>
                      <a:pt x="762" y="0"/>
                      <a:pt x="748" y="1"/>
                      <a:pt x="734" y="2"/>
                    </a:cubicBezTo>
                    <a:cubicBezTo>
                      <a:pt x="334" y="2"/>
                      <a:pt x="0" y="335"/>
                      <a:pt x="33" y="769"/>
                    </a:cubicBezTo>
                    <a:cubicBezTo>
                      <a:pt x="33" y="1213"/>
                      <a:pt x="404" y="1510"/>
                      <a:pt x="789" y="1510"/>
                    </a:cubicBezTo>
                    <a:cubicBezTo>
                      <a:pt x="982" y="1510"/>
                      <a:pt x="1179" y="1436"/>
                      <a:pt x="1334" y="1269"/>
                    </a:cubicBezTo>
                    <a:cubicBezTo>
                      <a:pt x="1792" y="779"/>
                      <a:pt x="1449" y="0"/>
                      <a:pt x="77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392;p24">
                <a:extLst>
                  <a:ext uri="{FF2B5EF4-FFF2-40B4-BE49-F238E27FC236}">
                    <a16:creationId xmlns:a16="http://schemas.microsoft.com/office/drawing/2014/main" id="{24C55FD1-5FE5-704F-016C-8C1EF5A11918}"/>
                  </a:ext>
                </a:extLst>
              </p:cNvPr>
              <p:cNvSpPr/>
              <p:nvPr/>
            </p:nvSpPr>
            <p:spPr>
              <a:xfrm>
                <a:off x="5906517" y="4412352"/>
                <a:ext cx="60085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1536" extrusionOk="0">
                    <a:moveTo>
                      <a:pt x="67" y="1"/>
                    </a:moveTo>
                    <a:cubicBezTo>
                      <a:pt x="34" y="1"/>
                      <a:pt x="1" y="34"/>
                      <a:pt x="1" y="68"/>
                    </a:cubicBezTo>
                    <a:lnTo>
                      <a:pt x="1" y="1469"/>
                    </a:lnTo>
                    <a:cubicBezTo>
                      <a:pt x="1" y="1502"/>
                      <a:pt x="34" y="1502"/>
                      <a:pt x="67" y="1502"/>
                    </a:cubicBezTo>
                    <a:lnTo>
                      <a:pt x="101" y="1502"/>
                    </a:lnTo>
                    <a:cubicBezTo>
                      <a:pt x="134" y="1502"/>
                      <a:pt x="134" y="1469"/>
                      <a:pt x="134" y="1469"/>
                    </a:cubicBezTo>
                    <a:lnTo>
                      <a:pt x="134" y="635"/>
                    </a:lnTo>
                    <a:cubicBezTo>
                      <a:pt x="134" y="318"/>
                      <a:pt x="367" y="159"/>
                      <a:pt x="601" y="159"/>
                    </a:cubicBezTo>
                    <a:cubicBezTo>
                      <a:pt x="834" y="159"/>
                      <a:pt x="1068" y="318"/>
                      <a:pt x="1068" y="635"/>
                    </a:cubicBezTo>
                    <a:lnTo>
                      <a:pt x="1068" y="1469"/>
                    </a:lnTo>
                    <a:lnTo>
                      <a:pt x="1135" y="1469"/>
                    </a:lnTo>
                    <a:cubicBezTo>
                      <a:pt x="1135" y="1435"/>
                      <a:pt x="1168" y="1435"/>
                      <a:pt x="1168" y="1435"/>
                    </a:cubicBezTo>
                    <a:lnTo>
                      <a:pt x="1168" y="601"/>
                    </a:lnTo>
                    <a:cubicBezTo>
                      <a:pt x="1168" y="284"/>
                      <a:pt x="1402" y="126"/>
                      <a:pt x="1635" y="126"/>
                    </a:cubicBezTo>
                    <a:cubicBezTo>
                      <a:pt x="1869" y="126"/>
                      <a:pt x="2102" y="284"/>
                      <a:pt x="2102" y="601"/>
                    </a:cubicBezTo>
                    <a:lnTo>
                      <a:pt x="2169" y="1469"/>
                    </a:lnTo>
                    <a:cubicBezTo>
                      <a:pt x="2169" y="1502"/>
                      <a:pt x="2202" y="1535"/>
                      <a:pt x="2235" y="1535"/>
                    </a:cubicBezTo>
                    <a:cubicBezTo>
                      <a:pt x="2269" y="1535"/>
                      <a:pt x="2302" y="1502"/>
                      <a:pt x="2302" y="1469"/>
                    </a:cubicBezTo>
                    <a:lnTo>
                      <a:pt x="2302" y="635"/>
                    </a:lnTo>
                    <a:cubicBezTo>
                      <a:pt x="2302" y="268"/>
                      <a:pt x="2035" y="1"/>
                      <a:pt x="1702" y="1"/>
                    </a:cubicBezTo>
                    <a:cubicBezTo>
                      <a:pt x="1468" y="1"/>
                      <a:pt x="1268" y="134"/>
                      <a:pt x="1168" y="334"/>
                    </a:cubicBezTo>
                    <a:cubicBezTo>
                      <a:pt x="1041" y="116"/>
                      <a:pt x="834" y="7"/>
                      <a:pt x="624" y="7"/>
                    </a:cubicBezTo>
                    <a:cubicBezTo>
                      <a:pt x="448" y="7"/>
                      <a:pt x="270" y="83"/>
                      <a:pt x="134" y="234"/>
                    </a:cubicBezTo>
                    <a:lnTo>
                      <a:pt x="134" y="68"/>
                    </a:lnTo>
                    <a:cubicBezTo>
                      <a:pt x="134" y="34"/>
                      <a:pt x="101" y="1"/>
                      <a:pt x="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393;p24">
                <a:extLst>
                  <a:ext uri="{FF2B5EF4-FFF2-40B4-BE49-F238E27FC236}">
                    <a16:creationId xmlns:a16="http://schemas.microsoft.com/office/drawing/2014/main" id="{74FB3889-1682-A5F5-BBCD-FB4E8CE85B14}"/>
                  </a:ext>
                </a:extLst>
              </p:cNvPr>
              <p:cNvSpPr/>
              <p:nvPr/>
            </p:nvSpPr>
            <p:spPr>
              <a:xfrm>
                <a:off x="5983088" y="4412352"/>
                <a:ext cx="60946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1536" extrusionOk="0">
                    <a:moveTo>
                      <a:pt x="68" y="1"/>
                    </a:moveTo>
                    <a:cubicBezTo>
                      <a:pt x="34" y="1"/>
                      <a:pt x="1" y="34"/>
                      <a:pt x="1" y="68"/>
                    </a:cubicBezTo>
                    <a:lnTo>
                      <a:pt x="1" y="1469"/>
                    </a:lnTo>
                    <a:cubicBezTo>
                      <a:pt x="1" y="1502"/>
                      <a:pt x="34" y="1502"/>
                      <a:pt x="68" y="1502"/>
                    </a:cubicBezTo>
                    <a:lnTo>
                      <a:pt x="101" y="1502"/>
                    </a:lnTo>
                    <a:cubicBezTo>
                      <a:pt x="134" y="1502"/>
                      <a:pt x="134" y="1469"/>
                      <a:pt x="134" y="1469"/>
                    </a:cubicBezTo>
                    <a:lnTo>
                      <a:pt x="134" y="635"/>
                    </a:lnTo>
                    <a:cubicBezTo>
                      <a:pt x="134" y="318"/>
                      <a:pt x="368" y="159"/>
                      <a:pt x="601" y="159"/>
                    </a:cubicBezTo>
                    <a:cubicBezTo>
                      <a:pt x="835" y="159"/>
                      <a:pt x="1068" y="318"/>
                      <a:pt x="1068" y="635"/>
                    </a:cubicBezTo>
                    <a:lnTo>
                      <a:pt x="1068" y="1469"/>
                    </a:lnTo>
                    <a:lnTo>
                      <a:pt x="1135" y="1469"/>
                    </a:lnTo>
                    <a:cubicBezTo>
                      <a:pt x="1135" y="1435"/>
                      <a:pt x="1168" y="1435"/>
                      <a:pt x="1168" y="1435"/>
                    </a:cubicBezTo>
                    <a:lnTo>
                      <a:pt x="1168" y="601"/>
                    </a:lnTo>
                    <a:cubicBezTo>
                      <a:pt x="1168" y="334"/>
                      <a:pt x="1369" y="101"/>
                      <a:pt x="1635" y="101"/>
                    </a:cubicBezTo>
                    <a:cubicBezTo>
                      <a:pt x="1902" y="134"/>
                      <a:pt x="2102" y="334"/>
                      <a:pt x="2102" y="601"/>
                    </a:cubicBezTo>
                    <a:lnTo>
                      <a:pt x="2169" y="1469"/>
                    </a:lnTo>
                    <a:cubicBezTo>
                      <a:pt x="2169" y="1502"/>
                      <a:pt x="2203" y="1535"/>
                      <a:pt x="2236" y="1535"/>
                    </a:cubicBezTo>
                    <a:cubicBezTo>
                      <a:pt x="2303" y="1535"/>
                      <a:pt x="2336" y="1502"/>
                      <a:pt x="2336" y="1469"/>
                    </a:cubicBezTo>
                    <a:lnTo>
                      <a:pt x="2336" y="635"/>
                    </a:lnTo>
                    <a:cubicBezTo>
                      <a:pt x="2336" y="268"/>
                      <a:pt x="2036" y="1"/>
                      <a:pt x="1702" y="1"/>
                    </a:cubicBezTo>
                    <a:cubicBezTo>
                      <a:pt x="1469" y="1"/>
                      <a:pt x="1269" y="134"/>
                      <a:pt x="1168" y="334"/>
                    </a:cubicBezTo>
                    <a:cubicBezTo>
                      <a:pt x="1068" y="134"/>
                      <a:pt x="835" y="1"/>
                      <a:pt x="635" y="1"/>
                    </a:cubicBezTo>
                    <a:cubicBezTo>
                      <a:pt x="435" y="1"/>
                      <a:pt x="268" y="68"/>
                      <a:pt x="168" y="234"/>
                    </a:cubicBezTo>
                    <a:lnTo>
                      <a:pt x="168" y="68"/>
                    </a:lnTo>
                    <a:cubicBezTo>
                      <a:pt x="168" y="34"/>
                      <a:pt x="134" y="1"/>
                      <a:pt x="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394;p24">
                <a:extLst>
                  <a:ext uri="{FF2B5EF4-FFF2-40B4-BE49-F238E27FC236}">
                    <a16:creationId xmlns:a16="http://schemas.microsoft.com/office/drawing/2014/main" id="{B8F5BDA4-FB5E-A783-0A91-19269560B1DB}"/>
                  </a:ext>
                </a:extLst>
              </p:cNvPr>
              <p:cNvSpPr/>
              <p:nvPr/>
            </p:nvSpPr>
            <p:spPr>
              <a:xfrm>
                <a:off x="6055329" y="4411491"/>
                <a:ext cx="38326" cy="39187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1502" extrusionOk="0">
                    <a:moveTo>
                      <a:pt x="734" y="134"/>
                    </a:moveTo>
                    <a:cubicBezTo>
                      <a:pt x="1001" y="134"/>
                      <a:pt x="1268" y="367"/>
                      <a:pt x="1302" y="634"/>
                    </a:cubicBezTo>
                    <a:lnTo>
                      <a:pt x="167" y="634"/>
                    </a:lnTo>
                    <a:cubicBezTo>
                      <a:pt x="201" y="367"/>
                      <a:pt x="434" y="167"/>
                      <a:pt x="734" y="134"/>
                    </a:cubicBezTo>
                    <a:close/>
                    <a:moveTo>
                      <a:pt x="734" y="1"/>
                    </a:moveTo>
                    <a:cubicBezTo>
                      <a:pt x="334" y="1"/>
                      <a:pt x="1" y="334"/>
                      <a:pt x="1" y="768"/>
                    </a:cubicBezTo>
                    <a:cubicBezTo>
                      <a:pt x="1" y="1168"/>
                      <a:pt x="334" y="1502"/>
                      <a:pt x="734" y="1502"/>
                    </a:cubicBezTo>
                    <a:cubicBezTo>
                      <a:pt x="968" y="1502"/>
                      <a:pt x="1201" y="1368"/>
                      <a:pt x="1335" y="1168"/>
                    </a:cubicBezTo>
                    <a:cubicBezTo>
                      <a:pt x="1368" y="1135"/>
                      <a:pt x="1335" y="1068"/>
                      <a:pt x="1302" y="1068"/>
                    </a:cubicBezTo>
                    <a:cubicBezTo>
                      <a:pt x="1285" y="1051"/>
                      <a:pt x="1268" y="1043"/>
                      <a:pt x="1252" y="1043"/>
                    </a:cubicBezTo>
                    <a:cubicBezTo>
                      <a:pt x="1235" y="1043"/>
                      <a:pt x="1218" y="1051"/>
                      <a:pt x="1201" y="1068"/>
                    </a:cubicBezTo>
                    <a:cubicBezTo>
                      <a:pt x="1101" y="1235"/>
                      <a:pt x="935" y="1368"/>
                      <a:pt x="734" y="1368"/>
                    </a:cubicBezTo>
                    <a:cubicBezTo>
                      <a:pt x="401" y="1335"/>
                      <a:pt x="134" y="1101"/>
                      <a:pt x="134" y="768"/>
                    </a:cubicBezTo>
                    <a:lnTo>
                      <a:pt x="1402" y="768"/>
                    </a:lnTo>
                    <a:cubicBezTo>
                      <a:pt x="1435" y="768"/>
                      <a:pt x="1468" y="734"/>
                      <a:pt x="1468" y="701"/>
                    </a:cubicBezTo>
                    <a:cubicBezTo>
                      <a:pt x="1435" y="301"/>
                      <a:pt x="1135" y="1"/>
                      <a:pt x="7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395;p24">
                <a:extLst>
                  <a:ext uri="{FF2B5EF4-FFF2-40B4-BE49-F238E27FC236}">
                    <a16:creationId xmlns:a16="http://schemas.microsoft.com/office/drawing/2014/main" id="{A135AF01-028C-07B4-1C12-7345FFA9EF4B}"/>
                  </a:ext>
                </a:extLst>
              </p:cNvPr>
              <p:cNvSpPr/>
              <p:nvPr/>
            </p:nvSpPr>
            <p:spPr>
              <a:xfrm>
                <a:off x="6108420" y="4411491"/>
                <a:ext cx="32221" cy="40048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535" extrusionOk="0">
                    <a:moveTo>
                      <a:pt x="67" y="1"/>
                    </a:moveTo>
                    <a:cubicBezTo>
                      <a:pt x="34" y="34"/>
                      <a:pt x="0" y="67"/>
                      <a:pt x="0" y="101"/>
                    </a:cubicBezTo>
                    <a:lnTo>
                      <a:pt x="0" y="1468"/>
                    </a:lnTo>
                    <a:cubicBezTo>
                      <a:pt x="0" y="1502"/>
                      <a:pt x="34" y="1502"/>
                      <a:pt x="34" y="1502"/>
                    </a:cubicBezTo>
                    <a:lnTo>
                      <a:pt x="100" y="1502"/>
                    </a:lnTo>
                    <a:cubicBezTo>
                      <a:pt x="100" y="1468"/>
                      <a:pt x="100" y="1468"/>
                      <a:pt x="100" y="1468"/>
                    </a:cubicBezTo>
                    <a:lnTo>
                      <a:pt x="100" y="634"/>
                    </a:lnTo>
                    <a:cubicBezTo>
                      <a:pt x="100" y="367"/>
                      <a:pt x="301" y="167"/>
                      <a:pt x="567" y="134"/>
                    </a:cubicBezTo>
                    <a:cubicBezTo>
                      <a:pt x="834" y="134"/>
                      <a:pt x="1034" y="367"/>
                      <a:pt x="1034" y="634"/>
                    </a:cubicBezTo>
                    <a:lnTo>
                      <a:pt x="1068" y="1468"/>
                    </a:lnTo>
                    <a:cubicBezTo>
                      <a:pt x="1068" y="1502"/>
                      <a:pt x="1101" y="1535"/>
                      <a:pt x="1168" y="1535"/>
                    </a:cubicBezTo>
                    <a:cubicBezTo>
                      <a:pt x="1201" y="1535"/>
                      <a:pt x="1235" y="1502"/>
                      <a:pt x="1235" y="1468"/>
                    </a:cubicBezTo>
                    <a:lnTo>
                      <a:pt x="1235" y="634"/>
                    </a:lnTo>
                    <a:cubicBezTo>
                      <a:pt x="1235" y="262"/>
                      <a:pt x="918" y="19"/>
                      <a:pt x="597" y="19"/>
                    </a:cubicBezTo>
                    <a:cubicBezTo>
                      <a:pt x="429" y="19"/>
                      <a:pt x="260" y="85"/>
                      <a:pt x="134" y="234"/>
                    </a:cubicBezTo>
                    <a:lnTo>
                      <a:pt x="134" y="101"/>
                    </a:lnTo>
                    <a:cubicBezTo>
                      <a:pt x="134" y="67"/>
                      <a:pt x="100" y="1"/>
                      <a:pt x="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396;p24">
                <a:extLst>
                  <a:ext uri="{FF2B5EF4-FFF2-40B4-BE49-F238E27FC236}">
                    <a16:creationId xmlns:a16="http://schemas.microsoft.com/office/drawing/2014/main" id="{84EA921B-4D8A-B90B-C7F3-800D8D7BDBD9}"/>
                  </a:ext>
                </a:extLst>
              </p:cNvPr>
              <p:cNvSpPr/>
              <p:nvPr/>
            </p:nvSpPr>
            <p:spPr>
              <a:xfrm>
                <a:off x="6152797" y="4394090"/>
                <a:ext cx="18315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702" h="2169" extrusionOk="0">
                    <a:moveTo>
                      <a:pt x="334" y="0"/>
                    </a:moveTo>
                    <a:cubicBezTo>
                      <a:pt x="301" y="0"/>
                      <a:pt x="267" y="34"/>
                      <a:pt x="267" y="100"/>
                    </a:cubicBezTo>
                    <a:lnTo>
                      <a:pt x="267" y="668"/>
                    </a:lnTo>
                    <a:lnTo>
                      <a:pt x="67" y="668"/>
                    </a:lnTo>
                    <a:cubicBezTo>
                      <a:pt x="1" y="668"/>
                      <a:pt x="1" y="701"/>
                      <a:pt x="1" y="734"/>
                    </a:cubicBezTo>
                    <a:cubicBezTo>
                      <a:pt x="1" y="768"/>
                      <a:pt x="1" y="801"/>
                      <a:pt x="67" y="801"/>
                    </a:cubicBezTo>
                    <a:lnTo>
                      <a:pt x="267" y="801"/>
                    </a:lnTo>
                    <a:lnTo>
                      <a:pt x="267" y="1935"/>
                    </a:lnTo>
                    <a:cubicBezTo>
                      <a:pt x="267" y="2069"/>
                      <a:pt x="368" y="2169"/>
                      <a:pt x="534" y="2169"/>
                    </a:cubicBezTo>
                    <a:cubicBezTo>
                      <a:pt x="568" y="2169"/>
                      <a:pt x="601" y="2135"/>
                      <a:pt x="601" y="2102"/>
                    </a:cubicBezTo>
                    <a:cubicBezTo>
                      <a:pt x="601" y="2069"/>
                      <a:pt x="568" y="2035"/>
                      <a:pt x="534" y="2035"/>
                    </a:cubicBezTo>
                    <a:cubicBezTo>
                      <a:pt x="468" y="2035"/>
                      <a:pt x="401" y="1968"/>
                      <a:pt x="401" y="1935"/>
                    </a:cubicBezTo>
                    <a:lnTo>
                      <a:pt x="401" y="801"/>
                    </a:lnTo>
                    <a:lnTo>
                      <a:pt x="601" y="801"/>
                    </a:lnTo>
                    <a:cubicBezTo>
                      <a:pt x="634" y="801"/>
                      <a:pt x="668" y="768"/>
                      <a:pt x="668" y="734"/>
                    </a:cubicBezTo>
                    <a:cubicBezTo>
                      <a:pt x="701" y="701"/>
                      <a:pt x="668" y="634"/>
                      <a:pt x="601" y="634"/>
                    </a:cubicBezTo>
                    <a:lnTo>
                      <a:pt x="401" y="634"/>
                    </a:lnTo>
                    <a:lnTo>
                      <a:pt x="401" y="100"/>
                    </a:lnTo>
                    <a:cubicBezTo>
                      <a:pt x="401" y="34"/>
                      <a:pt x="368" y="0"/>
                      <a:pt x="3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397;p24">
                <a:extLst>
                  <a:ext uri="{FF2B5EF4-FFF2-40B4-BE49-F238E27FC236}">
                    <a16:creationId xmlns:a16="http://schemas.microsoft.com/office/drawing/2014/main" id="{8D096601-DA67-0AFA-D5E4-85CA83F0C891}"/>
                  </a:ext>
                </a:extLst>
              </p:cNvPr>
              <p:cNvSpPr/>
              <p:nvPr/>
            </p:nvSpPr>
            <p:spPr>
              <a:xfrm>
                <a:off x="6625348" y="967895"/>
                <a:ext cx="282007" cy="134050"/>
              </a:xfrm>
              <a:custGeom>
                <a:avLst/>
                <a:gdLst/>
                <a:ahLst/>
                <a:cxnLst/>
                <a:rect l="l" t="t" r="r" b="b"/>
                <a:pathLst>
                  <a:path w="10809" h="5138" extrusionOk="0">
                    <a:moveTo>
                      <a:pt x="1" y="0"/>
                    </a:moveTo>
                    <a:lnTo>
                      <a:pt x="1" y="5137"/>
                    </a:lnTo>
                    <a:lnTo>
                      <a:pt x="10808" y="5137"/>
                    </a:lnTo>
                    <a:lnTo>
                      <a:pt x="10808" y="0"/>
                    </a:ln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398;p24">
                <a:extLst>
                  <a:ext uri="{FF2B5EF4-FFF2-40B4-BE49-F238E27FC236}">
                    <a16:creationId xmlns:a16="http://schemas.microsoft.com/office/drawing/2014/main" id="{6666D13C-32CA-092D-3BD5-052E988C9C28}"/>
                  </a:ext>
                </a:extLst>
              </p:cNvPr>
              <p:cNvSpPr/>
              <p:nvPr/>
            </p:nvSpPr>
            <p:spPr>
              <a:xfrm>
                <a:off x="6686266" y="1005098"/>
                <a:ext cx="36578" cy="5679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77" extrusionOk="0">
                    <a:moveTo>
                      <a:pt x="180" y="0"/>
                    </a:moveTo>
                    <a:cubicBezTo>
                      <a:pt x="92" y="0"/>
                      <a:pt x="1" y="58"/>
                      <a:pt x="1" y="175"/>
                    </a:cubicBezTo>
                    <a:lnTo>
                      <a:pt x="1" y="1976"/>
                    </a:lnTo>
                    <a:cubicBezTo>
                      <a:pt x="1" y="2077"/>
                      <a:pt x="67" y="2177"/>
                      <a:pt x="167" y="2177"/>
                    </a:cubicBezTo>
                    <a:lnTo>
                      <a:pt x="1168" y="2177"/>
                    </a:lnTo>
                    <a:cubicBezTo>
                      <a:pt x="1402" y="2177"/>
                      <a:pt x="1402" y="1843"/>
                      <a:pt x="1168" y="1843"/>
                    </a:cubicBezTo>
                    <a:lnTo>
                      <a:pt x="334" y="1843"/>
                    </a:lnTo>
                    <a:lnTo>
                      <a:pt x="334" y="175"/>
                    </a:lnTo>
                    <a:cubicBezTo>
                      <a:pt x="351" y="58"/>
                      <a:pt x="267" y="0"/>
                      <a:pt x="1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399;p24">
                <a:extLst>
                  <a:ext uri="{FF2B5EF4-FFF2-40B4-BE49-F238E27FC236}">
                    <a16:creationId xmlns:a16="http://schemas.microsoft.com/office/drawing/2014/main" id="{5FBA7656-FE61-4218-2E8A-359DCFF43BE6}"/>
                  </a:ext>
                </a:extLst>
              </p:cNvPr>
              <p:cNvSpPr/>
              <p:nvPr/>
            </p:nvSpPr>
            <p:spPr>
              <a:xfrm>
                <a:off x="6733252" y="1005307"/>
                <a:ext cx="8740" cy="55728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136" extrusionOk="0">
                    <a:moveTo>
                      <a:pt x="168" y="0"/>
                    </a:moveTo>
                    <a:cubicBezTo>
                      <a:pt x="68" y="0"/>
                      <a:pt x="1" y="67"/>
                      <a:pt x="1" y="167"/>
                    </a:cubicBezTo>
                    <a:lnTo>
                      <a:pt x="1" y="1968"/>
                    </a:lnTo>
                    <a:cubicBezTo>
                      <a:pt x="1" y="2069"/>
                      <a:pt x="68" y="2135"/>
                      <a:pt x="168" y="2135"/>
                    </a:cubicBezTo>
                    <a:cubicBezTo>
                      <a:pt x="234" y="2135"/>
                      <a:pt x="334" y="2069"/>
                      <a:pt x="334" y="1968"/>
                    </a:cubicBezTo>
                    <a:lnTo>
                      <a:pt x="334" y="167"/>
                    </a:lnTo>
                    <a:cubicBezTo>
                      <a:pt x="334" y="67"/>
                      <a:pt x="234" y="0"/>
                      <a:pt x="1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400;p24">
                <a:extLst>
                  <a:ext uri="{FF2B5EF4-FFF2-40B4-BE49-F238E27FC236}">
                    <a16:creationId xmlns:a16="http://schemas.microsoft.com/office/drawing/2014/main" id="{8F5610A4-0853-6118-4C96-FE7153597427}"/>
                  </a:ext>
                </a:extLst>
              </p:cNvPr>
              <p:cNvSpPr/>
              <p:nvPr/>
            </p:nvSpPr>
            <p:spPr>
              <a:xfrm>
                <a:off x="6753263" y="1005855"/>
                <a:ext cx="49649" cy="55180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115" extrusionOk="0">
                    <a:moveTo>
                      <a:pt x="1695" y="0"/>
                    </a:moveTo>
                    <a:cubicBezTo>
                      <a:pt x="1623" y="0"/>
                      <a:pt x="1560" y="38"/>
                      <a:pt x="1535" y="113"/>
                    </a:cubicBezTo>
                    <a:lnTo>
                      <a:pt x="935" y="1547"/>
                    </a:lnTo>
                    <a:lnTo>
                      <a:pt x="368" y="146"/>
                    </a:lnTo>
                    <a:cubicBezTo>
                      <a:pt x="357" y="81"/>
                      <a:pt x="311" y="55"/>
                      <a:pt x="257" y="55"/>
                    </a:cubicBezTo>
                    <a:cubicBezTo>
                      <a:pt x="145" y="55"/>
                      <a:pt x="0" y="167"/>
                      <a:pt x="68" y="280"/>
                    </a:cubicBezTo>
                    <a:lnTo>
                      <a:pt x="835" y="2081"/>
                    </a:lnTo>
                    <a:cubicBezTo>
                      <a:pt x="835" y="2081"/>
                      <a:pt x="835" y="2114"/>
                      <a:pt x="835" y="2114"/>
                    </a:cubicBezTo>
                    <a:lnTo>
                      <a:pt x="935" y="2048"/>
                    </a:lnTo>
                    <a:lnTo>
                      <a:pt x="1102" y="2048"/>
                    </a:lnTo>
                    <a:lnTo>
                      <a:pt x="1869" y="246"/>
                    </a:lnTo>
                    <a:cubicBezTo>
                      <a:pt x="1902" y="146"/>
                      <a:pt x="1869" y="46"/>
                      <a:pt x="1769" y="13"/>
                    </a:cubicBezTo>
                    <a:cubicBezTo>
                      <a:pt x="1744" y="4"/>
                      <a:pt x="1719" y="0"/>
                      <a:pt x="16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401;p24">
                <a:extLst>
                  <a:ext uri="{FF2B5EF4-FFF2-40B4-BE49-F238E27FC236}">
                    <a16:creationId xmlns:a16="http://schemas.microsoft.com/office/drawing/2014/main" id="{1FBB8A60-84D9-466D-6E69-B445438CE136}"/>
                  </a:ext>
                </a:extLst>
              </p:cNvPr>
              <p:cNvSpPr/>
              <p:nvPr/>
            </p:nvSpPr>
            <p:spPr>
              <a:xfrm>
                <a:off x="6815068" y="1005307"/>
                <a:ext cx="36578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69" extrusionOk="0">
                    <a:moveTo>
                      <a:pt x="167" y="0"/>
                    </a:moveTo>
                    <a:cubicBezTo>
                      <a:pt x="67" y="0"/>
                      <a:pt x="0" y="67"/>
                      <a:pt x="0" y="167"/>
                    </a:cubicBezTo>
                    <a:lnTo>
                      <a:pt x="0" y="1968"/>
                    </a:lnTo>
                    <a:cubicBezTo>
                      <a:pt x="0" y="2069"/>
                      <a:pt x="67" y="2169"/>
                      <a:pt x="167" y="2169"/>
                    </a:cubicBezTo>
                    <a:lnTo>
                      <a:pt x="1168" y="2169"/>
                    </a:lnTo>
                    <a:cubicBezTo>
                      <a:pt x="1401" y="2169"/>
                      <a:pt x="1401" y="1802"/>
                      <a:pt x="1168" y="1802"/>
                    </a:cubicBezTo>
                    <a:lnTo>
                      <a:pt x="334" y="1802"/>
                    </a:lnTo>
                    <a:lnTo>
                      <a:pt x="334" y="1235"/>
                    </a:lnTo>
                    <a:lnTo>
                      <a:pt x="1068" y="1235"/>
                    </a:lnTo>
                    <a:cubicBezTo>
                      <a:pt x="1268" y="1201"/>
                      <a:pt x="1268" y="934"/>
                      <a:pt x="1068" y="901"/>
                    </a:cubicBezTo>
                    <a:lnTo>
                      <a:pt x="334" y="901"/>
                    </a:lnTo>
                    <a:lnTo>
                      <a:pt x="334" y="334"/>
                    </a:lnTo>
                    <a:lnTo>
                      <a:pt x="1168" y="334"/>
                    </a:lnTo>
                    <a:cubicBezTo>
                      <a:pt x="1268" y="334"/>
                      <a:pt x="1368" y="267"/>
                      <a:pt x="1368" y="167"/>
                    </a:cubicBezTo>
                    <a:cubicBezTo>
                      <a:pt x="1368" y="67"/>
                      <a:pt x="1268" y="0"/>
                      <a:pt x="11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402;p24">
                <a:extLst>
                  <a:ext uri="{FF2B5EF4-FFF2-40B4-BE49-F238E27FC236}">
                    <a16:creationId xmlns:a16="http://schemas.microsoft.com/office/drawing/2014/main" id="{F518EB7C-9AF3-A022-C7F9-B7645DF51867}"/>
                  </a:ext>
                </a:extLst>
              </p:cNvPr>
              <p:cNvSpPr/>
              <p:nvPr/>
            </p:nvSpPr>
            <p:spPr>
              <a:xfrm>
                <a:off x="6960410" y="967895"/>
                <a:ext cx="282868" cy="134050"/>
              </a:xfrm>
              <a:custGeom>
                <a:avLst/>
                <a:gdLst/>
                <a:ahLst/>
                <a:cxnLst/>
                <a:rect l="l" t="t" r="r" b="b"/>
                <a:pathLst>
                  <a:path w="10842" h="5138" extrusionOk="0">
                    <a:moveTo>
                      <a:pt x="0" y="0"/>
                    </a:moveTo>
                    <a:lnTo>
                      <a:pt x="0" y="5137"/>
                    </a:lnTo>
                    <a:lnTo>
                      <a:pt x="10841" y="5137"/>
                    </a:lnTo>
                    <a:lnTo>
                      <a:pt x="10841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403;p24">
                <a:extLst>
                  <a:ext uri="{FF2B5EF4-FFF2-40B4-BE49-F238E27FC236}">
                    <a16:creationId xmlns:a16="http://schemas.microsoft.com/office/drawing/2014/main" id="{28D2C246-CC5F-D5D1-0F78-4AD31D32221F}"/>
                  </a:ext>
                </a:extLst>
              </p:cNvPr>
              <p:cNvSpPr/>
              <p:nvPr/>
            </p:nvSpPr>
            <p:spPr>
              <a:xfrm>
                <a:off x="6984777" y="1004446"/>
                <a:ext cx="82679" cy="23507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901" extrusionOk="0">
                    <a:moveTo>
                      <a:pt x="1601" y="0"/>
                    </a:moveTo>
                    <a:cubicBezTo>
                      <a:pt x="1268" y="0"/>
                      <a:pt x="934" y="67"/>
                      <a:pt x="667" y="267"/>
                    </a:cubicBezTo>
                    <a:cubicBezTo>
                      <a:pt x="367" y="400"/>
                      <a:pt x="167" y="634"/>
                      <a:pt x="0" y="901"/>
                    </a:cubicBezTo>
                    <a:cubicBezTo>
                      <a:pt x="234" y="767"/>
                      <a:pt x="500" y="634"/>
                      <a:pt x="801" y="534"/>
                    </a:cubicBezTo>
                    <a:cubicBezTo>
                      <a:pt x="991" y="479"/>
                      <a:pt x="1204" y="425"/>
                      <a:pt x="1421" y="425"/>
                    </a:cubicBezTo>
                    <a:cubicBezTo>
                      <a:pt x="1470" y="425"/>
                      <a:pt x="1519" y="428"/>
                      <a:pt x="1568" y="434"/>
                    </a:cubicBezTo>
                    <a:cubicBezTo>
                      <a:pt x="2135" y="467"/>
                      <a:pt x="2702" y="634"/>
                      <a:pt x="3169" y="901"/>
                    </a:cubicBezTo>
                    <a:cubicBezTo>
                      <a:pt x="3002" y="634"/>
                      <a:pt x="2769" y="400"/>
                      <a:pt x="2502" y="267"/>
                    </a:cubicBezTo>
                    <a:cubicBezTo>
                      <a:pt x="2235" y="100"/>
                      <a:pt x="1901" y="0"/>
                      <a:pt x="16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404;p24">
                <a:extLst>
                  <a:ext uri="{FF2B5EF4-FFF2-40B4-BE49-F238E27FC236}">
                    <a16:creationId xmlns:a16="http://schemas.microsoft.com/office/drawing/2014/main" id="{B19CB57D-AD62-6F6F-7637-78626102F6F7}"/>
                  </a:ext>
                </a:extLst>
              </p:cNvPr>
              <p:cNvSpPr/>
              <p:nvPr/>
            </p:nvSpPr>
            <p:spPr>
              <a:xfrm>
                <a:off x="7102256" y="1003767"/>
                <a:ext cx="35691" cy="56172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2153" extrusionOk="0">
                    <a:moveTo>
                      <a:pt x="184" y="1"/>
                    </a:moveTo>
                    <a:cubicBezTo>
                      <a:pt x="175" y="1"/>
                      <a:pt x="167" y="9"/>
                      <a:pt x="167" y="26"/>
                    </a:cubicBezTo>
                    <a:cubicBezTo>
                      <a:pt x="134" y="26"/>
                      <a:pt x="134" y="59"/>
                      <a:pt x="134" y="59"/>
                    </a:cubicBezTo>
                    <a:lnTo>
                      <a:pt x="34" y="927"/>
                    </a:lnTo>
                    <a:cubicBezTo>
                      <a:pt x="34" y="960"/>
                      <a:pt x="34" y="960"/>
                      <a:pt x="34" y="960"/>
                    </a:cubicBezTo>
                    <a:cubicBezTo>
                      <a:pt x="34" y="960"/>
                      <a:pt x="34" y="993"/>
                      <a:pt x="34" y="993"/>
                    </a:cubicBezTo>
                    <a:cubicBezTo>
                      <a:pt x="50" y="1010"/>
                      <a:pt x="75" y="1018"/>
                      <a:pt x="96" y="1018"/>
                    </a:cubicBezTo>
                    <a:cubicBezTo>
                      <a:pt x="117" y="1018"/>
                      <a:pt x="134" y="1010"/>
                      <a:pt x="134" y="993"/>
                    </a:cubicBezTo>
                    <a:cubicBezTo>
                      <a:pt x="267" y="860"/>
                      <a:pt x="401" y="827"/>
                      <a:pt x="567" y="827"/>
                    </a:cubicBezTo>
                    <a:cubicBezTo>
                      <a:pt x="1219" y="827"/>
                      <a:pt x="860" y="1909"/>
                      <a:pt x="390" y="1909"/>
                    </a:cubicBezTo>
                    <a:cubicBezTo>
                      <a:pt x="306" y="1909"/>
                      <a:pt x="219" y="1875"/>
                      <a:pt x="134" y="1794"/>
                    </a:cubicBezTo>
                    <a:lnTo>
                      <a:pt x="34" y="1794"/>
                    </a:lnTo>
                    <a:cubicBezTo>
                      <a:pt x="0" y="1827"/>
                      <a:pt x="0" y="1894"/>
                      <a:pt x="34" y="1927"/>
                    </a:cubicBezTo>
                    <a:cubicBezTo>
                      <a:pt x="184" y="2077"/>
                      <a:pt x="376" y="2153"/>
                      <a:pt x="563" y="2153"/>
                    </a:cubicBezTo>
                    <a:cubicBezTo>
                      <a:pt x="751" y="2153"/>
                      <a:pt x="934" y="2077"/>
                      <a:pt x="1068" y="1927"/>
                    </a:cubicBezTo>
                    <a:cubicBezTo>
                      <a:pt x="1368" y="1627"/>
                      <a:pt x="1368" y="1160"/>
                      <a:pt x="1068" y="893"/>
                    </a:cubicBezTo>
                    <a:cubicBezTo>
                      <a:pt x="952" y="777"/>
                      <a:pt x="811" y="687"/>
                      <a:pt x="645" y="687"/>
                    </a:cubicBezTo>
                    <a:cubicBezTo>
                      <a:pt x="619" y="687"/>
                      <a:pt x="594" y="689"/>
                      <a:pt x="567" y="693"/>
                    </a:cubicBezTo>
                    <a:cubicBezTo>
                      <a:pt x="543" y="687"/>
                      <a:pt x="518" y="684"/>
                      <a:pt x="494" y="684"/>
                    </a:cubicBezTo>
                    <a:cubicBezTo>
                      <a:pt x="386" y="684"/>
                      <a:pt x="282" y="739"/>
                      <a:pt x="200" y="793"/>
                    </a:cubicBezTo>
                    <a:lnTo>
                      <a:pt x="267" y="159"/>
                    </a:lnTo>
                    <a:lnTo>
                      <a:pt x="1201" y="159"/>
                    </a:lnTo>
                    <a:cubicBezTo>
                      <a:pt x="1234" y="159"/>
                      <a:pt x="1268" y="126"/>
                      <a:pt x="1268" y="93"/>
                    </a:cubicBezTo>
                    <a:cubicBezTo>
                      <a:pt x="1268" y="59"/>
                      <a:pt x="1234" y="26"/>
                      <a:pt x="1201" y="26"/>
                    </a:cubicBezTo>
                    <a:lnTo>
                      <a:pt x="200" y="26"/>
                    </a:lnTo>
                    <a:cubicBezTo>
                      <a:pt x="200" y="9"/>
                      <a:pt x="192" y="1"/>
                      <a:pt x="1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405;p24">
                <a:extLst>
                  <a:ext uri="{FF2B5EF4-FFF2-40B4-BE49-F238E27FC236}">
                    <a16:creationId xmlns:a16="http://schemas.microsoft.com/office/drawing/2014/main" id="{DD773743-A8D0-2A5D-3E97-C4C8AD4DF86E}"/>
                  </a:ext>
                </a:extLst>
              </p:cNvPr>
              <p:cNvSpPr/>
              <p:nvPr/>
            </p:nvSpPr>
            <p:spPr>
              <a:xfrm>
                <a:off x="7148381" y="1002698"/>
                <a:ext cx="15680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2152" extrusionOk="0">
                    <a:moveTo>
                      <a:pt x="501" y="0"/>
                    </a:moveTo>
                    <a:lnTo>
                      <a:pt x="67" y="267"/>
                    </a:lnTo>
                    <a:cubicBezTo>
                      <a:pt x="34" y="301"/>
                      <a:pt x="0" y="334"/>
                      <a:pt x="34" y="367"/>
                    </a:cubicBezTo>
                    <a:cubicBezTo>
                      <a:pt x="67" y="401"/>
                      <a:pt x="67" y="401"/>
                      <a:pt x="100" y="401"/>
                    </a:cubicBezTo>
                    <a:lnTo>
                      <a:pt x="134" y="401"/>
                    </a:lnTo>
                    <a:lnTo>
                      <a:pt x="434" y="234"/>
                    </a:lnTo>
                    <a:lnTo>
                      <a:pt x="434" y="2102"/>
                    </a:lnTo>
                    <a:cubicBezTo>
                      <a:pt x="434" y="2135"/>
                      <a:pt x="476" y="2152"/>
                      <a:pt x="517" y="2152"/>
                    </a:cubicBezTo>
                    <a:cubicBezTo>
                      <a:pt x="559" y="2152"/>
                      <a:pt x="601" y="2135"/>
                      <a:pt x="601" y="2102"/>
                    </a:cubicBezTo>
                    <a:lnTo>
                      <a:pt x="601" y="100"/>
                    </a:lnTo>
                    <a:cubicBezTo>
                      <a:pt x="601" y="67"/>
                      <a:pt x="601" y="67"/>
                      <a:pt x="601" y="34"/>
                    </a:cubicBezTo>
                    <a:cubicBezTo>
                      <a:pt x="567" y="0"/>
                      <a:pt x="534" y="0"/>
                      <a:pt x="5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406;p24">
                <a:extLst>
                  <a:ext uri="{FF2B5EF4-FFF2-40B4-BE49-F238E27FC236}">
                    <a16:creationId xmlns:a16="http://schemas.microsoft.com/office/drawing/2014/main" id="{3285C91C-1D17-6795-E7D0-7C30AAB9D766}"/>
                  </a:ext>
                </a:extLst>
              </p:cNvPr>
              <p:cNvSpPr/>
              <p:nvPr/>
            </p:nvSpPr>
            <p:spPr>
              <a:xfrm>
                <a:off x="7177079" y="1002698"/>
                <a:ext cx="35717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169" extrusionOk="0">
                    <a:moveTo>
                      <a:pt x="668" y="0"/>
                    </a:moveTo>
                    <a:cubicBezTo>
                      <a:pt x="468" y="0"/>
                      <a:pt x="301" y="67"/>
                      <a:pt x="168" y="200"/>
                    </a:cubicBezTo>
                    <a:lnTo>
                      <a:pt x="68" y="301"/>
                    </a:lnTo>
                    <a:cubicBezTo>
                      <a:pt x="34" y="334"/>
                      <a:pt x="34" y="367"/>
                      <a:pt x="68" y="401"/>
                    </a:cubicBezTo>
                    <a:cubicBezTo>
                      <a:pt x="84" y="417"/>
                      <a:pt x="109" y="426"/>
                      <a:pt x="130" y="426"/>
                    </a:cubicBezTo>
                    <a:cubicBezTo>
                      <a:pt x="151" y="426"/>
                      <a:pt x="168" y="417"/>
                      <a:pt x="168" y="401"/>
                    </a:cubicBezTo>
                    <a:lnTo>
                      <a:pt x="301" y="301"/>
                    </a:lnTo>
                    <a:cubicBezTo>
                      <a:pt x="401" y="200"/>
                      <a:pt x="535" y="167"/>
                      <a:pt x="668" y="167"/>
                    </a:cubicBezTo>
                    <a:cubicBezTo>
                      <a:pt x="835" y="167"/>
                      <a:pt x="968" y="234"/>
                      <a:pt x="1068" y="334"/>
                    </a:cubicBezTo>
                    <a:cubicBezTo>
                      <a:pt x="1302" y="567"/>
                      <a:pt x="1269" y="934"/>
                      <a:pt x="1035" y="1134"/>
                    </a:cubicBezTo>
                    <a:lnTo>
                      <a:pt x="34" y="2035"/>
                    </a:lnTo>
                    <a:cubicBezTo>
                      <a:pt x="1" y="2068"/>
                      <a:pt x="1" y="2102"/>
                      <a:pt x="34" y="2169"/>
                    </a:cubicBezTo>
                    <a:lnTo>
                      <a:pt x="1302" y="2169"/>
                    </a:lnTo>
                    <a:cubicBezTo>
                      <a:pt x="1335" y="2169"/>
                      <a:pt x="1369" y="2135"/>
                      <a:pt x="1369" y="2102"/>
                    </a:cubicBezTo>
                    <a:cubicBezTo>
                      <a:pt x="1369" y="2068"/>
                      <a:pt x="1335" y="2035"/>
                      <a:pt x="1302" y="2035"/>
                    </a:cubicBezTo>
                    <a:lnTo>
                      <a:pt x="268" y="2035"/>
                    </a:lnTo>
                    <a:lnTo>
                      <a:pt x="1135" y="1235"/>
                    </a:lnTo>
                    <a:cubicBezTo>
                      <a:pt x="1269" y="1101"/>
                      <a:pt x="1369" y="901"/>
                      <a:pt x="1369" y="734"/>
                    </a:cubicBezTo>
                    <a:cubicBezTo>
                      <a:pt x="1369" y="334"/>
                      <a:pt x="1035" y="0"/>
                      <a:pt x="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407;p24">
                <a:extLst>
                  <a:ext uri="{FF2B5EF4-FFF2-40B4-BE49-F238E27FC236}">
                    <a16:creationId xmlns:a16="http://schemas.microsoft.com/office/drawing/2014/main" id="{1B709363-EDDD-8F6C-881A-660F5203304B}"/>
                  </a:ext>
                </a:extLst>
              </p:cNvPr>
              <p:cNvSpPr/>
              <p:nvPr/>
            </p:nvSpPr>
            <p:spPr>
              <a:xfrm>
                <a:off x="7000430" y="1013133"/>
                <a:ext cx="46153" cy="3923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504" extrusionOk="0">
                    <a:moveTo>
                      <a:pt x="1001" y="1"/>
                    </a:moveTo>
                    <a:cubicBezTo>
                      <a:pt x="367" y="1"/>
                      <a:pt x="0" y="734"/>
                      <a:pt x="401" y="1235"/>
                    </a:cubicBezTo>
                    <a:cubicBezTo>
                      <a:pt x="545" y="1418"/>
                      <a:pt x="756" y="1504"/>
                      <a:pt x="969" y="1504"/>
                    </a:cubicBezTo>
                    <a:cubicBezTo>
                      <a:pt x="1299" y="1504"/>
                      <a:pt x="1634" y="1299"/>
                      <a:pt x="1735" y="935"/>
                    </a:cubicBezTo>
                    <a:cubicBezTo>
                      <a:pt x="1768" y="468"/>
                      <a:pt x="1435" y="67"/>
                      <a:pt x="10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408;p24">
                <a:extLst>
                  <a:ext uri="{FF2B5EF4-FFF2-40B4-BE49-F238E27FC236}">
                    <a16:creationId xmlns:a16="http://schemas.microsoft.com/office/drawing/2014/main" id="{BD1D10E1-D500-A6CF-D938-91950086F2E0}"/>
                  </a:ext>
                </a:extLst>
              </p:cNvPr>
              <p:cNvSpPr/>
              <p:nvPr/>
            </p:nvSpPr>
            <p:spPr>
              <a:xfrm>
                <a:off x="7326778" y="994871"/>
                <a:ext cx="80096" cy="80070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069" extrusionOk="0">
                    <a:moveTo>
                      <a:pt x="267" y="0"/>
                    </a:moveTo>
                    <a:lnTo>
                      <a:pt x="0" y="267"/>
                    </a:lnTo>
                    <a:lnTo>
                      <a:pt x="2802" y="3069"/>
                    </a:lnTo>
                    <a:lnTo>
                      <a:pt x="3069" y="2802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409;p24">
                <a:extLst>
                  <a:ext uri="{FF2B5EF4-FFF2-40B4-BE49-F238E27FC236}">
                    <a16:creationId xmlns:a16="http://schemas.microsoft.com/office/drawing/2014/main" id="{3E2C2214-2026-03A0-870F-C7ACD57474E5}"/>
                  </a:ext>
                </a:extLst>
              </p:cNvPr>
              <p:cNvSpPr/>
              <p:nvPr/>
            </p:nvSpPr>
            <p:spPr>
              <a:xfrm>
                <a:off x="7326778" y="994871"/>
                <a:ext cx="80096" cy="80070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069" extrusionOk="0">
                    <a:moveTo>
                      <a:pt x="2802" y="0"/>
                    </a:moveTo>
                    <a:lnTo>
                      <a:pt x="0" y="2802"/>
                    </a:lnTo>
                    <a:lnTo>
                      <a:pt x="267" y="3069"/>
                    </a:lnTo>
                    <a:lnTo>
                      <a:pt x="3069" y="267"/>
                    </a:lnTo>
                    <a:lnTo>
                      <a:pt x="2802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410;p24">
                <a:extLst>
                  <a:ext uri="{FF2B5EF4-FFF2-40B4-BE49-F238E27FC236}">
                    <a16:creationId xmlns:a16="http://schemas.microsoft.com/office/drawing/2014/main" id="{3AEC1D2B-46B1-F978-1659-6685485037BD}"/>
                  </a:ext>
                </a:extLst>
              </p:cNvPr>
              <p:cNvSpPr/>
              <p:nvPr/>
            </p:nvSpPr>
            <p:spPr>
              <a:xfrm>
                <a:off x="7175357" y="4325345"/>
                <a:ext cx="216730" cy="201050"/>
              </a:xfrm>
              <a:custGeom>
                <a:avLst/>
                <a:gdLst/>
                <a:ahLst/>
                <a:cxnLst/>
                <a:rect l="l" t="t" r="r" b="b"/>
                <a:pathLst>
                  <a:path w="8307" h="7706" extrusionOk="0">
                    <a:moveTo>
                      <a:pt x="6422" y="331"/>
                    </a:moveTo>
                    <a:cubicBezTo>
                      <a:pt x="6887" y="331"/>
                      <a:pt x="7285" y="592"/>
                      <a:pt x="7506" y="1001"/>
                    </a:cubicBezTo>
                    <a:cubicBezTo>
                      <a:pt x="7973" y="1768"/>
                      <a:pt x="7873" y="3002"/>
                      <a:pt x="7272" y="4103"/>
                    </a:cubicBezTo>
                    <a:cubicBezTo>
                      <a:pt x="6438" y="5638"/>
                      <a:pt x="4570" y="7005"/>
                      <a:pt x="4137" y="7305"/>
                    </a:cubicBezTo>
                    <a:cubicBezTo>
                      <a:pt x="3736" y="7039"/>
                      <a:pt x="1868" y="5638"/>
                      <a:pt x="1034" y="4103"/>
                    </a:cubicBezTo>
                    <a:cubicBezTo>
                      <a:pt x="401" y="3002"/>
                      <a:pt x="300" y="1768"/>
                      <a:pt x="767" y="1001"/>
                    </a:cubicBezTo>
                    <a:cubicBezTo>
                      <a:pt x="988" y="592"/>
                      <a:pt x="1416" y="331"/>
                      <a:pt x="1884" y="331"/>
                    </a:cubicBezTo>
                    <a:cubicBezTo>
                      <a:pt x="1912" y="331"/>
                      <a:pt x="1940" y="332"/>
                      <a:pt x="1968" y="334"/>
                    </a:cubicBezTo>
                    <a:cubicBezTo>
                      <a:pt x="3536" y="334"/>
                      <a:pt x="3970" y="2335"/>
                      <a:pt x="4003" y="2368"/>
                    </a:cubicBezTo>
                    <a:lnTo>
                      <a:pt x="4137" y="3102"/>
                    </a:lnTo>
                    <a:lnTo>
                      <a:pt x="4303" y="2368"/>
                    </a:lnTo>
                    <a:cubicBezTo>
                      <a:pt x="4303" y="2335"/>
                      <a:pt x="4737" y="334"/>
                      <a:pt x="6338" y="334"/>
                    </a:cubicBezTo>
                    <a:cubicBezTo>
                      <a:pt x="6366" y="332"/>
                      <a:pt x="6394" y="331"/>
                      <a:pt x="6422" y="331"/>
                    </a:cubicBezTo>
                    <a:close/>
                    <a:moveTo>
                      <a:pt x="1968" y="0"/>
                    </a:moveTo>
                    <a:cubicBezTo>
                      <a:pt x="1368" y="0"/>
                      <a:pt x="801" y="300"/>
                      <a:pt x="501" y="834"/>
                    </a:cubicBezTo>
                    <a:cubicBezTo>
                      <a:pt x="0" y="1701"/>
                      <a:pt x="100" y="3069"/>
                      <a:pt x="734" y="4270"/>
                    </a:cubicBezTo>
                    <a:cubicBezTo>
                      <a:pt x="1701" y="6038"/>
                      <a:pt x="3970" y="7572"/>
                      <a:pt x="4070" y="7639"/>
                    </a:cubicBezTo>
                    <a:lnTo>
                      <a:pt x="4137" y="7706"/>
                    </a:lnTo>
                    <a:lnTo>
                      <a:pt x="4203" y="7639"/>
                    </a:lnTo>
                    <a:cubicBezTo>
                      <a:pt x="4337" y="7572"/>
                      <a:pt x="6572" y="6038"/>
                      <a:pt x="7539" y="4270"/>
                    </a:cubicBezTo>
                    <a:cubicBezTo>
                      <a:pt x="8206" y="3069"/>
                      <a:pt x="8306" y="1701"/>
                      <a:pt x="7772" y="834"/>
                    </a:cubicBezTo>
                    <a:cubicBezTo>
                      <a:pt x="7506" y="300"/>
                      <a:pt x="6939" y="0"/>
                      <a:pt x="6338" y="0"/>
                    </a:cubicBezTo>
                    <a:cubicBezTo>
                      <a:pt x="5037" y="0"/>
                      <a:pt x="4403" y="1134"/>
                      <a:pt x="4137" y="1801"/>
                    </a:cubicBezTo>
                    <a:cubicBezTo>
                      <a:pt x="3903" y="1134"/>
                      <a:pt x="3269" y="0"/>
                      <a:pt x="19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411;p24">
                <a:extLst>
                  <a:ext uri="{FF2B5EF4-FFF2-40B4-BE49-F238E27FC236}">
                    <a16:creationId xmlns:a16="http://schemas.microsoft.com/office/drawing/2014/main" id="{396EB32E-3B45-37F9-FA07-348571E0053C}"/>
                  </a:ext>
                </a:extLst>
              </p:cNvPr>
              <p:cNvSpPr/>
              <p:nvPr/>
            </p:nvSpPr>
            <p:spPr>
              <a:xfrm>
                <a:off x="7184045" y="4143452"/>
                <a:ext cx="176708" cy="149704"/>
              </a:xfrm>
              <a:custGeom>
                <a:avLst/>
                <a:gdLst/>
                <a:ahLst/>
                <a:cxnLst/>
                <a:rect l="l" t="t" r="r" b="b"/>
                <a:pathLst>
                  <a:path w="6773" h="5738" extrusionOk="0">
                    <a:moveTo>
                      <a:pt x="1669" y="0"/>
                    </a:moveTo>
                    <a:cubicBezTo>
                      <a:pt x="434" y="0"/>
                      <a:pt x="1" y="1602"/>
                      <a:pt x="835" y="3136"/>
                    </a:cubicBezTo>
                    <a:cubicBezTo>
                      <a:pt x="1569" y="4537"/>
                      <a:pt x="3370" y="5738"/>
                      <a:pt x="3370" y="5738"/>
                    </a:cubicBezTo>
                    <a:cubicBezTo>
                      <a:pt x="3370" y="5738"/>
                      <a:pt x="5171" y="4537"/>
                      <a:pt x="5905" y="3136"/>
                    </a:cubicBezTo>
                    <a:cubicBezTo>
                      <a:pt x="6772" y="1602"/>
                      <a:pt x="6305" y="0"/>
                      <a:pt x="5071" y="0"/>
                    </a:cubicBezTo>
                    <a:cubicBezTo>
                      <a:pt x="3737" y="0"/>
                      <a:pt x="3370" y="1702"/>
                      <a:pt x="3370" y="1702"/>
                    </a:cubicBezTo>
                    <a:cubicBezTo>
                      <a:pt x="3370" y="1702"/>
                      <a:pt x="3003" y="0"/>
                      <a:pt x="16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412;p24">
                <a:extLst>
                  <a:ext uri="{FF2B5EF4-FFF2-40B4-BE49-F238E27FC236}">
                    <a16:creationId xmlns:a16="http://schemas.microsoft.com/office/drawing/2014/main" id="{7F171F45-CA82-D7DC-6945-F34C637DB18F}"/>
                  </a:ext>
                </a:extLst>
              </p:cNvPr>
              <p:cNvSpPr/>
              <p:nvPr/>
            </p:nvSpPr>
            <p:spPr>
              <a:xfrm>
                <a:off x="7134450" y="3943297"/>
                <a:ext cx="176681" cy="149704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5738" extrusionOk="0">
                    <a:moveTo>
                      <a:pt x="1668" y="0"/>
                    </a:moveTo>
                    <a:cubicBezTo>
                      <a:pt x="467" y="0"/>
                      <a:pt x="0" y="1601"/>
                      <a:pt x="834" y="3169"/>
                    </a:cubicBezTo>
                    <a:cubicBezTo>
                      <a:pt x="1602" y="4537"/>
                      <a:pt x="3403" y="5738"/>
                      <a:pt x="3403" y="5738"/>
                    </a:cubicBezTo>
                    <a:cubicBezTo>
                      <a:pt x="3403" y="5738"/>
                      <a:pt x="5171" y="4537"/>
                      <a:pt x="5938" y="3169"/>
                    </a:cubicBezTo>
                    <a:cubicBezTo>
                      <a:pt x="6772" y="1601"/>
                      <a:pt x="6305" y="0"/>
                      <a:pt x="5104" y="0"/>
                    </a:cubicBezTo>
                    <a:cubicBezTo>
                      <a:pt x="3736" y="0"/>
                      <a:pt x="3403" y="1702"/>
                      <a:pt x="3403" y="1702"/>
                    </a:cubicBezTo>
                    <a:cubicBezTo>
                      <a:pt x="3403" y="1702"/>
                      <a:pt x="3036" y="0"/>
                      <a:pt x="1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413;p24">
                <a:extLst>
                  <a:ext uri="{FF2B5EF4-FFF2-40B4-BE49-F238E27FC236}">
                    <a16:creationId xmlns:a16="http://schemas.microsoft.com/office/drawing/2014/main" id="{F85D8084-84DD-2E52-2310-C8F352EFB504}"/>
                  </a:ext>
                </a:extLst>
              </p:cNvPr>
              <p:cNvSpPr/>
              <p:nvPr/>
            </p:nvSpPr>
            <p:spPr>
              <a:xfrm>
                <a:off x="7187541" y="3724854"/>
                <a:ext cx="177569" cy="149731"/>
              </a:xfrm>
              <a:custGeom>
                <a:avLst/>
                <a:gdLst/>
                <a:ahLst/>
                <a:cxnLst/>
                <a:rect l="l" t="t" r="r" b="b"/>
                <a:pathLst>
                  <a:path w="6806" h="5739" extrusionOk="0">
                    <a:moveTo>
                      <a:pt x="1668" y="1"/>
                    </a:moveTo>
                    <a:cubicBezTo>
                      <a:pt x="467" y="1"/>
                      <a:pt x="0" y="1602"/>
                      <a:pt x="834" y="3136"/>
                    </a:cubicBezTo>
                    <a:cubicBezTo>
                      <a:pt x="1601" y="4537"/>
                      <a:pt x="3403" y="5738"/>
                      <a:pt x="3403" y="5738"/>
                    </a:cubicBezTo>
                    <a:cubicBezTo>
                      <a:pt x="3403" y="5738"/>
                      <a:pt x="5204" y="4537"/>
                      <a:pt x="5938" y="3136"/>
                    </a:cubicBezTo>
                    <a:cubicBezTo>
                      <a:pt x="6805" y="1602"/>
                      <a:pt x="6305" y="1"/>
                      <a:pt x="5104" y="1"/>
                    </a:cubicBezTo>
                    <a:cubicBezTo>
                      <a:pt x="3736" y="1"/>
                      <a:pt x="3403" y="1702"/>
                      <a:pt x="3403" y="1702"/>
                    </a:cubicBezTo>
                    <a:cubicBezTo>
                      <a:pt x="3403" y="1702"/>
                      <a:pt x="3036" y="1"/>
                      <a:pt x="16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414;p24">
                <a:extLst>
                  <a:ext uri="{FF2B5EF4-FFF2-40B4-BE49-F238E27FC236}">
                    <a16:creationId xmlns:a16="http://schemas.microsoft.com/office/drawing/2014/main" id="{335DE6F9-DB45-8C07-9D75-F95837C0C5B8}"/>
                  </a:ext>
                </a:extLst>
              </p:cNvPr>
              <p:cNvSpPr/>
              <p:nvPr/>
            </p:nvSpPr>
            <p:spPr>
              <a:xfrm>
                <a:off x="7261503" y="4029443"/>
                <a:ext cx="176708" cy="148843"/>
              </a:xfrm>
              <a:custGeom>
                <a:avLst/>
                <a:gdLst/>
                <a:ahLst/>
                <a:cxnLst/>
                <a:rect l="l" t="t" r="r" b="b"/>
                <a:pathLst>
                  <a:path w="6773" h="5705" extrusionOk="0">
                    <a:moveTo>
                      <a:pt x="1668" y="1"/>
                    </a:moveTo>
                    <a:cubicBezTo>
                      <a:pt x="468" y="1"/>
                      <a:pt x="1" y="1568"/>
                      <a:pt x="835" y="3136"/>
                    </a:cubicBezTo>
                    <a:cubicBezTo>
                      <a:pt x="1602" y="4504"/>
                      <a:pt x="3403" y="5705"/>
                      <a:pt x="3403" y="5705"/>
                    </a:cubicBezTo>
                    <a:cubicBezTo>
                      <a:pt x="3403" y="5705"/>
                      <a:pt x="5204" y="4504"/>
                      <a:pt x="5938" y="3136"/>
                    </a:cubicBezTo>
                    <a:cubicBezTo>
                      <a:pt x="6772" y="1568"/>
                      <a:pt x="6305" y="1"/>
                      <a:pt x="5104" y="1"/>
                    </a:cubicBezTo>
                    <a:cubicBezTo>
                      <a:pt x="3737" y="1"/>
                      <a:pt x="3370" y="1669"/>
                      <a:pt x="3370" y="1669"/>
                    </a:cubicBezTo>
                    <a:cubicBezTo>
                      <a:pt x="3370" y="1669"/>
                      <a:pt x="3036" y="1"/>
                      <a:pt x="16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415;p24">
                <a:extLst>
                  <a:ext uri="{FF2B5EF4-FFF2-40B4-BE49-F238E27FC236}">
                    <a16:creationId xmlns:a16="http://schemas.microsoft.com/office/drawing/2014/main" id="{D6EEC96C-A2FE-3FA8-E481-382FE7B48383}"/>
                  </a:ext>
                </a:extLst>
              </p:cNvPr>
              <p:cNvSpPr/>
              <p:nvPr/>
            </p:nvSpPr>
            <p:spPr>
              <a:xfrm>
                <a:off x="7225813" y="3603905"/>
                <a:ext cx="176708" cy="149704"/>
              </a:xfrm>
              <a:custGeom>
                <a:avLst/>
                <a:gdLst/>
                <a:ahLst/>
                <a:cxnLst/>
                <a:rect l="l" t="t" r="r" b="b"/>
                <a:pathLst>
                  <a:path w="6773" h="5738" extrusionOk="0">
                    <a:moveTo>
                      <a:pt x="1669" y="0"/>
                    </a:moveTo>
                    <a:cubicBezTo>
                      <a:pt x="435" y="0"/>
                      <a:pt x="1" y="1601"/>
                      <a:pt x="835" y="3136"/>
                    </a:cubicBezTo>
                    <a:cubicBezTo>
                      <a:pt x="1569" y="4503"/>
                      <a:pt x="3370" y="5737"/>
                      <a:pt x="3370" y="5737"/>
                    </a:cubicBezTo>
                    <a:cubicBezTo>
                      <a:pt x="3370" y="5737"/>
                      <a:pt x="5171" y="4537"/>
                      <a:pt x="5905" y="3136"/>
                    </a:cubicBezTo>
                    <a:cubicBezTo>
                      <a:pt x="6772" y="1601"/>
                      <a:pt x="6305" y="0"/>
                      <a:pt x="5071" y="0"/>
                    </a:cubicBezTo>
                    <a:cubicBezTo>
                      <a:pt x="3737" y="0"/>
                      <a:pt x="3370" y="1701"/>
                      <a:pt x="3370" y="1701"/>
                    </a:cubicBezTo>
                    <a:cubicBezTo>
                      <a:pt x="3370" y="1701"/>
                      <a:pt x="3003" y="0"/>
                      <a:pt x="16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416;p24">
                <a:extLst>
                  <a:ext uri="{FF2B5EF4-FFF2-40B4-BE49-F238E27FC236}">
                    <a16:creationId xmlns:a16="http://schemas.microsoft.com/office/drawing/2014/main" id="{301D2110-E8D6-0632-95B5-6231AFE23B92}"/>
                  </a:ext>
                </a:extLst>
              </p:cNvPr>
              <p:cNvSpPr/>
              <p:nvPr/>
            </p:nvSpPr>
            <p:spPr>
              <a:xfrm>
                <a:off x="7236275" y="3862369"/>
                <a:ext cx="176681" cy="149704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5738" extrusionOk="0">
                    <a:moveTo>
                      <a:pt x="1668" y="0"/>
                    </a:moveTo>
                    <a:cubicBezTo>
                      <a:pt x="467" y="0"/>
                      <a:pt x="0" y="1601"/>
                      <a:pt x="834" y="3169"/>
                    </a:cubicBezTo>
                    <a:cubicBezTo>
                      <a:pt x="1601" y="4537"/>
                      <a:pt x="3369" y="5738"/>
                      <a:pt x="3369" y="5738"/>
                    </a:cubicBezTo>
                    <a:cubicBezTo>
                      <a:pt x="3369" y="5738"/>
                      <a:pt x="5171" y="4537"/>
                      <a:pt x="5938" y="3169"/>
                    </a:cubicBezTo>
                    <a:cubicBezTo>
                      <a:pt x="6772" y="1601"/>
                      <a:pt x="6305" y="33"/>
                      <a:pt x="5104" y="0"/>
                    </a:cubicBezTo>
                    <a:cubicBezTo>
                      <a:pt x="3736" y="0"/>
                      <a:pt x="3369" y="1701"/>
                      <a:pt x="3369" y="1701"/>
                    </a:cubicBezTo>
                    <a:cubicBezTo>
                      <a:pt x="3369" y="1701"/>
                      <a:pt x="3036" y="0"/>
                      <a:pt x="1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417;p24">
                <a:extLst>
                  <a:ext uri="{FF2B5EF4-FFF2-40B4-BE49-F238E27FC236}">
                    <a16:creationId xmlns:a16="http://schemas.microsoft.com/office/drawing/2014/main" id="{6CAE42DF-3D05-ED69-4507-A9FB508DC435}"/>
                  </a:ext>
                </a:extLst>
              </p:cNvPr>
              <p:cNvSpPr/>
              <p:nvPr/>
            </p:nvSpPr>
            <p:spPr>
              <a:xfrm>
                <a:off x="6822894" y="4414022"/>
                <a:ext cx="27003" cy="23011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82" extrusionOk="0">
                    <a:moveTo>
                      <a:pt x="619" y="0"/>
                    </a:moveTo>
                    <a:cubicBezTo>
                      <a:pt x="602" y="0"/>
                      <a:pt x="585" y="1"/>
                      <a:pt x="568" y="4"/>
                    </a:cubicBezTo>
                    <a:cubicBezTo>
                      <a:pt x="201" y="4"/>
                      <a:pt x="1" y="471"/>
                      <a:pt x="267" y="737"/>
                    </a:cubicBezTo>
                    <a:cubicBezTo>
                      <a:pt x="356" y="838"/>
                      <a:pt x="471" y="882"/>
                      <a:pt x="585" y="882"/>
                    </a:cubicBezTo>
                    <a:cubicBezTo>
                      <a:pt x="812" y="882"/>
                      <a:pt x="1035" y="704"/>
                      <a:pt x="1035" y="437"/>
                    </a:cubicBezTo>
                    <a:cubicBezTo>
                      <a:pt x="1035" y="219"/>
                      <a:pt x="860" y="0"/>
                      <a:pt x="6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418;p24">
                <a:extLst>
                  <a:ext uri="{FF2B5EF4-FFF2-40B4-BE49-F238E27FC236}">
                    <a16:creationId xmlns:a16="http://schemas.microsoft.com/office/drawing/2014/main" id="{098A8949-707D-36A5-F3A3-22128A40CDE0}"/>
                  </a:ext>
                </a:extLst>
              </p:cNvPr>
              <p:cNvSpPr/>
              <p:nvPr/>
            </p:nvSpPr>
            <p:spPr>
              <a:xfrm>
                <a:off x="6882951" y="4414022"/>
                <a:ext cx="27003" cy="23011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82" extrusionOk="0">
                    <a:moveTo>
                      <a:pt x="645" y="0"/>
                    </a:moveTo>
                    <a:cubicBezTo>
                      <a:pt x="631" y="0"/>
                      <a:pt x="616" y="1"/>
                      <a:pt x="601" y="4"/>
                    </a:cubicBezTo>
                    <a:cubicBezTo>
                      <a:pt x="200" y="4"/>
                      <a:pt x="0" y="471"/>
                      <a:pt x="267" y="737"/>
                    </a:cubicBezTo>
                    <a:cubicBezTo>
                      <a:pt x="367" y="838"/>
                      <a:pt x="486" y="882"/>
                      <a:pt x="599" y="882"/>
                    </a:cubicBezTo>
                    <a:cubicBezTo>
                      <a:pt x="827" y="882"/>
                      <a:pt x="1034" y="704"/>
                      <a:pt x="1034" y="437"/>
                    </a:cubicBezTo>
                    <a:cubicBezTo>
                      <a:pt x="1034" y="219"/>
                      <a:pt x="859" y="0"/>
                      <a:pt x="64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419;p24">
                <a:extLst>
                  <a:ext uri="{FF2B5EF4-FFF2-40B4-BE49-F238E27FC236}">
                    <a16:creationId xmlns:a16="http://schemas.microsoft.com/office/drawing/2014/main" id="{09F09FD8-296A-A67E-F4CB-C46C19BCA433}"/>
                  </a:ext>
                </a:extLst>
              </p:cNvPr>
              <p:cNvSpPr/>
              <p:nvPr/>
            </p:nvSpPr>
            <p:spPr>
              <a:xfrm>
                <a:off x="6943869" y="4414100"/>
                <a:ext cx="27003" cy="22933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79" extrusionOk="0">
                    <a:moveTo>
                      <a:pt x="567" y="1"/>
                    </a:moveTo>
                    <a:cubicBezTo>
                      <a:pt x="167" y="1"/>
                      <a:pt x="0" y="468"/>
                      <a:pt x="267" y="734"/>
                    </a:cubicBezTo>
                    <a:cubicBezTo>
                      <a:pt x="356" y="835"/>
                      <a:pt x="467" y="879"/>
                      <a:pt x="577" y="879"/>
                    </a:cubicBezTo>
                    <a:cubicBezTo>
                      <a:pt x="797" y="879"/>
                      <a:pt x="1012" y="701"/>
                      <a:pt x="1034" y="434"/>
                    </a:cubicBezTo>
                    <a:cubicBezTo>
                      <a:pt x="1034" y="201"/>
                      <a:pt x="834" y="1"/>
                      <a:pt x="5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420;p24">
                <a:extLst>
                  <a:ext uri="{FF2B5EF4-FFF2-40B4-BE49-F238E27FC236}">
                    <a16:creationId xmlns:a16="http://schemas.microsoft.com/office/drawing/2014/main" id="{CB8C6744-D840-47A0-4C48-324A7FB9EE6D}"/>
                  </a:ext>
                </a:extLst>
              </p:cNvPr>
              <p:cNvSpPr/>
              <p:nvPr/>
            </p:nvSpPr>
            <p:spPr>
              <a:xfrm>
                <a:off x="4413163" y="721138"/>
                <a:ext cx="294250" cy="273725"/>
              </a:xfrm>
              <a:custGeom>
                <a:avLst/>
                <a:gdLst/>
                <a:ahLst/>
                <a:cxnLst/>
                <a:rect l="l" t="t" r="r" b="b"/>
                <a:pathLst>
                  <a:path w="11770" h="10949" extrusionOk="0">
                    <a:moveTo>
                      <a:pt x="8742" y="0"/>
                    </a:moveTo>
                    <a:cubicBezTo>
                      <a:pt x="8526" y="0"/>
                      <a:pt x="8302" y="35"/>
                      <a:pt x="8073" y="107"/>
                    </a:cubicBezTo>
                    <a:cubicBezTo>
                      <a:pt x="5705" y="808"/>
                      <a:pt x="5972" y="3944"/>
                      <a:pt x="5972" y="3944"/>
                    </a:cubicBezTo>
                    <a:cubicBezTo>
                      <a:pt x="5972" y="3944"/>
                      <a:pt x="4789" y="1762"/>
                      <a:pt x="2890" y="1762"/>
                    </a:cubicBezTo>
                    <a:cubicBezTo>
                      <a:pt x="2650" y="1762"/>
                      <a:pt x="2398" y="1797"/>
                      <a:pt x="2136" y="1875"/>
                    </a:cubicBezTo>
                    <a:cubicBezTo>
                      <a:pt x="1" y="2509"/>
                      <a:pt x="34" y="5511"/>
                      <a:pt x="2302" y="7780"/>
                    </a:cubicBezTo>
                    <a:cubicBezTo>
                      <a:pt x="4337" y="9781"/>
                      <a:pt x="8073" y="10949"/>
                      <a:pt x="8073" y="10949"/>
                    </a:cubicBezTo>
                    <a:cubicBezTo>
                      <a:pt x="8073" y="10949"/>
                      <a:pt x="10575" y="7913"/>
                      <a:pt x="11175" y="5111"/>
                    </a:cubicBezTo>
                    <a:cubicBezTo>
                      <a:pt x="11770" y="2317"/>
                      <a:pt x="10510" y="0"/>
                      <a:pt x="8742" y="0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421;p24">
                <a:extLst>
                  <a:ext uri="{FF2B5EF4-FFF2-40B4-BE49-F238E27FC236}">
                    <a16:creationId xmlns:a16="http://schemas.microsoft.com/office/drawing/2014/main" id="{4BEF8C85-7832-8D5D-313B-D9CD60441E98}"/>
                  </a:ext>
                </a:extLst>
              </p:cNvPr>
              <p:cNvSpPr/>
              <p:nvPr/>
            </p:nvSpPr>
            <p:spPr>
              <a:xfrm rot="1418576">
                <a:off x="4899877" y="1254013"/>
                <a:ext cx="220705" cy="205328"/>
              </a:xfrm>
              <a:custGeom>
                <a:avLst/>
                <a:gdLst/>
                <a:ahLst/>
                <a:cxnLst/>
                <a:rect l="l" t="t" r="r" b="b"/>
                <a:pathLst>
                  <a:path w="11770" h="10950" extrusionOk="0">
                    <a:moveTo>
                      <a:pt x="8742" y="1"/>
                    </a:moveTo>
                    <a:cubicBezTo>
                      <a:pt x="8526" y="1"/>
                      <a:pt x="8302" y="35"/>
                      <a:pt x="8073" y="108"/>
                    </a:cubicBezTo>
                    <a:cubicBezTo>
                      <a:pt x="5704" y="808"/>
                      <a:pt x="5971" y="3944"/>
                      <a:pt x="5971" y="3944"/>
                    </a:cubicBezTo>
                    <a:cubicBezTo>
                      <a:pt x="5971" y="3944"/>
                      <a:pt x="4788" y="1762"/>
                      <a:pt x="2889" y="1762"/>
                    </a:cubicBezTo>
                    <a:cubicBezTo>
                      <a:pt x="2649" y="1762"/>
                      <a:pt x="2397" y="1797"/>
                      <a:pt x="2135" y="1876"/>
                    </a:cubicBezTo>
                    <a:cubicBezTo>
                      <a:pt x="0" y="2510"/>
                      <a:pt x="34" y="5512"/>
                      <a:pt x="2302" y="7780"/>
                    </a:cubicBezTo>
                    <a:cubicBezTo>
                      <a:pt x="4337" y="9782"/>
                      <a:pt x="8073" y="10949"/>
                      <a:pt x="8073" y="10949"/>
                    </a:cubicBezTo>
                    <a:cubicBezTo>
                      <a:pt x="8073" y="10949"/>
                      <a:pt x="10575" y="7914"/>
                      <a:pt x="11175" y="5112"/>
                    </a:cubicBezTo>
                    <a:cubicBezTo>
                      <a:pt x="11769" y="2318"/>
                      <a:pt x="10510" y="1"/>
                      <a:pt x="8742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" name="Google Shape;422;p24">
              <a:extLst>
                <a:ext uri="{FF2B5EF4-FFF2-40B4-BE49-F238E27FC236}">
                  <a16:creationId xmlns:a16="http://schemas.microsoft.com/office/drawing/2014/main" id="{A6C86317-F9D4-9707-BBB0-718AE64701CF}"/>
                </a:ext>
              </a:extLst>
            </p:cNvPr>
            <p:cNvGrpSpPr/>
            <p:nvPr/>
          </p:nvGrpSpPr>
          <p:grpSpPr>
            <a:xfrm>
              <a:off x="7869500" y="1061146"/>
              <a:ext cx="825851" cy="724748"/>
              <a:chOff x="3052927" y="1232752"/>
              <a:chExt cx="1182491" cy="1037727"/>
            </a:xfrm>
          </p:grpSpPr>
          <p:sp>
            <p:nvSpPr>
              <p:cNvPr id="9" name="Google Shape;423;p24">
                <a:extLst>
                  <a:ext uri="{FF2B5EF4-FFF2-40B4-BE49-F238E27FC236}">
                    <a16:creationId xmlns:a16="http://schemas.microsoft.com/office/drawing/2014/main" id="{95C6E9AC-E47A-9FEF-9EF3-C6AAF2D3B14D}"/>
                  </a:ext>
                </a:extLst>
              </p:cNvPr>
              <p:cNvSpPr/>
              <p:nvPr/>
            </p:nvSpPr>
            <p:spPr>
              <a:xfrm>
                <a:off x="3052927" y="1232752"/>
                <a:ext cx="1182491" cy="1037727"/>
              </a:xfrm>
              <a:custGeom>
                <a:avLst/>
                <a:gdLst/>
                <a:ahLst/>
                <a:cxnLst/>
                <a:rect l="l" t="t" r="r" b="b"/>
                <a:pathLst>
                  <a:path w="33858" h="29713" extrusionOk="0">
                    <a:moveTo>
                      <a:pt x="16900" y="1"/>
                    </a:moveTo>
                    <a:cubicBezTo>
                      <a:pt x="11309" y="1"/>
                      <a:pt x="5956" y="3169"/>
                      <a:pt x="3436" y="8572"/>
                    </a:cubicBezTo>
                    <a:cubicBezTo>
                      <a:pt x="0" y="16010"/>
                      <a:pt x="3203" y="24850"/>
                      <a:pt x="10641" y="28319"/>
                    </a:cubicBezTo>
                    <a:cubicBezTo>
                      <a:pt x="12669" y="29265"/>
                      <a:pt x="14800" y="29712"/>
                      <a:pt x="16899" y="29712"/>
                    </a:cubicBezTo>
                    <a:cubicBezTo>
                      <a:pt x="22500" y="29712"/>
                      <a:pt x="27865" y="26525"/>
                      <a:pt x="30389" y="21114"/>
                    </a:cubicBezTo>
                    <a:cubicBezTo>
                      <a:pt x="33858" y="13675"/>
                      <a:pt x="30622" y="4869"/>
                      <a:pt x="23184" y="1400"/>
                    </a:cubicBezTo>
                    <a:cubicBezTo>
                      <a:pt x="21148" y="451"/>
                      <a:pt x="19007" y="1"/>
                      <a:pt x="16900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424;p24">
                <a:extLst>
                  <a:ext uri="{FF2B5EF4-FFF2-40B4-BE49-F238E27FC236}">
                    <a16:creationId xmlns:a16="http://schemas.microsoft.com/office/drawing/2014/main" id="{B7141427-3CAC-503C-E773-FBCBB357C5F6}"/>
                  </a:ext>
                </a:extLst>
              </p:cNvPr>
              <p:cNvSpPr/>
              <p:nvPr/>
            </p:nvSpPr>
            <p:spPr>
              <a:xfrm>
                <a:off x="3103011" y="1543521"/>
                <a:ext cx="411067" cy="382394"/>
              </a:xfrm>
              <a:custGeom>
                <a:avLst/>
                <a:gdLst/>
                <a:ahLst/>
                <a:cxnLst/>
                <a:rect l="l" t="t" r="r" b="b"/>
                <a:pathLst>
                  <a:path w="11770" h="10949" extrusionOk="0">
                    <a:moveTo>
                      <a:pt x="8742" y="0"/>
                    </a:moveTo>
                    <a:cubicBezTo>
                      <a:pt x="8526" y="0"/>
                      <a:pt x="8302" y="35"/>
                      <a:pt x="8073" y="107"/>
                    </a:cubicBezTo>
                    <a:cubicBezTo>
                      <a:pt x="5705" y="808"/>
                      <a:pt x="5972" y="3944"/>
                      <a:pt x="5972" y="3944"/>
                    </a:cubicBezTo>
                    <a:cubicBezTo>
                      <a:pt x="5972" y="3944"/>
                      <a:pt x="4789" y="1762"/>
                      <a:pt x="2890" y="1762"/>
                    </a:cubicBezTo>
                    <a:cubicBezTo>
                      <a:pt x="2650" y="1762"/>
                      <a:pt x="2398" y="1797"/>
                      <a:pt x="2136" y="1875"/>
                    </a:cubicBezTo>
                    <a:cubicBezTo>
                      <a:pt x="1" y="2509"/>
                      <a:pt x="34" y="5511"/>
                      <a:pt x="2302" y="7780"/>
                    </a:cubicBezTo>
                    <a:cubicBezTo>
                      <a:pt x="4337" y="9781"/>
                      <a:pt x="8073" y="10949"/>
                      <a:pt x="8073" y="10949"/>
                    </a:cubicBezTo>
                    <a:cubicBezTo>
                      <a:pt x="8073" y="10949"/>
                      <a:pt x="10575" y="7913"/>
                      <a:pt x="11175" y="5111"/>
                    </a:cubicBezTo>
                    <a:cubicBezTo>
                      <a:pt x="11770" y="2317"/>
                      <a:pt x="10510" y="0"/>
                      <a:pt x="874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425;p24">
                <a:extLst>
                  <a:ext uri="{FF2B5EF4-FFF2-40B4-BE49-F238E27FC236}">
                    <a16:creationId xmlns:a16="http://schemas.microsoft.com/office/drawing/2014/main" id="{CAC51A25-B580-E0CB-8AE2-98728A7E534B}"/>
                  </a:ext>
                </a:extLst>
              </p:cNvPr>
              <p:cNvSpPr/>
              <p:nvPr/>
            </p:nvSpPr>
            <p:spPr>
              <a:xfrm>
                <a:off x="3672724" y="1372245"/>
                <a:ext cx="411067" cy="382429"/>
              </a:xfrm>
              <a:custGeom>
                <a:avLst/>
                <a:gdLst/>
                <a:ahLst/>
                <a:cxnLst/>
                <a:rect l="l" t="t" r="r" b="b"/>
                <a:pathLst>
                  <a:path w="11770" h="10950" extrusionOk="0">
                    <a:moveTo>
                      <a:pt x="8742" y="1"/>
                    </a:moveTo>
                    <a:cubicBezTo>
                      <a:pt x="8526" y="1"/>
                      <a:pt x="8302" y="35"/>
                      <a:pt x="8073" y="108"/>
                    </a:cubicBezTo>
                    <a:cubicBezTo>
                      <a:pt x="5704" y="808"/>
                      <a:pt x="5971" y="3944"/>
                      <a:pt x="5971" y="3944"/>
                    </a:cubicBezTo>
                    <a:cubicBezTo>
                      <a:pt x="5971" y="3944"/>
                      <a:pt x="4788" y="1762"/>
                      <a:pt x="2889" y="1762"/>
                    </a:cubicBezTo>
                    <a:cubicBezTo>
                      <a:pt x="2649" y="1762"/>
                      <a:pt x="2397" y="1797"/>
                      <a:pt x="2135" y="1876"/>
                    </a:cubicBezTo>
                    <a:cubicBezTo>
                      <a:pt x="0" y="2510"/>
                      <a:pt x="34" y="5512"/>
                      <a:pt x="2302" y="7780"/>
                    </a:cubicBezTo>
                    <a:cubicBezTo>
                      <a:pt x="4337" y="9782"/>
                      <a:pt x="8073" y="10949"/>
                      <a:pt x="8073" y="10949"/>
                    </a:cubicBezTo>
                    <a:cubicBezTo>
                      <a:pt x="8073" y="10949"/>
                      <a:pt x="10575" y="7914"/>
                      <a:pt x="11175" y="5112"/>
                    </a:cubicBezTo>
                    <a:cubicBezTo>
                      <a:pt x="11769" y="2318"/>
                      <a:pt x="10510" y="1"/>
                      <a:pt x="874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426;p24">
                <a:extLst>
                  <a:ext uri="{FF2B5EF4-FFF2-40B4-BE49-F238E27FC236}">
                    <a16:creationId xmlns:a16="http://schemas.microsoft.com/office/drawing/2014/main" id="{40C60460-8DAA-F8B2-CFC6-398E5AD6B9E6}"/>
                  </a:ext>
                </a:extLst>
              </p:cNvPr>
              <p:cNvSpPr/>
              <p:nvPr/>
            </p:nvSpPr>
            <p:spPr>
              <a:xfrm>
                <a:off x="3515452" y="1712701"/>
                <a:ext cx="258655" cy="145952"/>
              </a:xfrm>
              <a:custGeom>
                <a:avLst/>
                <a:gdLst/>
                <a:ahLst/>
                <a:cxnLst/>
                <a:rect l="l" t="t" r="r" b="b"/>
                <a:pathLst>
                  <a:path w="7406" h="4179" extrusionOk="0">
                    <a:moveTo>
                      <a:pt x="7339" y="0"/>
                    </a:moveTo>
                    <a:lnTo>
                      <a:pt x="0" y="2235"/>
                    </a:lnTo>
                    <a:cubicBezTo>
                      <a:pt x="0" y="2235"/>
                      <a:pt x="1230" y="4178"/>
                      <a:pt x="3394" y="4178"/>
                    </a:cubicBezTo>
                    <a:cubicBezTo>
                      <a:pt x="3750" y="4178"/>
                      <a:pt x="4131" y="4126"/>
                      <a:pt x="4537" y="4003"/>
                    </a:cubicBezTo>
                    <a:cubicBezTo>
                      <a:pt x="7405" y="3136"/>
                      <a:pt x="7339" y="0"/>
                      <a:pt x="73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44" name="Google Shape;644;p27">
            <a:extLst>
              <a:ext uri="{FF2B5EF4-FFF2-40B4-BE49-F238E27FC236}">
                <a16:creationId xmlns:a16="http://schemas.microsoft.com/office/drawing/2014/main" id="{743023CA-68EF-5B6F-6F6A-7425424CF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" y="902208"/>
            <a:ext cx="5474208" cy="34625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None/>
            </a:pPr>
            <a:r>
              <a:rPr lang="fr-FR" dirty="0"/>
              <a:t>Nous avons choisi d’utiliser React Native pour le développement de l’application mobile, car il permet de créer une app performante à la fois sur iOS et Android.</a:t>
            </a:r>
            <a:br>
              <a:rPr lang="fr-FR" dirty="0"/>
            </a:br>
            <a:r>
              <a:rPr lang="fr-FR" dirty="0"/>
              <a:t>Côté backend, nous privilégions une architecture scalable, pour garantir une expérience fluide même avec une forte montée en charge.</a:t>
            </a:r>
          </a:p>
          <a:p>
            <a:pPr marL="152400" indent="0">
              <a:buNone/>
            </a:pPr>
            <a:r>
              <a:rPr lang="fr-FR" dirty="0"/>
              <a:t>Nous adoptons une méthode agile, avec un suivi via Trello et un diagramme de Gantt, pour une meilleure répartition des tâches et un suivi précis des avancées.</a:t>
            </a:r>
          </a:p>
        </p:txBody>
      </p:sp>
    </p:spTree>
    <p:extLst>
      <p:ext uri="{BB962C8B-B14F-4D97-AF65-F5344CB8AC3E}">
        <p14:creationId xmlns:p14="http://schemas.microsoft.com/office/powerpoint/2010/main" val="3006289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31"/>
          <p:cNvSpPr txBox="1">
            <a:spLocks noGrp="1"/>
          </p:cNvSpPr>
          <p:nvPr>
            <p:ph type="title" idx="15"/>
          </p:nvPr>
        </p:nvSpPr>
        <p:spPr>
          <a:xfrm>
            <a:off x="713225" y="545475"/>
            <a:ext cx="7717500" cy="2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Planning et jalons clés</a:t>
            </a:r>
            <a:endParaRPr sz="2300" dirty="0"/>
          </a:p>
        </p:txBody>
      </p:sp>
      <p:sp>
        <p:nvSpPr>
          <p:cNvPr id="1047" name="Google Shape;1047;p31"/>
          <p:cNvSpPr txBox="1">
            <a:spLocks noGrp="1"/>
          </p:cNvSpPr>
          <p:nvPr>
            <p:ph type="ctrTitle"/>
          </p:nvPr>
        </p:nvSpPr>
        <p:spPr>
          <a:xfrm>
            <a:off x="1899476" y="1973675"/>
            <a:ext cx="2543700" cy="4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Développement d’un MVP</a:t>
            </a:r>
            <a:endParaRPr dirty="0"/>
          </a:p>
        </p:txBody>
      </p:sp>
      <p:sp>
        <p:nvSpPr>
          <p:cNvPr id="1048" name="Google Shape;1048;p31"/>
          <p:cNvSpPr txBox="1">
            <a:spLocks noGrp="1"/>
          </p:cNvSpPr>
          <p:nvPr>
            <p:ph type="ctrTitle" idx="2"/>
          </p:nvPr>
        </p:nvSpPr>
        <p:spPr>
          <a:xfrm>
            <a:off x="1897929" y="3714349"/>
            <a:ext cx="2543700" cy="4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Lancement officiel</a:t>
            </a:r>
            <a:endParaRPr dirty="0"/>
          </a:p>
        </p:txBody>
      </p:sp>
      <p:sp>
        <p:nvSpPr>
          <p:cNvPr id="1049" name="Google Shape;1049;p31"/>
          <p:cNvSpPr txBox="1">
            <a:spLocks noGrp="1"/>
          </p:cNvSpPr>
          <p:nvPr>
            <p:ph type="ctrTitle" idx="3"/>
          </p:nvPr>
        </p:nvSpPr>
        <p:spPr>
          <a:xfrm>
            <a:off x="4700824" y="1939158"/>
            <a:ext cx="2543700" cy="4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Phase de bêta-test</a:t>
            </a:r>
            <a:endParaRPr dirty="0"/>
          </a:p>
        </p:txBody>
      </p:sp>
      <p:sp>
        <p:nvSpPr>
          <p:cNvPr id="1051" name="Google Shape;1051;p31"/>
          <p:cNvSpPr txBox="1">
            <a:spLocks noGrp="1"/>
          </p:cNvSpPr>
          <p:nvPr>
            <p:ph type="subTitle" idx="1"/>
          </p:nvPr>
        </p:nvSpPr>
        <p:spPr>
          <a:xfrm>
            <a:off x="1899476" y="2592056"/>
            <a:ext cx="2543700" cy="5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(Minimum Viable Product) pour tester les fonctionnalités essentielles</a:t>
            </a:r>
            <a:endParaRPr dirty="0"/>
          </a:p>
        </p:txBody>
      </p:sp>
      <p:sp>
        <p:nvSpPr>
          <p:cNvPr id="1052" name="Google Shape;1052;p31"/>
          <p:cNvSpPr txBox="1">
            <a:spLocks noGrp="1"/>
          </p:cNvSpPr>
          <p:nvPr>
            <p:ph type="subTitle" idx="5"/>
          </p:nvPr>
        </p:nvSpPr>
        <p:spPr>
          <a:xfrm>
            <a:off x="1904812" y="4313424"/>
            <a:ext cx="2543700" cy="5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A</a:t>
            </a:r>
            <a:r>
              <a:rPr lang="en" dirty="0"/>
              <a:t>ccompagné d’une campagne de communication ciblée</a:t>
            </a:r>
            <a:endParaRPr dirty="0"/>
          </a:p>
        </p:txBody>
      </p:sp>
      <p:sp>
        <p:nvSpPr>
          <p:cNvPr id="1053" name="Google Shape;1053;p31"/>
          <p:cNvSpPr txBox="1">
            <a:spLocks noGrp="1"/>
          </p:cNvSpPr>
          <p:nvPr>
            <p:ph type="subTitle" idx="6"/>
          </p:nvPr>
        </p:nvSpPr>
        <p:spPr>
          <a:xfrm>
            <a:off x="4700824" y="2649837"/>
            <a:ext cx="2543700" cy="5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A</a:t>
            </a:r>
            <a:r>
              <a:rPr lang="en" dirty="0"/>
              <a:t>verc un premier groupe d’utilisateur afin de recueillir des retours et affiner l’application</a:t>
            </a:r>
            <a:endParaRPr dirty="0"/>
          </a:p>
        </p:txBody>
      </p:sp>
      <p:sp>
        <p:nvSpPr>
          <p:cNvPr id="1055" name="Google Shape;1055;p31"/>
          <p:cNvSpPr txBox="1">
            <a:spLocks noGrp="1"/>
          </p:cNvSpPr>
          <p:nvPr>
            <p:ph type="title" idx="8"/>
          </p:nvPr>
        </p:nvSpPr>
        <p:spPr>
          <a:xfrm>
            <a:off x="2740676" y="1521756"/>
            <a:ext cx="8613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056" name="Google Shape;1056;p31"/>
          <p:cNvSpPr txBox="1">
            <a:spLocks noGrp="1"/>
          </p:cNvSpPr>
          <p:nvPr>
            <p:ph type="title" idx="9"/>
          </p:nvPr>
        </p:nvSpPr>
        <p:spPr>
          <a:xfrm>
            <a:off x="5542026" y="1521756"/>
            <a:ext cx="8613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057" name="Google Shape;1057;p31"/>
          <p:cNvSpPr txBox="1">
            <a:spLocks noGrp="1"/>
          </p:cNvSpPr>
          <p:nvPr>
            <p:ph type="title" idx="13"/>
          </p:nvPr>
        </p:nvSpPr>
        <p:spPr>
          <a:xfrm>
            <a:off x="2739154" y="3304037"/>
            <a:ext cx="861300" cy="4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271124F-C6D1-CB8F-52C0-FE8F7FEB5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(Minimum Viable Product) pour tester les fonctionnalités essentielles.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1053;p31">
            <a:extLst>
              <a:ext uri="{FF2B5EF4-FFF2-40B4-BE49-F238E27FC236}">
                <a16:creationId xmlns:a16="http://schemas.microsoft.com/office/drawing/2014/main" id="{0C6735E8-49E0-A349-D412-422FC3386963}"/>
              </a:ext>
            </a:extLst>
          </p:cNvPr>
          <p:cNvSpPr txBox="1">
            <a:spLocks/>
          </p:cNvSpPr>
          <p:nvPr/>
        </p:nvSpPr>
        <p:spPr>
          <a:xfrm>
            <a:off x="4700824" y="3919249"/>
            <a:ext cx="25437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Font typeface="Cantarell"/>
              <a:buNone/>
              <a:defRPr sz="1600" b="0" i="0" u="none" strike="noStrike" cap="none">
                <a:solidFill>
                  <a:schemeClr val="dk1"/>
                </a:solidFill>
                <a:latin typeface="Hind Guntur"/>
                <a:ea typeface="Hind Guntur"/>
                <a:cs typeface="Hind Guntur"/>
                <a:sym typeface="Hind Guntu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Font typeface="Cantarell"/>
              <a:buNone/>
              <a:defRPr sz="1000" b="0" i="0" u="none" strike="noStrike" cap="none">
                <a:solidFill>
                  <a:srgbClr val="F3F3F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Font typeface="Cantarell"/>
              <a:buNone/>
              <a:defRPr sz="1000" b="0" i="0" u="none" strike="noStrike" cap="none">
                <a:solidFill>
                  <a:srgbClr val="F3F3F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Font typeface="Cantarell"/>
              <a:buNone/>
              <a:defRPr sz="1000" b="0" i="0" u="none" strike="noStrike" cap="none">
                <a:solidFill>
                  <a:srgbClr val="F3F3F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Font typeface="Cantarell"/>
              <a:buNone/>
              <a:defRPr sz="1000" b="0" i="0" u="none" strike="noStrike" cap="none">
                <a:solidFill>
                  <a:srgbClr val="F3F3F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Font typeface="Cantarell"/>
              <a:buNone/>
              <a:defRPr sz="1000" b="0" i="0" u="none" strike="noStrike" cap="none">
                <a:solidFill>
                  <a:srgbClr val="F3F3F3"/>
                </a:solidFill>
                <a:latin typeface="Cantarell"/>
                <a:ea typeface="Cantarell"/>
                <a:cs typeface="Cantarell"/>
                <a:sym typeface="Cantarel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Font typeface="Cantarell"/>
              <a:buNone/>
              <a:defRPr sz="1000" b="0" i="0" u="none" strike="noStrike" cap="none">
                <a:solidFill>
                  <a:srgbClr val="F3F3F3"/>
                </a:solidFill>
                <a:latin typeface="Cantarell"/>
                <a:ea typeface="Cantarell"/>
                <a:cs typeface="Cantarell"/>
                <a:sym typeface="Cantarel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Font typeface="Cantarell"/>
              <a:buNone/>
              <a:defRPr sz="1000" b="0" i="0" u="none" strike="noStrike" cap="none">
                <a:solidFill>
                  <a:srgbClr val="F3F3F3"/>
                </a:solidFill>
                <a:latin typeface="Cantarell"/>
                <a:ea typeface="Cantarell"/>
                <a:cs typeface="Cantarell"/>
                <a:sym typeface="Cantarel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Font typeface="Cantarell"/>
              <a:buNone/>
              <a:defRPr sz="1000" b="0" i="0" u="none" strike="noStrike" cap="none">
                <a:solidFill>
                  <a:srgbClr val="F3F3F3"/>
                </a:solidFill>
                <a:latin typeface="Cantarell"/>
                <a:ea typeface="Cantarell"/>
                <a:cs typeface="Cantarell"/>
                <a:sym typeface="Cantarell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Notre objectif : une mise en ligne rapide, tout en assurant une qualité optimale</a:t>
            </a:r>
          </a:p>
        </p:txBody>
      </p:sp>
      <p:sp>
        <p:nvSpPr>
          <p:cNvPr id="11" name="Google Shape;3820;p52">
            <a:extLst>
              <a:ext uri="{FF2B5EF4-FFF2-40B4-BE49-F238E27FC236}">
                <a16:creationId xmlns:a16="http://schemas.microsoft.com/office/drawing/2014/main" id="{1A3EF389-8D8E-2D22-CB3C-AA29A372B5BB}"/>
              </a:ext>
            </a:extLst>
          </p:cNvPr>
          <p:cNvSpPr/>
          <p:nvPr/>
        </p:nvSpPr>
        <p:spPr>
          <a:xfrm>
            <a:off x="4265081" y="3878870"/>
            <a:ext cx="366861" cy="2568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869F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>
          <a:extLst>
            <a:ext uri="{FF2B5EF4-FFF2-40B4-BE49-F238E27FC236}">
              <a16:creationId xmlns:a16="http://schemas.microsoft.com/office/drawing/2014/main" id="{286E1B7A-475B-E202-B68D-35E1CCE7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oogle Shape;981;p29">
            <a:extLst>
              <a:ext uri="{FF2B5EF4-FFF2-40B4-BE49-F238E27FC236}">
                <a16:creationId xmlns:a16="http://schemas.microsoft.com/office/drawing/2014/main" id="{FCF122B6-E8EE-3F45-3CA9-23B51CE815FD}"/>
              </a:ext>
            </a:extLst>
          </p:cNvPr>
          <p:cNvGrpSpPr/>
          <p:nvPr/>
        </p:nvGrpSpPr>
        <p:grpSpPr>
          <a:xfrm>
            <a:off x="0" y="2342667"/>
            <a:ext cx="4636246" cy="2696316"/>
            <a:chOff x="770300" y="813850"/>
            <a:chExt cx="4252656" cy="2473230"/>
          </a:xfrm>
        </p:grpSpPr>
        <p:sp>
          <p:nvSpPr>
            <p:cNvPr id="982" name="Google Shape;982;p29">
              <a:extLst>
                <a:ext uri="{FF2B5EF4-FFF2-40B4-BE49-F238E27FC236}">
                  <a16:creationId xmlns:a16="http://schemas.microsoft.com/office/drawing/2014/main" id="{5CC8BD4C-045C-9C4D-552B-1FE3B5EF1A7C}"/>
                </a:ext>
              </a:extLst>
            </p:cNvPr>
            <p:cNvSpPr/>
            <p:nvPr/>
          </p:nvSpPr>
          <p:spPr>
            <a:xfrm>
              <a:off x="770300" y="1338174"/>
              <a:ext cx="2773242" cy="1948906"/>
            </a:xfrm>
            <a:custGeom>
              <a:avLst/>
              <a:gdLst/>
              <a:ahLst/>
              <a:cxnLst/>
              <a:rect l="l" t="t" r="r" b="b"/>
              <a:pathLst>
                <a:path w="43432" h="30522" extrusionOk="0">
                  <a:moveTo>
                    <a:pt x="43031" y="434"/>
                  </a:moveTo>
                  <a:lnTo>
                    <a:pt x="43031" y="30122"/>
                  </a:lnTo>
                  <a:lnTo>
                    <a:pt x="401" y="30122"/>
                  </a:lnTo>
                  <a:lnTo>
                    <a:pt x="401" y="434"/>
                  </a:lnTo>
                  <a:close/>
                  <a:moveTo>
                    <a:pt x="0" y="0"/>
                  </a:moveTo>
                  <a:lnTo>
                    <a:pt x="0" y="30522"/>
                  </a:lnTo>
                  <a:lnTo>
                    <a:pt x="43431" y="30522"/>
                  </a:lnTo>
                  <a:lnTo>
                    <a:pt x="434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9">
              <a:extLst>
                <a:ext uri="{FF2B5EF4-FFF2-40B4-BE49-F238E27FC236}">
                  <a16:creationId xmlns:a16="http://schemas.microsoft.com/office/drawing/2014/main" id="{EE774A55-2785-9100-83E0-E45A57E56D1B}"/>
                </a:ext>
              </a:extLst>
            </p:cNvPr>
            <p:cNvSpPr/>
            <p:nvPr/>
          </p:nvSpPr>
          <p:spPr>
            <a:xfrm>
              <a:off x="770300" y="1338174"/>
              <a:ext cx="2773242" cy="283314"/>
            </a:xfrm>
            <a:custGeom>
              <a:avLst/>
              <a:gdLst/>
              <a:ahLst/>
              <a:cxnLst/>
              <a:rect l="l" t="t" r="r" b="b"/>
              <a:pathLst>
                <a:path w="43432" h="4437" extrusionOk="0">
                  <a:moveTo>
                    <a:pt x="43031" y="434"/>
                  </a:moveTo>
                  <a:lnTo>
                    <a:pt x="43031" y="4003"/>
                  </a:lnTo>
                  <a:lnTo>
                    <a:pt x="401" y="4003"/>
                  </a:lnTo>
                  <a:lnTo>
                    <a:pt x="401" y="434"/>
                  </a:lnTo>
                  <a:close/>
                  <a:moveTo>
                    <a:pt x="0" y="0"/>
                  </a:moveTo>
                  <a:lnTo>
                    <a:pt x="0" y="4437"/>
                  </a:lnTo>
                  <a:lnTo>
                    <a:pt x="43431" y="4437"/>
                  </a:lnTo>
                  <a:lnTo>
                    <a:pt x="434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9">
              <a:extLst>
                <a:ext uri="{FF2B5EF4-FFF2-40B4-BE49-F238E27FC236}">
                  <a16:creationId xmlns:a16="http://schemas.microsoft.com/office/drawing/2014/main" id="{E4F69E00-886E-CBD3-39A7-F9458E2DB76C}"/>
                </a:ext>
              </a:extLst>
            </p:cNvPr>
            <p:cNvSpPr/>
            <p:nvPr/>
          </p:nvSpPr>
          <p:spPr>
            <a:xfrm>
              <a:off x="872531" y="1416971"/>
              <a:ext cx="151267" cy="129493"/>
            </a:xfrm>
            <a:custGeom>
              <a:avLst/>
              <a:gdLst/>
              <a:ahLst/>
              <a:cxnLst/>
              <a:rect l="l" t="t" r="r" b="b"/>
              <a:pathLst>
                <a:path w="2369" h="2028" extrusionOk="0">
                  <a:moveTo>
                    <a:pt x="1368" y="0"/>
                  </a:moveTo>
                  <a:cubicBezTo>
                    <a:pt x="434" y="0"/>
                    <a:pt x="0" y="1101"/>
                    <a:pt x="634" y="1735"/>
                  </a:cubicBezTo>
                  <a:cubicBezTo>
                    <a:pt x="836" y="1937"/>
                    <a:pt x="1085" y="2027"/>
                    <a:pt x="1332" y="2027"/>
                  </a:cubicBezTo>
                  <a:cubicBezTo>
                    <a:pt x="1858" y="2027"/>
                    <a:pt x="2369" y="1615"/>
                    <a:pt x="2369" y="1001"/>
                  </a:cubicBezTo>
                  <a:cubicBezTo>
                    <a:pt x="2369" y="434"/>
                    <a:pt x="1902" y="0"/>
                    <a:pt x="1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9">
              <a:extLst>
                <a:ext uri="{FF2B5EF4-FFF2-40B4-BE49-F238E27FC236}">
                  <a16:creationId xmlns:a16="http://schemas.microsoft.com/office/drawing/2014/main" id="{BD0141AD-3FDE-8CC5-ED88-5B27C1733CA9}"/>
                </a:ext>
              </a:extLst>
            </p:cNvPr>
            <p:cNvSpPr/>
            <p:nvPr/>
          </p:nvSpPr>
          <p:spPr>
            <a:xfrm>
              <a:off x="1134526" y="1416971"/>
              <a:ext cx="151267" cy="127833"/>
            </a:xfrm>
            <a:custGeom>
              <a:avLst/>
              <a:gdLst/>
              <a:ahLst/>
              <a:cxnLst/>
              <a:rect l="l" t="t" r="r" b="b"/>
              <a:pathLst>
                <a:path w="2369" h="2002" extrusionOk="0">
                  <a:moveTo>
                    <a:pt x="1368" y="0"/>
                  </a:moveTo>
                  <a:cubicBezTo>
                    <a:pt x="467" y="0"/>
                    <a:pt x="0" y="1068"/>
                    <a:pt x="634" y="1702"/>
                  </a:cubicBezTo>
                  <a:cubicBezTo>
                    <a:pt x="841" y="1909"/>
                    <a:pt x="1098" y="2002"/>
                    <a:pt x="1351" y="2002"/>
                  </a:cubicBezTo>
                  <a:cubicBezTo>
                    <a:pt x="1870" y="2002"/>
                    <a:pt x="2369" y="1607"/>
                    <a:pt x="2369" y="1001"/>
                  </a:cubicBezTo>
                  <a:cubicBezTo>
                    <a:pt x="2369" y="434"/>
                    <a:pt x="1902" y="0"/>
                    <a:pt x="1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9">
              <a:extLst>
                <a:ext uri="{FF2B5EF4-FFF2-40B4-BE49-F238E27FC236}">
                  <a16:creationId xmlns:a16="http://schemas.microsoft.com/office/drawing/2014/main" id="{5F4691EA-A32E-999B-3AC1-0CB7AD7327B9}"/>
                </a:ext>
              </a:extLst>
            </p:cNvPr>
            <p:cNvSpPr/>
            <p:nvPr/>
          </p:nvSpPr>
          <p:spPr>
            <a:xfrm>
              <a:off x="1419956" y="1416971"/>
              <a:ext cx="127833" cy="127833"/>
            </a:xfrm>
            <a:custGeom>
              <a:avLst/>
              <a:gdLst/>
              <a:ahLst/>
              <a:cxnLst/>
              <a:rect l="l" t="t" r="r" b="b"/>
              <a:pathLst>
                <a:path w="2002" h="2002" extrusionOk="0">
                  <a:moveTo>
                    <a:pt x="1001" y="0"/>
                  </a:moveTo>
                  <a:cubicBezTo>
                    <a:pt x="434" y="0"/>
                    <a:pt x="0" y="434"/>
                    <a:pt x="0" y="1001"/>
                  </a:cubicBezTo>
                  <a:cubicBezTo>
                    <a:pt x="0" y="1568"/>
                    <a:pt x="434" y="2002"/>
                    <a:pt x="1001" y="2002"/>
                  </a:cubicBezTo>
                  <a:cubicBezTo>
                    <a:pt x="1568" y="2002"/>
                    <a:pt x="2002" y="1568"/>
                    <a:pt x="2002" y="1001"/>
                  </a:cubicBezTo>
                  <a:cubicBezTo>
                    <a:pt x="2002" y="434"/>
                    <a:pt x="1568" y="0"/>
                    <a:pt x="10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9">
              <a:extLst>
                <a:ext uri="{FF2B5EF4-FFF2-40B4-BE49-F238E27FC236}">
                  <a16:creationId xmlns:a16="http://schemas.microsoft.com/office/drawing/2014/main" id="{0EE6136D-14F8-5596-8097-EBBAD47ACB9C}"/>
                </a:ext>
              </a:extLst>
            </p:cNvPr>
            <p:cNvSpPr/>
            <p:nvPr/>
          </p:nvSpPr>
          <p:spPr>
            <a:xfrm>
              <a:off x="851459" y="1736564"/>
              <a:ext cx="768720" cy="654041"/>
            </a:xfrm>
            <a:custGeom>
              <a:avLst/>
              <a:gdLst/>
              <a:ahLst/>
              <a:cxnLst/>
              <a:rect l="l" t="t" r="r" b="b"/>
              <a:pathLst>
                <a:path w="12039" h="10243" extrusionOk="0">
                  <a:moveTo>
                    <a:pt x="5765" y="0"/>
                  </a:moveTo>
                  <a:cubicBezTo>
                    <a:pt x="2635" y="0"/>
                    <a:pt x="1" y="2962"/>
                    <a:pt x="831" y="6337"/>
                  </a:cubicBezTo>
                  <a:cubicBezTo>
                    <a:pt x="1425" y="8739"/>
                    <a:pt x="3563" y="10242"/>
                    <a:pt x="5817" y="10242"/>
                  </a:cubicBezTo>
                  <a:cubicBezTo>
                    <a:pt x="6725" y="10242"/>
                    <a:pt x="7651" y="9999"/>
                    <a:pt x="8503" y="9472"/>
                  </a:cubicBezTo>
                  <a:cubicBezTo>
                    <a:pt x="12039" y="7271"/>
                    <a:pt x="11605" y="1967"/>
                    <a:pt x="7736" y="399"/>
                  </a:cubicBezTo>
                  <a:cubicBezTo>
                    <a:pt x="7075" y="126"/>
                    <a:pt x="6409" y="0"/>
                    <a:pt x="5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9">
              <a:extLst>
                <a:ext uri="{FF2B5EF4-FFF2-40B4-BE49-F238E27FC236}">
                  <a16:creationId xmlns:a16="http://schemas.microsoft.com/office/drawing/2014/main" id="{4B371EA8-F0B8-C708-89F8-9683F4CAE1AD}"/>
                </a:ext>
              </a:extLst>
            </p:cNvPr>
            <p:cNvSpPr/>
            <p:nvPr/>
          </p:nvSpPr>
          <p:spPr>
            <a:xfrm>
              <a:off x="1087657" y="1926020"/>
              <a:ext cx="234339" cy="199156"/>
            </a:xfrm>
            <a:custGeom>
              <a:avLst/>
              <a:gdLst/>
              <a:ahLst/>
              <a:cxnLst/>
              <a:rect l="l" t="t" r="r" b="b"/>
              <a:pathLst>
                <a:path w="3670" h="3119" extrusionOk="0">
                  <a:moveTo>
                    <a:pt x="2102" y="1"/>
                  </a:moveTo>
                  <a:cubicBezTo>
                    <a:pt x="701" y="1"/>
                    <a:pt x="0" y="1669"/>
                    <a:pt x="1001" y="2669"/>
                  </a:cubicBezTo>
                  <a:cubicBezTo>
                    <a:pt x="1312" y="2980"/>
                    <a:pt x="1698" y="3118"/>
                    <a:pt x="2079" y="3118"/>
                  </a:cubicBezTo>
                  <a:cubicBezTo>
                    <a:pt x="2885" y="3118"/>
                    <a:pt x="3670" y="2497"/>
                    <a:pt x="3670" y="1568"/>
                  </a:cubicBezTo>
                  <a:cubicBezTo>
                    <a:pt x="3670" y="701"/>
                    <a:pt x="2969" y="1"/>
                    <a:pt x="21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9">
              <a:extLst>
                <a:ext uri="{FF2B5EF4-FFF2-40B4-BE49-F238E27FC236}">
                  <a16:creationId xmlns:a16="http://schemas.microsoft.com/office/drawing/2014/main" id="{E29A558D-46CC-3435-DE9E-6BCC96BEFC39}"/>
                </a:ext>
              </a:extLst>
            </p:cNvPr>
            <p:cNvSpPr/>
            <p:nvPr/>
          </p:nvSpPr>
          <p:spPr>
            <a:xfrm>
              <a:off x="1045066" y="2121991"/>
              <a:ext cx="351508" cy="267350"/>
            </a:xfrm>
            <a:custGeom>
              <a:avLst/>
              <a:gdLst/>
              <a:ahLst/>
              <a:cxnLst/>
              <a:rect l="l" t="t" r="r" b="b"/>
              <a:pathLst>
                <a:path w="5505" h="4187" extrusionOk="0">
                  <a:moveTo>
                    <a:pt x="2769" y="1"/>
                  </a:moveTo>
                  <a:cubicBezTo>
                    <a:pt x="1235" y="1"/>
                    <a:pt x="0" y="1268"/>
                    <a:pt x="67" y="2803"/>
                  </a:cubicBezTo>
                  <a:lnTo>
                    <a:pt x="67" y="3436"/>
                  </a:lnTo>
                  <a:cubicBezTo>
                    <a:pt x="901" y="3937"/>
                    <a:pt x="1835" y="4187"/>
                    <a:pt x="2769" y="4187"/>
                  </a:cubicBezTo>
                  <a:cubicBezTo>
                    <a:pt x="3703" y="4187"/>
                    <a:pt x="4637" y="3937"/>
                    <a:pt x="5471" y="3436"/>
                  </a:cubicBezTo>
                  <a:lnTo>
                    <a:pt x="5471" y="2803"/>
                  </a:lnTo>
                  <a:cubicBezTo>
                    <a:pt x="5504" y="1268"/>
                    <a:pt x="4303" y="1"/>
                    <a:pt x="2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9">
              <a:extLst>
                <a:ext uri="{FF2B5EF4-FFF2-40B4-BE49-F238E27FC236}">
                  <a16:creationId xmlns:a16="http://schemas.microsoft.com/office/drawing/2014/main" id="{C26ED249-1490-83B1-777E-1F17EF341BC9}"/>
                </a:ext>
              </a:extLst>
            </p:cNvPr>
            <p:cNvSpPr/>
            <p:nvPr/>
          </p:nvSpPr>
          <p:spPr>
            <a:xfrm>
              <a:off x="2257528" y="2501600"/>
              <a:ext cx="903194" cy="654488"/>
            </a:xfrm>
            <a:custGeom>
              <a:avLst/>
              <a:gdLst/>
              <a:ahLst/>
              <a:cxnLst/>
              <a:rect l="l" t="t" r="r" b="b"/>
              <a:pathLst>
                <a:path w="14145" h="10250" extrusionOk="0">
                  <a:moveTo>
                    <a:pt x="7072" y="0"/>
                  </a:moveTo>
                  <a:cubicBezTo>
                    <a:pt x="1902" y="0"/>
                    <a:pt x="1" y="6772"/>
                    <a:pt x="4371" y="9474"/>
                  </a:cubicBezTo>
                  <a:cubicBezTo>
                    <a:pt x="5204" y="9991"/>
                    <a:pt x="6138" y="10249"/>
                    <a:pt x="7072" y="10249"/>
                  </a:cubicBezTo>
                  <a:cubicBezTo>
                    <a:pt x="8006" y="10249"/>
                    <a:pt x="8940" y="9991"/>
                    <a:pt x="9774" y="9474"/>
                  </a:cubicBezTo>
                  <a:cubicBezTo>
                    <a:pt x="14144" y="6772"/>
                    <a:pt x="12209" y="0"/>
                    <a:pt x="70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9">
              <a:extLst>
                <a:ext uri="{FF2B5EF4-FFF2-40B4-BE49-F238E27FC236}">
                  <a16:creationId xmlns:a16="http://schemas.microsoft.com/office/drawing/2014/main" id="{2A26A88C-B2FE-3B35-3CE7-CA0542E24666}"/>
                </a:ext>
              </a:extLst>
            </p:cNvPr>
            <p:cNvSpPr/>
            <p:nvPr/>
          </p:nvSpPr>
          <p:spPr>
            <a:xfrm>
              <a:off x="1705375" y="813850"/>
              <a:ext cx="1801981" cy="758692"/>
            </a:xfrm>
            <a:custGeom>
              <a:avLst/>
              <a:gdLst/>
              <a:ahLst/>
              <a:cxnLst/>
              <a:rect l="l" t="t" r="r" b="b"/>
              <a:pathLst>
                <a:path w="28221" h="15913" extrusionOk="0">
                  <a:moveTo>
                    <a:pt x="0" y="1"/>
                  </a:moveTo>
                  <a:lnTo>
                    <a:pt x="0" y="15912"/>
                  </a:lnTo>
                  <a:lnTo>
                    <a:pt x="28220" y="15912"/>
                  </a:lnTo>
                  <a:lnTo>
                    <a:pt x="282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9">
              <a:extLst>
                <a:ext uri="{FF2B5EF4-FFF2-40B4-BE49-F238E27FC236}">
                  <a16:creationId xmlns:a16="http://schemas.microsoft.com/office/drawing/2014/main" id="{1928CB55-A3AE-0653-4537-6A597BDA668A}"/>
                </a:ext>
              </a:extLst>
            </p:cNvPr>
            <p:cNvSpPr/>
            <p:nvPr/>
          </p:nvSpPr>
          <p:spPr>
            <a:xfrm>
              <a:off x="1705386" y="1572457"/>
              <a:ext cx="304640" cy="313133"/>
            </a:xfrm>
            <a:custGeom>
              <a:avLst/>
              <a:gdLst/>
              <a:ahLst/>
              <a:cxnLst/>
              <a:rect l="l" t="t" r="r" b="b"/>
              <a:pathLst>
                <a:path w="4771" h="4904" extrusionOk="0">
                  <a:moveTo>
                    <a:pt x="0" y="0"/>
                  </a:moveTo>
                  <a:lnTo>
                    <a:pt x="0" y="4904"/>
                  </a:lnTo>
                  <a:lnTo>
                    <a:pt x="47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9">
              <a:extLst>
                <a:ext uri="{FF2B5EF4-FFF2-40B4-BE49-F238E27FC236}">
                  <a16:creationId xmlns:a16="http://schemas.microsoft.com/office/drawing/2014/main" id="{08B852D1-9414-BEA5-5EA8-BAD495551BF9}"/>
                </a:ext>
              </a:extLst>
            </p:cNvPr>
            <p:cNvSpPr/>
            <p:nvPr/>
          </p:nvSpPr>
          <p:spPr>
            <a:xfrm>
              <a:off x="1818126" y="972712"/>
              <a:ext cx="1311323" cy="31011"/>
            </a:xfrm>
            <a:custGeom>
              <a:avLst/>
              <a:gdLst/>
              <a:ahLst/>
              <a:cxnLst/>
              <a:rect l="l" t="t" r="r" b="b"/>
              <a:pathLst>
                <a:path w="2401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24018" y="568"/>
                  </a:lnTo>
                  <a:lnTo>
                    <a:pt x="240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9">
              <a:extLst>
                <a:ext uri="{FF2B5EF4-FFF2-40B4-BE49-F238E27FC236}">
                  <a16:creationId xmlns:a16="http://schemas.microsoft.com/office/drawing/2014/main" id="{DE0D3DED-8E97-1CBC-8F7E-6FB6DD77D146}"/>
                </a:ext>
              </a:extLst>
            </p:cNvPr>
            <p:cNvSpPr/>
            <p:nvPr/>
          </p:nvSpPr>
          <p:spPr>
            <a:xfrm>
              <a:off x="1833697" y="1087291"/>
              <a:ext cx="528316" cy="36268"/>
            </a:xfrm>
            <a:custGeom>
              <a:avLst/>
              <a:gdLst/>
              <a:ahLst/>
              <a:cxnLst/>
              <a:rect l="l" t="t" r="r" b="b"/>
              <a:pathLst>
                <a:path w="8274" h="568" extrusionOk="0">
                  <a:moveTo>
                    <a:pt x="1" y="0"/>
                  </a:moveTo>
                  <a:lnTo>
                    <a:pt x="1" y="567"/>
                  </a:lnTo>
                  <a:lnTo>
                    <a:pt x="8273" y="567"/>
                  </a:lnTo>
                  <a:lnTo>
                    <a:pt x="82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9">
              <a:extLst>
                <a:ext uri="{FF2B5EF4-FFF2-40B4-BE49-F238E27FC236}">
                  <a16:creationId xmlns:a16="http://schemas.microsoft.com/office/drawing/2014/main" id="{1AE8A2C8-119C-6613-1BFF-B07DEC2081EB}"/>
                </a:ext>
              </a:extLst>
            </p:cNvPr>
            <p:cNvSpPr/>
            <p:nvPr/>
          </p:nvSpPr>
          <p:spPr>
            <a:xfrm>
              <a:off x="1833697" y="1202293"/>
              <a:ext cx="1203492" cy="36268"/>
            </a:xfrm>
            <a:custGeom>
              <a:avLst/>
              <a:gdLst/>
              <a:ahLst/>
              <a:cxnLst/>
              <a:rect l="l" t="t" r="r" b="b"/>
              <a:pathLst>
                <a:path w="18848" h="568" extrusionOk="0">
                  <a:moveTo>
                    <a:pt x="1" y="0"/>
                  </a:moveTo>
                  <a:lnTo>
                    <a:pt x="1" y="568"/>
                  </a:lnTo>
                  <a:lnTo>
                    <a:pt x="18847" y="568"/>
                  </a:lnTo>
                  <a:lnTo>
                    <a:pt x="188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9">
              <a:extLst>
                <a:ext uri="{FF2B5EF4-FFF2-40B4-BE49-F238E27FC236}">
                  <a16:creationId xmlns:a16="http://schemas.microsoft.com/office/drawing/2014/main" id="{8FD78CCB-E278-82F1-A93D-053C26B3DD09}"/>
                </a:ext>
              </a:extLst>
            </p:cNvPr>
            <p:cNvSpPr/>
            <p:nvPr/>
          </p:nvSpPr>
          <p:spPr>
            <a:xfrm>
              <a:off x="1833697" y="1317296"/>
              <a:ext cx="1280179" cy="36268"/>
            </a:xfrm>
            <a:custGeom>
              <a:avLst/>
              <a:gdLst/>
              <a:ahLst/>
              <a:cxnLst/>
              <a:rect l="l" t="t" r="r" b="b"/>
              <a:pathLst>
                <a:path w="20049" h="568" extrusionOk="0">
                  <a:moveTo>
                    <a:pt x="1" y="1"/>
                  </a:moveTo>
                  <a:lnTo>
                    <a:pt x="1" y="568"/>
                  </a:lnTo>
                  <a:lnTo>
                    <a:pt x="20048" y="568"/>
                  </a:lnTo>
                  <a:lnTo>
                    <a:pt x="200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9">
              <a:extLst>
                <a:ext uri="{FF2B5EF4-FFF2-40B4-BE49-F238E27FC236}">
                  <a16:creationId xmlns:a16="http://schemas.microsoft.com/office/drawing/2014/main" id="{1F86B917-C567-5E0B-0A69-EDBC4B539DEE}"/>
                </a:ext>
              </a:extLst>
            </p:cNvPr>
            <p:cNvSpPr/>
            <p:nvPr/>
          </p:nvSpPr>
          <p:spPr>
            <a:xfrm>
              <a:off x="1833697" y="1432362"/>
              <a:ext cx="958554" cy="36268"/>
            </a:xfrm>
            <a:custGeom>
              <a:avLst/>
              <a:gdLst/>
              <a:ahLst/>
              <a:cxnLst/>
              <a:rect l="l" t="t" r="r" b="b"/>
              <a:pathLst>
                <a:path w="15012" h="568" extrusionOk="0">
                  <a:moveTo>
                    <a:pt x="1" y="0"/>
                  </a:moveTo>
                  <a:lnTo>
                    <a:pt x="1" y="567"/>
                  </a:lnTo>
                  <a:lnTo>
                    <a:pt x="15011" y="567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9">
              <a:extLst>
                <a:ext uri="{FF2B5EF4-FFF2-40B4-BE49-F238E27FC236}">
                  <a16:creationId xmlns:a16="http://schemas.microsoft.com/office/drawing/2014/main" id="{9BC4B5B6-46A4-C20D-3C39-2F3B02ADE618}"/>
                </a:ext>
              </a:extLst>
            </p:cNvPr>
            <p:cNvSpPr/>
            <p:nvPr/>
          </p:nvSpPr>
          <p:spPr>
            <a:xfrm>
              <a:off x="3220975" y="1688851"/>
              <a:ext cx="1801981" cy="791103"/>
            </a:xfrm>
            <a:custGeom>
              <a:avLst/>
              <a:gdLst/>
              <a:ahLst/>
              <a:cxnLst/>
              <a:rect l="l" t="t" r="r" b="b"/>
              <a:pathLst>
                <a:path w="28221" h="11642" extrusionOk="0">
                  <a:moveTo>
                    <a:pt x="1" y="0"/>
                  </a:moveTo>
                  <a:lnTo>
                    <a:pt x="1" y="11642"/>
                  </a:lnTo>
                  <a:lnTo>
                    <a:pt x="28221" y="11642"/>
                  </a:lnTo>
                  <a:lnTo>
                    <a:pt x="282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9">
              <a:extLst>
                <a:ext uri="{FF2B5EF4-FFF2-40B4-BE49-F238E27FC236}">
                  <a16:creationId xmlns:a16="http://schemas.microsoft.com/office/drawing/2014/main" id="{FCD8AD25-18E0-757C-4C55-BBE19A1CDE99}"/>
                </a:ext>
              </a:extLst>
            </p:cNvPr>
            <p:cNvSpPr/>
            <p:nvPr/>
          </p:nvSpPr>
          <p:spPr>
            <a:xfrm flipH="1">
              <a:off x="3220967" y="2471769"/>
              <a:ext cx="257002" cy="264220"/>
            </a:xfrm>
            <a:custGeom>
              <a:avLst/>
              <a:gdLst/>
              <a:ahLst/>
              <a:cxnLst/>
              <a:rect l="l" t="t" r="r" b="b"/>
              <a:pathLst>
                <a:path w="4771" h="4905" extrusionOk="0">
                  <a:moveTo>
                    <a:pt x="1" y="1"/>
                  </a:moveTo>
                  <a:lnTo>
                    <a:pt x="4771" y="4904"/>
                  </a:lnTo>
                  <a:lnTo>
                    <a:pt x="47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9">
              <a:extLst>
                <a:ext uri="{FF2B5EF4-FFF2-40B4-BE49-F238E27FC236}">
                  <a16:creationId xmlns:a16="http://schemas.microsoft.com/office/drawing/2014/main" id="{D61AD3CD-2C01-C547-340E-AF012CF5F7C1}"/>
                </a:ext>
              </a:extLst>
            </p:cNvPr>
            <p:cNvSpPr/>
            <p:nvPr/>
          </p:nvSpPr>
          <p:spPr>
            <a:xfrm>
              <a:off x="3355204" y="1860127"/>
              <a:ext cx="1126805" cy="36268"/>
            </a:xfrm>
            <a:custGeom>
              <a:avLst/>
              <a:gdLst/>
              <a:ahLst/>
              <a:cxnLst/>
              <a:rect l="l" t="t" r="r" b="b"/>
              <a:pathLst>
                <a:path w="17647" h="568" extrusionOk="0">
                  <a:moveTo>
                    <a:pt x="0" y="0"/>
                  </a:moveTo>
                  <a:lnTo>
                    <a:pt x="0" y="567"/>
                  </a:lnTo>
                  <a:lnTo>
                    <a:pt x="17646" y="567"/>
                  </a:lnTo>
                  <a:lnTo>
                    <a:pt x="176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9">
              <a:extLst>
                <a:ext uri="{FF2B5EF4-FFF2-40B4-BE49-F238E27FC236}">
                  <a16:creationId xmlns:a16="http://schemas.microsoft.com/office/drawing/2014/main" id="{0D4B3521-DA51-A09E-9E56-AE54D26D176C}"/>
                </a:ext>
              </a:extLst>
            </p:cNvPr>
            <p:cNvSpPr/>
            <p:nvPr/>
          </p:nvSpPr>
          <p:spPr>
            <a:xfrm>
              <a:off x="3355204" y="1975129"/>
              <a:ext cx="1435596" cy="36268"/>
            </a:xfrm>
            <a:custGeom>
              <a:avLst/>
              <a:gdLst/>
              <a:ahLst/>
              <a:cxnLst/>
              <a:rect l="l" t="t" r="r" b="b"/>
              <a:pathLst>
                <a:path w="22483" h="568" extrusionOk="0">
                  <a:moveTo>
                    <a:pt x="0" y="0"/>
                  </a:moveTo>
                  <a:lnTo>
                    <a:pt x="0" y="567"/>
                  </a:lnTo>
                  <a:lnTo>
                    <a:pt x="22483" y="567"/>
                  </a:lnTo>
                  <a:lnTo>
                    <a:pt x="224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9">
              <a:extLst>
                <a:ext uri="{FF2B5EF4-FFF2-40B4-BE49-F238E27FC236}">
                  <a16:creationId xmlns:a16="http://schemas.microsoft.com/office/drawing/2014/main" id="{A6E0BBE5-209C-C93A-42D5-181444550F99}"/>
                </a:ext>
              </a:extLst>
            </p:cNvPr>
            <p:cNvSpPr/>
            <p:nvPr/>
          </p:nvSpPr>
          <p:spPr>
            <a:xfrm>
              <a:off x="3355204" y="2090132"/>
              <a:ext cx="1043733" cy="36268"/>
            </a:xfrm>
            <a:custGeom>
              <a:avLst/>
              <a:gdLst/>
              <a:ahLst/>
              <a:cxnLst/>
              <a:rect l="l" t="t" r="r" b="b"/>
              <a:pathLst>
                <a:path w="16346" h="568" extrusionOk="0">
                  <a:moveTo>
                    <a:pt x="0" y="1"/>
                  </a:moveTo>
                  <a:lnTo>
                    <a:pt x="0" y="568"/>
                  </a:lnTo>
                  <a:lnTo>
                    <a:pt x="16345" y="568"/>
                  </a:lnTo>
                  <a:lnTo>
                    <a:pt x="163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9">
              <a:extLst>
                <a:ext uri="{FF2B5EF4-FFF2-40B4-BE49-F238E27FC236}">
                  <a16:creationId xmlns:a16="http://schemas.microsoft.com/office/drawing/2014/main" id="{749DFAB2-3785-CE75-DB62-E549CEB053AB}"/>
                </a:ext>
              </a:extLst>
            </p:cNvPr>
            <p:cNvSpPr/>
            <p:nvPr/>
          </p:nvSpPr>
          <p:spPr>
            <a:xfrm>
              <a:off x="3355204" y="2205134"/>
              <a:ext cx="1312105" cy="36268"/>
            </a:xfrm>
            <a:custGeom>
              <a:avLst/>
              <a:gdLst/>
              <a:ahLst/>
              <a:cxnLst/>
              <a:rect l="l" t="t" r="r" b="b"/>
              <a:pathLst>
                <a:path w="20549" h="568" extrusionOk="0">
                  <a:moveTo>
                    <a:pt x="0" y="1"/>
                  </a:moveTo>
                  <a:lnTo>
                    <a:pt x="0" y="568"/>
                  </a:lnTo>
                  <a:lnTo>
                    <a:pt x="20548" y="568"/>
                  </a:lnTo>
                  <a:lnTo>
                    <a:pt x="205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9">
              <a:extLst>
                <a:ext uri="{FF2B5EF4-FFF2-40B4-BE49-F238E27FC236}">
                  <a16:creationId xmlns:a16="http://schemas.microsoft.com/office/drawing/2014/main" id="{E4EABAF0-6B35-A2BF-7E28-65C035C3BD7E}"/>
                </a:ext>
              </a:extLst>
            </p:cNvPr>
            <p:cNvSpPr/>
            <p:nvPr/>
          </p:nvSpPr>
          <p:spPr>
            <a:xfrm>
              <a:off x="3355204" y="2320200"/>
              <a:ext cx="860540" cy="38375"/>
            </a:xfrm>
            <a:custGeom>
              <a:avLst/>
              <a:gdLst/>
              <a:ahLst/>
              <a:cxnLst/>
              <a:rect l="l" t="t" r="r" b="b"/>
              <a:pathLst>
                <a:path w="13477" h="601" extrusionOk="0">
                  <a:moveTo>
                    <a:pt x="0" y="0"/>
                  </a:moveTo>
                  <a:lnTo>
                    <a:pt x="0" y="601"/>
                  </a:lnTo>
                  <a:lnTo>
                    <a:pt x="13476" y="601"/>
                  </a:lnTo>
                  <a:lnTo>
                    <a:pt x="134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9">
              <a:extLst>
                <a:ext uri="{FF2B5EF4-FFF2-40B4-BE49-F238E27FC236}">
                  <a16:creationId xmlns:a16="http://schemas.microsoft.com/office/drawing/2014/main" id="{13AF8CAC-0481-8E86-90E2-EB5A268DBC9B}"/>
                </a:ext>
              </a:extLst>
            </p:cNvPr>
            <p:cNvSpPr/>
            <p:nvPr/>
          </p:nvSpPr>
          <p:spPr>
            <a:xfrm>
              <a:off x="2575957" y="2692770"/>
              <a:ext cx="234339" cy="199156"/>
            </a:xfrm>
            <a:custGeom>
              <a:avLst/>
              <a:gdLst/>
              <a:ahLst/>
              <a:cxnLst/>
              <a:rect l="l" t="t" r="r" b="b"/>
              <a:pathLst>
                <a:path w="3670" h="3119" extrusionOk="0">
                  <a:moveTo>
                    <a:pt x="2102" y="1"/>
                  </a:moveTo>
                  <a:cubicBezTo>
                    <a:pt x="701" y="1"/>
                    <a:pt x="0" y="1669"/>
                    <a:pt x="1001" y="2669"/>
                  </a:cubicBezTo>
                  <a:cubicBezTo>
                    <a:pt x="1312" y="2980"/>
                    <a:pt x="1698" y="3118"/>
                    <a:pt x="2079" y="3118"/>
                  </a:cubicBezTo>
                  <a:cubicBezTo>
                    <a:pt x="2885" y="3118"/>
                    <a:pt x="3670" y="2497"/>
                    <a:pt x="3670" y="1568"/>
                  </a:cubicBezTo>
                  <a:cubicBezTo>
                    <a:pt x="3670" y="701"/>
                    <a:pt x="2969" y="1"/>
                    <a:pt x="21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9">
              <a:extLst>
                <a:ext uri="{FF2B5EF4-FFF2-40B4-BE49-F238E27FC236}">
                  <a16:creationId xmlns:a16="http://schemas.microsoft.com/office/drawing/2014/main" id="{13E839CA-4D98-9894-CC03-CA64CB805629}"/>
                </a:ext>
              </a:extLst>
            </p:cNvPr>
            <p:cNvSpPr/>
            <p:nvPr/>
          </p:nvSpPr>
          <p:spPr>
            <a:xfrm>
              <a:off x="2533366" y="2888741"/>
              <a:ext cx="351508" cy="267350"/>
            </a:xfrm>
            <a:custGeom>
              <a:avLst/>
              <a:gdLst/>
              <a:ahLst/>
              <a:cxnLst/>
              <a:rect l="l" t="t" r="r" b="b"/>
              <a:pathLst>
                <a:path w="5505" h="4187" extrusionOk="0">
                  <a:moveTo>
                    <a:pt x="2769" y="1"/>
                  </a:moveTo>
                  <a:cubicBezTo>
                    <a:pt x="1235" y="1"/>
                    <a:pt x="0" y="1268"/>
                    <a:pt x="67" y="2803"/>
                  </a:cubicBezTo>
                  <a:lnTo>
                    <a:pt x="67" y="3436"/>
                  </a:lnTo>
                  <a:cubicBezTo>
                    <a:pt x="901" y="3937"/>
                    <a:pt x="1835" y="4187"/>
                    <a:pt x="2769" y="4187"/>
                  </a:cubicBezTo>
                  <a:cubicBezTo>
                    <a:pt x="3703" y="4187"/>
                    <a:pt x="4637" y="3937"/>
                    <a:pt x="5471" y="3436"/>
                  </a:cubicBezTo>
                  <a:lnTo>
                    <a:pt x="5471" y="2803"/>
                  </a:lnTo>
                  <a:cubicBezTo>
                    <a:pt x="5504" y="1268"/>
                    <a:pt x="4303" y="1"/>
                    <a:pt x="2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7" name="Google Shape;977;p29">
            <a:extLst>
              <a:ext uri="{FF2B5EF4-FFF2-40B4-BE49-F238E27FC236}">
                <a16:creationId xmlns:a16="http://schemas.microsoft.com/office/drawing/2014/main" id="{3E60873F-0ACD-2720-A9C3-D7FE0B9BE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7395" y="2105475"/>
            <a:ext cx="4276582" cy="11898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Conclusion et appel à l’action</a:t>
            </a:r>
            <a:endParaRPr dirty="0"/>
          </a:p>
        </p:txBody>
      </p:sp>
      <p:sp>
        <p:nvSpPr>
          <p:cNvPr id="978" name="Google Shape;978;p29">
            <a:extLst>
              <a:ext uri="{FF2B5EF4-FFF2-40B4-BE49-F238E27FC236}">
                <a16:creationId xmlns:a16="http://schemas.microsoft.com/office/drawing/2014/main" id="{A7974D11-0021-5432-BA03-02C0FF6787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06375" y="3295275"/>
            <a:ext cx="3024300" cy="79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Pourquoi croire en CultureJam ?</a:t>
            </a:r>
            <a:endParaRPr dirty="0"/>
          </a:p>
        </p:txBody>
      </p:sp>
      <p:sp>
        <p:nvSpPr>
          <p:cNvPr id="979" name="Google Shape;979;p29">
            <a:extLst>
              <a:ext uri="{FF2B5EF4-FFF2-40B4-BE49-F238E27FC236}">
                <a16:creationId xmlns:a16="http://schemas.microsoft.com/office/drawing/2014/main" id="{527C3FFE-F54E-0A83-A8A6-4A44FC4B784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18863" y="958638"/>
            <a:ext cx="1043700" cy="7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980" name="Google Shape;980;p29">
            <a:extLst>
              <a:ext uri="{FF2B5EF4-FFF2-40B4-BE49-F238E27FC236}">
                <a16:creationId xmlns:a16="http://schemas.microsoft.com/office/drawing/2014/main" id="{BE62F1DE-E8CB-1D36-EC7A-625EDFE25AD5}"/>
              </a:ext>
            </a:extLst>
          </p:cNvPr>
          <p:cNvSpPr/>
          <p:nvPr/>
        </p:nvSpPr>
        <p:spPr>
          <a:xfrm>
            <a:off x="888094" y="440948"/>
            <a:ext cx="1306351" cy="1306351"/>
          </a:xfrm>
          <a:custGeom>
            <a:avLst/>
            <a:gdLst/>
            <a:ahLst/>
            <a:cxnLst/>
            <a:rect l="l" t="t" r="r" b="b"/>
            <a:pathLst>
              <a:path w="55307" h="55307" extrusionOk="0">
                <a:moveTo>
                  <a:pt x="26986" y="0"/>
                </a:moveTo>
                <a:cubicBezTo>
                  <a:pt x="26552" y="0"/>
                  <a:pt x="26152" y="34"/>
                  <a:pt x="25719" y="67"/>
                </a:cubicBezTo>
                <a:lnTo>
                  <a:pt x="25752" y="467"/>
                </a:lnTo>
                <a:cubicBezTo>
                  <a:pt x="26152" y="434"/>
                  <a:pt x="26586" y="434"/>
                  <a:pt x="26986" y="434"/>
                </a:cubicBezTo>
                <a:lnTo>
                  <a:pt x="26986" y="0"/>
                </a:lnTo>
                <a:close/>
                <a:moveTo>
                  <a:pt x="28220" y="0"/>
                </a:moveTo>
                <a:lnTo>
                  <a:pt x="28220" y="434"/>
                </a:lnTo>
                <a:cubicBezTo>
                  <a:pt x="28621" y="434"/>
                  <a:pt x="29054" y="467"/>
                  <a:pt x="29455" y="467"/>
                </a:cubicBezTo>
                <a:lnTo>
                  <a:pt x="29455" y="67"/>
                </a:lnTo>
                <a:cubicBezTo>
                  <a:pt x="29054" y="34"/>
                  <a:pt x="28621" y="0"/>
                  <a:pt x="28220" y="0"/>
                </a:cubicBezTo>
                <a:close/>
                <a:moveTo>
                  <a:pt x="24484" y="167"/>
                </a:moveTo>
                <a:cubicBezTo>
                  <a:pt x="24051" y="201"/>
                  <a:pt x="23650" y="267"/>
                  <a:pt x="23217" y="334"/>
                </a:cubicBezTo>
                <a:lnTo>
                  <a:pt x="23283" y="734"/>
                </a:lnTo>
                <a:cubicBezTo>
                  <a:pt x="23684" y="668"/>
                  <a:pt x="24117" y="634"/>
                  <a:pt x="24518" y="567"/>
                </a:cubicBezTo>
                <a:lnTo>
                  <a:pt x="24484" y="167"/>
                </a:lnTo>
                <a:close/>
                <a:moveTo>
                  <a:pt x="30755" y="167"/>
                </a:moveTo>
                <a:lnTo>
                  <a:pt x="30689" y="567"/>
                </a:lnTo>
                <a:cubicBezTo>
                  <a:pt x="31089" y="634"/>
                  <a:pt x="31523" y="668"/>
                  <a:pt x="31923" y="734"/>
                </a:cubicBezTo>
                <a:lnTo>
                  <a:pt x="31990" y="334"/>
                </a:lnTo>
                <a:cubicBezTo>
                  <a:pt x="31589" y="267"/>
                  <a:pt x="31156" y="201"/>
                  <a:pt x="30755" y="167"/>
                </a:cubicBezTo>
                <a:close/>
                <a:moveTo>
                  <a:pt x="33224" y="534"/>
                </a:moveTo>
                <a:lnTo>
                  <a:pt x="33157" y="968"/>
                </a:lnTo>
                <a:cubicBezTo>
                  <a:pt x="33557" y="1034"/>
                  <a:pt x="33958" y="1135"/>
                  <a:pt x="34358" y="1235"/>
                </a:cubicBezTo>
                <a:lnTo>
                  <a:pt x="34458" y="801"/>
                </a:lnTo>
                <a:cubicBezTo>
                  <a:pt x="34058" y="701"/>
                  <a:pt x="33658" y="634"/>
                  <a:pt x="33224" y="534"/>
                </a:cubicBezTo>
                <a:close/>
                <a:moveTo>
                  <a:pt x="21983" y="567"/>
                </a:moveTo>
                <a:cubicBezTo>
                  <a:pt x="21582" y="634"/>
                  <a:pt x="21182" y="734"/>
                  <a:pt x="20748" y="834"/>
                </a:cubicBezTo>
                <a:lnTo>
                  <a:pt x="20848" y="1268"/>
                </a:lnTo>
                <a:cubicBezTo>
                  <a:pt x="21249" y="1168"/>
                  <a:pt x="21682" y="1068"/>
                  <a:pt x="22083" y="968"/>
                </a:cubicBezTo>
                <a:lnTo>
                  <a:pt x="21983" y="567"/>
                </a:lnTo>
                <a:close/>
                <a:moveTo>
                  <a:pt x="35692" y="1135"/>
                </a:moveTo>
                <a:lnTo>
                  <a:pt x="35559" y="1568"/>
                </a:lnTo>
                <a:cubicBezTo>
                  <a:pt x="35959" y="1668"/>
                  <a:pt x="36359" y="1802"/>
                  <a:pt x="36726" y="1935"/>
                </a:cubicBezTo>
                <a:lnTo>
                  <a:pt x="36893" y="1535"/>
                </a:lnTo>
                <a:cubicBezTo>
                  <a:pt x="36493" y="1401"/>
                  <a:pt x="36093" y="1268"/>
                  <a:pt x="35692" y="1135"/>
                </a:cubicBezTo>
                <a:close/>
                <a:moveTo>
                  <a:pt x="19547" y="1168"/>
                </a:moveTo>
                <a:cubicBezTo>
                  <a:pt x="19147" y="1301"/>
                  <a:pt x="18747" y="1435"/>
                  <a:pt x="18347" y="1602"/>
                </a:cubicBezTo>
                <a:lnTo>
                  <a:pt x="18480" y="1968"/>
                </a:lnTo>
                <a:cubicBezTo>
                  <a:pt x="18880" y="1835"/>
                  <a:pt x="19281" y="1702"/>
                  <a:pt x="19681" y="1602"/>
                </a:cubicBezTo>
                <a:lnTo>
                  <a:pt x="19547" y="1168"/>
                </a:lnTo>
                <a:close/>
                <a:moveTo>
                  <a:pt x="38061" y="2002"/>
                </a:moveTo>
                <a:lnTo>
                  <a:pt x="37894" y="2402"/>
                </a:lnTo>
                <a:cubicBezTo>
                  <a:pt x="38294" y="2536"/>
                  <a:pt x="38661" y="2702"/>
                  <a:pt x="39028" y="2869"/>
                </a:cubicBezTo>
                <a:lnTo>
                  <a:pt x="39195" y="2502"/>
                </a:lnTo>
                <a:cubicBezTo>
                  <a:pt x="38828" y="2335"/>
                  <a:pt x="38428" y="2169"/>
                  <a:pt x="38061" y="2002"/>
                </a:cubicBezTo>
                <a:close/>
                <a:moveTo>
                  <a:pt x="17179" y="2035"/>
                </a:moveTo>
                <a:cubicBezTo>
                  <a:pt x="16779" y="2202"/>
                  <a:pt x="16412" y="2369"/>
                  <a:pt x="16012" y="2536"/>
                </a:cubicBezTo>
                <a:lnTo>
                  <a:pt x="16212" y="2936"/>
                </a:lnTo>
                <a:cubicBezTo>
                  <a:pt x="16579" y="2736"/>
                  <a:pt x="16946" y="2569"/>
                  <a:pt x="17346" y="2435"/>
                </a:cubicBezTo>
                <a:lnTo>
                  <a:pt x="17179" y="2035"/>
                </a:lnTo>
                <a:close/>
                <a:moveTo>
                  <a:pt x="40362" y="3069"/>
                </a:moveTo>
                <a:lnTo>
                  <a:pt x="40162" y="3436"/>
                </a:lnTo>
                <a:cubicBezTo>
                  <a:pt x="40529" y="3636"/>
                  <a:pt x="40896" y="3836"/>
                  <a:pt x="41263" y="4037"/>
                </a:cubicBezTo>
                <a:lnTo>
                  <a:pt x="41463" y="3670"/>
                </a:lnTo>
                <a:cubicBezTo>
                  <a:pt x="41096" y="3470"/>
                  <a:pt x="40729" y="3269"/>
                  <a:pt x="40362" y="3069"/>
                </a:cubicBezTo>
                <a:close/>
                <a:moveTo>
                  <a:pt x="14911" y="3103"/>
                </a:moveTo>
                <a:cubicBezTo>
                  <a:pt x="14544" y="3303"/>
                  <a:pt x="14177" y="3503"/>
                  <a:pt x="13810" y="3703"/>
                </a:cubicBezTo>
                <a:lnTo>
                  <a:pt x="14010" y="4070"/>
                </a:lnTo>
                <a:cubicBezTo>
                  <a:pt x="14377" y="3870"/>
                  <a:pt x="14711" y="3670"/>
                  <a:pt x="15111" y="3470"/>
                </a:cubicBezTo>
                <a:lnTo>
                  <a:pt x="14911" y="3103"/>
                </a:lnTo>
                <a:close/>
                <a:moveTo>
                  <a:pt x="42531" y="4337"/>
                </a:moveTo>
                <a:lnTo>
                  <a:pt x="42330" y="4670"/>
                </a:lnTo>
                <a:cubicBezTo>
                  <a:pt x="42664" y="4904"/>
                  <a:pt x="42998" y="5137"/>
                  <a:pt x="43364" y="5371"/>
                </a:cubicBezTo>
                <a:lnTo>
                  <a:pt x="43598" y="5037"/>
                </a:lnTo>
                <a:cubicBezTo>
                  <a:pt x="43231" y="4770"/>
                  <a:pt x="42897" y="4537"/>
                  <a:pt x="42531" y="4337"/>
                </a:cubicBezTo>
                <a:close/>
                <a:moveTo>
                  <a:pt x="12743" y="4370"/>
                </a:moveTo>
                <a:cubicBezTo>
                  <a:pt x="12376" y="4604"/>
                  <a:pt x="12042" y="4837"/>
                  <a:pt x="11709" y="5071"/>
                </a:cubicBezTo>
                <a:lnTo>
                  <a:pt x="11942" y="5404"/>
                </a:lnTo>
                <a:lnTo>
                  <a:pt x="11942" y="5438"/>
                </a:lnTo>
                <a:cubicBezTo>
                  <a:pt x="12276" y="5171"/>
                  <a:pt x="12643" y="4937"/>
                  <a:pt x="12976" y="4737"/>
                </a:cubicBezTo>
                <a:lnTo>
                  <a:pt x="12743" y="4370"/>
                </a:lnTo>
                <a:close/>
                <a:moveTo>
                  <a:pt x="44599" y="5771"/>
                </a:moveTo>
                <a:lnTo>
                  <a:pt x="44332" y="6105"/>
                </a:lnTo>
                <a:cubicBezTo>
                  <a:pt x="44665" y="6372"/>
                  <a:pt x="44999" y="6638"/>
                  <a:pt x="45299" y="6872"/>
                </a:cubicBezTo>
                <a:lnTo>
                  <a:pt x="45566" y="6572"/>
                </a:lnTo>
                <a:cubicBezTo>
                  <a:pt x="45266" y="6305"/>
                  <a:pt x="44932" y="6038"/>
                  <a:pt x="44599" y="5771"/>
                </a:cubicBezTo>
                <a:close/>
                <a:moveTo>
                  <a:pt x="10674" y="5838"/>
                </a:moveTo>
                <a:cubicBezTo>
                  <a:pt x="10341" y="6071"/>
                  <a:pt x="10007" y="6338"/>
                  <a:pt x="9707" y="6605"/>
                </a:cubicBezTo>
                <a:lnTo>
                  <a:pt x="9974" y="6939"/>
                </a:lnTo>
                <a:cubicBezTo>
                  <a:pt x="10274" y="6672"/>
                  <a:pt x="10608" y="6405"/>
                  <a:pt x="10941" y="6171"/>
                </a:cubicBezTo>
                <a:lnTo>
                  <a:pt x="10674" y="5838"/>
                </a:lnTo>
                <a:close/>
                <a:moveTo>
                  <a:pt x="46500" y="7406"/>
                </a:moveTo>
                <a:lnTo>
                  <a:pt x="46233" y="7706"/>
                </a:lnTo>
                <a:cubicBezTo>
                  <a:pt x="46533" y="8006"/>
                  <a:pt x="46834" y="8306"/>
                  <a:pt x="47100" y="8573"/>
                </a:cubicBezTo>
                <a:lnTo>
                  <a:pt x="47401" y="8306"/>
                </a:lnTo>
                <a:cubicBezTo>
                  <a:pt x="47134" y="8006"/>
                  <a:pt x="46800" y="7706"/>
                  <a:pt x="46500" y="7406"/>
                </a:cubicBezTo>
                <a:close/>
                <a:moveTo>
                  <a:pt x="8773" y="7472"/>
                </a:moveTo>
                <a:cubicBezTo>
                  <a:pt x="8440" y="7739"/>
                  <a:pt x="8139" y="8039"/>
                  <a:pt x="7872" y="8340"/>
                </a:cubicBezTo>
                <a:lnTo>
                  <a:pt x="8173" y="8640"/>
                </a:lnTo>
                <a:lnTo>
                  <a:pt x="8173" y="8607"/>
                </a:lnTo>
                <a:cubicBezTo>
                  <a:pt x="8473" y="8340"/>
                  <a:pt x="8740" y="8039"/>
                  <a:pt x="9040" y="7773"/>
                </a:cubicBezTo>
                <a:lnTo>
                  <a:pt x="8773" y="7472"/>
                </a:lnTo>
                <a:close/>
                <a:moveTo>
                  <a:pt x="48268" y="9207"/>
                </a:moveTo>
                <a:lnTo>
                  <a:pt x="47968" y="9474"/>
                </a:lnTo>
                <a:cubicBezTo>
                  <a:pt x="48235" y="9807"/>
                  <a:pt x="48501" y="10108"/>
                  <a:pt x="48768" y="10441"/>
                </a:cubicBezTo>
                <a:lnTo>
                  <a:pt x="49102" y="10174"/>
                </a:lnTo>
                <a:cubicBezTo>
                  <a:pt x="48835" y="9841"/>
                  <a:pt x="48535" y="9507"/>
                  <a:pt x="48268" y="9207"/>
                </a:cubicBezTo>
                <a:close/>
                <a:moveTo>
                  <a:pt x="7005" y="9274"/>
                </a:moveTo>
                <a:cubicBezTo>
                  <a:pt x="6738" y="9574"/>
                  <a:pt x="6438" y="9874"/>
                  <a:pt x="6205" y="10208"/>
                </a:cubicBezTo>
                <a:lnTo>
                  <a:pt x="6505" y="10475"/>
                </a:lnTo>
                <a:cubicBezTo>
                  <a:pt x="6805" y="10141"/>
                  <a:pt x="7039" y="9841"/>
                  <a:pt x="7305" y="9541"/>
                </a:cubicBezTo>
                <a:lnTo>
                  <a:pt x="7005" y="9274"/>
                </a:lnTo>
                <a:close/>
                <a:moveTo>
                  <a:pt x="49869" y="11142"/>
                </a:moveTo>
                <a:lnTo>
                  <a:pt x="49536" y="11409"/>
                </a:lnTo>
                <a:cubicBezTo>
                  <a:pt x="49769" y="11742"/>
                  <a:pt x="50003" y="12076"/>
                  <a:pt x="50236" y="12409"/>
                </a:cubicBezTo>
                <a:lnTo>
                  <a:pt x="50603" y="12176"/>
                </a:lnTo>
                <a:cubicBezTo>
                  <a:pt x="50369" y="11842"/>
                  <a:pt x="50103" y="11475"/>
                  <a:pt x="49869" y="11142"/>
                </a:cubicBezTo>
                <a:close/>
                <a:moveTo>
                  <a:pt x="5404" y="11208"/>
                </a:moveTo>
                <a:cubicBezTo>
                  <a:pt x="5171" y="11542"/>
                  <a:pt x="4937" y="11876"/>
                  <a:pt x="4670" y="12242"/>
                </a:cubicBezTo>
                <a:lnTo>
                  <a:pt x="5037" y="12476"/>
                </a:lnTo>
                <a:cubicBezTo>
                  <a:pt x="5271" y="12109"/>
                  <a:pt x="5504" y="11775"/>
                  <a:pt x="5738" y="11442"/>
                </a:cubicBezTo>
                <a:lnTo>
                  <a:pt x="5404" y="11208"/>
                </a:lnTo>
                <a:close/>
                <a:moveTo>
                  <a:pt x="51270" y="13243"/>
                </a:moveTo>
                <a:lnTo>
                  <a:pt x="50903" y="13443"/>
                </a:lnTo>
                <a:cubicBezTo>
                  <a:pt x="51137" y="13810"/>
                  <a:pt x="51337" y="14144"/>
                  <a:pt x="51537" y="14511"/>
                </a:cubicBezTo>
                <a:lnTo>
                  <a:pt x="51904" y="14311"/>
                </a:lnTo>
                <a:cubicBezTo>
                  <a:pt x="51704" y="13944"/>
                  <a:pt x="51504" y="13577"/>
                  <a:pt x="51270" y="13243"/>
                </a:cubicBezTo>
                <a:close/>
                <a:moveTo>
                  <a:pt x="4003" y="13310"/>
                </a:moveTo>
                <a:cubicBezTo>
                  <a:pt x="3803" y="13677"/>
                  <a:pt x="3569" y="14044"/>
                  <a:pt x="3369" y="14411"/>
                </a:cubicBezTo>
                <a:lnTo>
                  <a:pt x="3736" y="14611"/>
                </a:lnTo>
                <a:cubicBezTo>
                  <a:pt x="3936" y="14211"/>
                  <a:pt x="4136" y="13877"/>
                  <a:pt x="4370" y="13510"/>
                </a:cubicBezTo>
                <a:lnTo>
                  <a:pt x="4003" y="13310"/>
                </a:lnTo>
                <a:close/>
                <a:moveTo>
                  <a:pt x="52504" y="15411"/>
                </a:moveTo>
                <a:lnTo>
                  <a:pt x="52104" y="15612"/>
                </a:lnTo>
                <a:cubicBezTo>
                  <a:pt x="52304" y="15978"/>
                  <a:pt x="52471" y="16345"/>
                  <a:pt x="52638" y="16712"/>
                </a:cubicBezTo>
                <a:lnTo>
                  <a:pt x="53005" y="16546"/>
                </a:lnTo>
                <a:cubicBezTo>
                  <a:pt x="52838" y="16179"/>
                  <a:pt x="52671" y="15812"/>
                  <a:pt x="52504" y="15411"/>
                </a:cubicBezTo>
                <a:close/>
                <a:moveTo>
                  <a:pt x="2802" y="15511"/>
                </a:moveTo>
                <a:cubicBezTo>
                  <a:pt x="2635" y="15878"/>
                  <a:pt x="2435" y="16279"/>
                  <a:pt x="2268" y="16646"/>
                </a:cubicBezTo>
                <a:lnTo>
                  <a:pt x="2669" y="16812"/>
                </a:lnTo>
                <a:cubicBezTo>
                  <a:pt x="2836" y="16445"/>
                  <a:pt x="3002" y="16045"/>
                  <a:pt x="3169" y="15678"/>
                </a:cubicBezTo>
                <a:lnTo>
                  <a:pt x="2802" y="15511"/>
                </a:lnTo>
                <a:close/>
                <a:moveTo>
                  <a:pt x="53505" y="17713"/>
                </a:moveTo>
                <a:lnTo>
                  <a:pt x="53105" y="17880"/>
                </a:lnTo>
                <a:cubicBezTo>
                  <a:pt x="53272" y="18247"/>
                  <a:pt x="53405" y="18647"/>
                  <a:pt x="53538" y="19047"/>
                </a:cubicBezTo>
                <a:lnTo>
                  <a:pt x="53905" y="18914"/>
                </a:lnTo>
                <a:cubicBezTo>
                  <a:pt x="53805" y="18514"/>
                  <a:pt x="53638" y="18113"/>
                  <a:pt x="53505" y="17713"/>
                </a:cubicBezTo>
                <a:close/>
                <a:moveTo>
                  <a:pt x="1801" y="17813"/>
                </a:moveTo>
                <a:cubicBezTo>
                  <a:pt x="1635" y="18213"/>
                  <a:pt x="1501" y="18580"/>
                  <a:pt x="1368" y="19014"/>
                </a:cubicBezTo>
                <a:lnTo>
                  <a:pt x="1801" y="19147"/>
                </a:lnTo>
                <a:cubicBezTo>
                  <a:pt x="1902" y="18780"/>
                  <a:pt x="2035" y="18347"/>
                  <a:pt x="2168" y="17980"/>
                </a:cubicBezTo>
                <a:lnTo>
                  <a:pt x="1801" y="17813"/>
                </a:lnTo>
                <a:close/>
                <a:moveTo>
                  <a:pt x="54272" y="20115"/>
                </a:moveTo>
                <a:lnTo>
                  <a:pt x="53872" y="20215"/>
                </a:lnTo>
                <a:cubicBezTo>
                  <a:pt x="53972" y="20615"/>
                  <a:pt x="54072" y="21015"/>
                  <a:pt x="54172" y="21416"/>
                </a:cubicBezTo>
                <a:lnTo>
                  <a:pt x="54606" y="21316"/>
                </a:lnTo>
                <a:cubicBezTo>
                  <a:pt x="54506" y="20915"/>
                  <a:pt x="54406" y="20515"/>
                  <a:pt x="54272" y="20115"/>
                </a:cubicBezTo>
                <a:close/>
                <a:moveTo>
                  <a:pt x="1001" y="20215"/>
                </a:moveTo>
                <a:cubicBezTo>
                  <a:pt x="867" y="20615"/>
                  <a:pt x="767" y="21015"/>
                  <a:pt x="667" y="21449"/>
                </a:cubicBezTo>
                <a:lnTo>
                  <a:pt x="1101" y="21516"/>
                </a:lnTo>
                <a:cubicBezTo>
                  <a:pt x="1201" y="21115"/>
                  <a:pt x="1301" y="20715"/>
                  <a:pt x="1401" y="20315"/>
                </a:cubicBezTo>
                <a:lnTo>
                  <a:pt x="1001" y="20215"/>
                </a:lnTo>
                <a:close/>
                <a:moveTo>
                  <a:pt x="54839" y="22550"/>
                </a:moveTo>
                <a:lnTo>
                  <a:pt x="54439" y="22650"/>
                </a:lnTo>
                <a:cubicBezTo>
                  <a:pt x="54506" y="23017"/>
                  <a:pt x="54572" y="23450"/>
                  <a:pt x="54639" y="23851"/>
                </a:cubicBezTo>
                <a:lnTo>
                  <a:pt x="55039" y="23817"/>
                </a:lnTo>
                <a:cubicBezTo>
                  <a:pt x="55006" y="23384"/>
                  <a:pt x="54939" y="22983"/>
                  <a:pt x="54839" y="22550"/>
                </a:cubicBezTo>
                <a:close/>
                <a:moveTo>
                  <a:pt x="434" y="22650"/>
                </a:moveTo>
                <a:cubicBezTo>
                  <a:pt x="367" y="23084"/>
                  <a:pt x="300" y="23484"/>
                  <a:pt x="234" y="23917"/>
                </a:cubicBezTo>
                <a:lnTo>
                  <a:pt x="667" y="23951"/>
                </a:lnTo>
                <a:cubicBezTo>
                  <a:pt x="734" y="23551"/>
                  <a:pt x="801" y="23150"/>
                  <a:pt x="867" y="22750"/>
                </a:cubicBezTo>
                <a:lnTo>
                  <a:pt x="434" y="22650"/>
                </a:lnTo>
                <a:close/>
                <a:moveTo>
                  <a:pt x="55206" y="25052"/>
                </a:moveTo>
                <a:lnTo>
                  <a:pt x="54773" y="25085"/>
                </a:lnTo>
                <a:cubicBezTo>
                  <a:pt x="54806" y="25485"/>
                  <a:pt x="54839" y="25919"/>
                  <a:pt x="54873" y="26319"/>
                </a:cubicBezTo>
                <a:lnTo>
                  <a:pt x="55273" y="26286"/>
                </a:lnTo>
                <a:cubicBezTo>
                  <a:pt x="55273" y="25886"/>
                  <a:pt x="55240" y="25452"/>
                  <a:pt x="55206" y="25052"/>
                </a:cubicBezTo>
                <a:close/>
                <a:moveTo>
                  <a:pt x="100" y="25185"/>
                </a:moveTo>
                <a:cubicBezTo>
                  <a:pt x="67" y="25585"/>
                  <a:pt x="34" y="26019"/>
                  <a:pt x="34" y="26419"/>
                </a:cubicBezTo>
                <a:lnTo>
                  <a:pt x="434" y="26419"/>
                </a:lnTo>
                <a:cubicBezTo>
                  <a:pt x="467" y="26019"/>
                  <a:pt x="501" y="25619"/>
                  <a:pt x="534" y="25218"/>
                </a:cubicBezTo>
                <a:lnTo>
                  <a:pt x="100" y="25185"/>
                </a:lnTo>
                <a:close/>
                <a:moveTo>
                  <a:pt x="54906" y="27587"/>
                </a:moveTo>
                <a:lnTo>
                  <a:pt x="54906" y="27654"/>
                </a:lnTo>
                <a:cubicBezTo>
                  <a:pt x="54906" y="28054"/>
                  <a:pt x="54873" y="28487"/>
                  <a:pt x="54873" y="28888"/>
                </a:cubicBezTo>
                <a:lnTo>
                  <a:pt x="55306" y="28888"/>
                </a:lnTo>
                <a:cubicBezTo>
                  <a:pt x="55306" y="28487"/>
                  <a:pt x="55306" y="28054"/>
                  <a:pt x="55306" y="27654"/>
                </a:cubicBezTo>
                <a:lnTo>
                  <a:pt x="55306" y="27587"/>
                </a:lnTo>
                <a:close/>
                <a:moveTo>
                  <a:pt x="0" y="27687"/>
                </a:moveTo>
                <a:cubicBezTo>
                  <a:pt x="0" y="28087"/>
                  <a:pt x="0" y="28521"/>
                  <a:pt x="34" y="28921"/>
                </a:cubicBezTo>
                <a:lnTo>
                  <a:pt x="434" y="28921"/>
                </a:lnTo>
                <a:cubicBezTo>
                  <a:pt x="400" y="28521"/>
                  <a:pt x="400" y="28087"/>
                  <a:pt x="400" y="27687"/>
                </a:cubicBezTo>
                <a:close/>
                <a:moveTo>
                  <a:pt x="54773" y="30089"/>
                </a:moveTo>
                <a:cubicBezTo>
                  <a:pt x="54739" y="30522"/>
                  <a:pt x="54706" y="30923"/>
                  <a:pt x="54639" y="31356"/>
                </a:cubicBezTo>
                <a:lnTo>
                  <a:pt x="55073" y="31390"/>
                </a:lnTo>
                <a:cubicBezTo>
                  <a:pt x="55140" y="30989"/>
                  <a:pt x="55173" y="30556"/>
                  <a:pt x="55206" y="30122"/>
                </a:cubicBezTo>
                <a:lnTo>
                  <a:pt x="54773" y="30089"/>
                </a:lnTo>
                <a:close/>
                <a:moveTo>
                  <a:pt x="534" y="30155"/>
                </a:moveTo>
                <a:lnTo>
                  <a:pt x="134" y="30189"/>
                </a:lnTo>
                <a:cubicBezTo>
                  <a:pt x="167" y="30622"/>
                  <a:pt x="200" y="31023"/>
                  <a:pt x="267" y="31456"/>
                </a:cubicBezTo>
                <a:lnTo>
                  <a:pt x="667" y="31390"/>
                </a:lnTo>
                <a:cubicBezTo>
                  <a:pt x="634" y="30989"/>
                  <a:pt x="567" y="30556"/>
                  <a:pt x="534" y="30155"/>
                </a:cubicBezTo>
                <a:close/>
                <a:moveTo>
                  <a:pt x="54439" y="32590"/>
                </a:moveTo>
                <a:cubicBezTo>
                  <a:pt x="54372" y="33024"/>
                  <a:pt x="54306" y="33391"/>
                  <a:pt x="54206" y="33825"/>
                </a:cubicBezTo>
                <a:lnTo>
                  <a:pt x="54606" y="33925"/>
                </a:lnTo>
                <a:lnTo>
                  <a:pt x="54606" y="33891"/>
                </a:lnTo>
                <a:cubicBezTo>
                  <a:pt x="54706" y="33458"/>
                  <a:pt x="54806" y="33057"/>
                  <a:pt x="54873" y="32690"/>
                </a:cubicBezTo>
                <a:lnTo>
                  <a:pt x="54439" y="32590"/>
                </a:lnTo>
                <a:close/>
                <a:moveTo>
                  <a:pt x="867" y="32624"/>
                </a:moveTo>
                <a:lnTo>
                  <a:pt x="467" y="32690"/>
                </a:lnTo>
                <a:cubicBezTo>
                  <a:pt x="534" y="33124"/>
                  <a:pt x="634" y="33524"/>
                  <a:pt x="734" y="33958"/>
                </a:cubicBezTo>
                <a:lnTo>
                  <a:pt x="1134" y="33825"/>
                </a:lnTo>
                <a:cubicBezTo>
                  <a:pt x="1034" y="33458"/>
                  <a:pt x="968" y="33024"/>
                  <a:pt x="867" y="32624"/>
                </a:cubicBezTo>
                <a:close/>
                <a:moveTo>
                  <a:pt x="53905" y="35025"/>
                </a:moveTo>
                <a:cubicBezTo>
                  <a:pt x="53805" y="35426"/>
                  <a:pt x="53672" y="35826"/>
                  <a:pt x="53538" y="36193"/>
                </a:cubicBezTo>
                <a:lnTo>
                  <a:pt x="53939" y="36326"/>
                </a:lnTo>
                <a:lnTo>
                  <a:pt x="53939" y="36293"/>
                </a:lnTo>
                <a:cubicBezTo>
                  <a:pt x="54072" y="35893"/>
                  <a:pt x="54206" y="35492"/>
                  <a:pt x="54306" y="35126"/>
                </a:cubicBezTo>
                <a:lnTo>
                  <a:pt x="53905" y="35025"/>
                </a:lnTo>
                <a:close/>
                <a:moveTo>
                  <a:pt x="1435" y="35059"/>
                </a:moveTo>
                <a:lnTo>
                  <a:pt x="1034" y="35159"/>
                </a:lnTo>
                <a:cubicBezTo>
                  <a:pt x="1134" y="35559"/>
                  <a:pt x="1268" y="35959"/>
                  <a:pt x="1401" y="36360"/>
                </a:cubicBezTo>
                <a:lnTo>
                  <a:pt x="1801" y="36226"/>
                </a:lnTo>
                <a:cubicBezTo>
                  <a:pt x="1668" y="35859"/>
                  <a:pt x="1568" y="35459"/>
                  <a:pt x="1435" y="35059"/>
                </a:cubicBezTo>
                <a:close/>
                <a:moveTo>
                  <a:pt x="53138" y="37360"/>
                </a:moveTo>
                <a:cubicBezTo>
                  <a:pt x="52971" y="37761"/>
                  <a:pt x="52805" y="38161"/>
                  <a:pt x="52638" y="38528"/>
                </a:cubicBezTo>
                <a:lnTo>
                  <a:pt x="53038" y="38695"/>
                </a:lnTo>
                <a:lnTo>
                  <a:pt x="53038" y="38661"/>
                </a:lnTo>
                <a:cubicBezTo>
                  <a:pt x="53205" y="38294"/>
                  <a:pt x="53372" y="37894"/>
                  <a:pt x="53505" y="37527"/>
                </a:cubicBezTo>
                <a:lnTo>
                  <a:pt x="53138" y="37360"/>
                </a:lnTo>
                <a:close/>
                <a:moveTo>
                  <a:pt x="2202" y="37394"/>
                </a:moveTo>
                <a:lnTo>
                  <a:pt x="1835" y="37561"/>
                </a:lnTo>
                <a:cubicBezTo>
                  <a:pt x="1968" y="37928"/>
                  <a:pt x="2135" y="38328"/>
                  <a:pt x="2302" y="38728"/>
                </a:cubicBezTo>
                <a:lnTo>
                  <a:pt x="2669" y="38561"/>
                </a:lnTo>
                <a:cubicBezTo>
                  <a:pt x="2502" y="38161"/>
                  <a:pt x="2369" y="37794"/>
                  <a:pt x="2202" y="37394"/>
                </a:cubicBezTo>
                <a:close/>
                <a:moveTo>
                  <a:pt x="3202" y="39662"/>
                </a:moveTo>
                <a:lnTo>
                  <a:pt x="2802" y="39829"/>
                </a:lnTo>
                <a:cubicBezTo>
                  <a:pt x="3002" y="40229"/>
                  <a:pt x="3202" y="40596"/>
                  <a:pt x="3403" y="40963"/>
                </a:cubicBezTo>
                <a:lnTo>
                  <a:pt x="3770" y="40763"/>
                </a:lnTo>
                <a:cubicBezTo>
                  <a:pt x="3569" y="40396"/>
                  <a:pt x="3369" y="40029"/>
                  <a:pt x="3202" y="39662"/>
                </a:cubicBezTo>
                <a:close/>
                <a:moveTo>
                  <a:pt x="52137" y="39662"/>
                </a:moveTo>
                <a:cubicBezTo>
                  <a:pt x="51937" y="40029"/>
                  <a:pt x="51737" y="40396"/>
                  <a:pt x="51537" y="40763"/>
                </a:cubicBezTo>
                <a:lnTo>
                  <a:pt x="51904" y="40963"/>
                </a:lnTo>
                <a:lnTo>
                  <a:pt x="51937" y="40930"/>
                </a:lnTo>
                <a:cubicBezTo>
                  <a:pt x="52137" y="40563"/>
                  <a:pt x="52338" y="40196"/>
                  <a:pt x="52504" y="39829"/>
                </a:cubicBezTo>
                <a:lnTo>
                  <a:pt x="52137" y="39662"/>
                </a:lnTo>
                <a:close/>
                <a:moveTo>
                  <a:pt x="4370" y="41797"/>
                </a:moveTo>
                <a:lnTo>
                  <a:pt x="4036" y="42030"/>
                </a:lnTo>
                <a:cubicBezTo>
                  <a:pt x="4237" y="42397"/>
                  <a:pt x="4470" y="42731"/>
                  <a:pt x="4704" y="43098"/>
                </a:cubicBezTo>
                <a:lnTo>
                  <a:pt x="5037" y="42864"/>
                </a:lnTo>
                <a:cubicBezTo>
                  <a:pt x="4804" y="42497"/>
                  <a:pt x="4603" y="42164"/>
                  <a:pt x="4370" y="41797"/>
                </a:cubicBezTo>
                <a:close/>
                <a:moveTo>
                  <a:pt x="50937" y="41797"/>
                </a:moveTo>
                <a:cubicBezTo>
                  <a:pt x="50703" y="42164"/>
                  <a:pt x="50503" y="42497"/>
                  <a:pt x="50269" y="42864"/>
                </a:cubicBezTo>
                <a:lnTo>
                  <a:pt x="50603" y="43098"/>
                </a:lnTo>
                <a:lnTo>
                  <a:pt x="50603" y="43065"/>
                </a:lnTo>
                <a:cubicBezTo>
                  <a:pt x="50836" y="42731"/>
                  <a:pt x="51070" y="42364"/>
                  <a:pt x="51270" y="42030"/>
                </a:cubicBezTo>
                <a:lnTo>
                  <a:pt x="50937" y="41797"/>
                </a:lnTo>
                <a:close/>
                <a:moveTo>
                  <a:pt x="5738" y="43932"/>
                </a:moveTo>
                <a:lnTo>
                  <a:pt x="5404" y="44199"/>
                </a:lnTo>
                <a:cubicBezTo>
                  <a:pt x="5671" y="44532"/>
                  <a:pt x="5938" y="44866"/>
                  <a:pt x="6205" y="45166"/>
                </a:cubicBezTo>
                <a:lnTo>
                  <a:pt x="6505" y="44899"/>
                </a:lnTo>
                <a:cubicBezTo>
                  <a:pt x="6271" y="44599"/>
                  <a:pt x="6004" y="44265"/>
                  <a:pt x="5738" y="43932"/>
                </a:cubicBezTo>
                <a:close/>
                <a:moveTo>
                  <a:pt x="49536" y="43932"/>
                </a:moveTo>
                <a:cubicBezTo>
                  <a:pt x="49269" y="44265"/>
                  <a:pt x="49035" y="44599"/>
                  <a:pt x="48768" y="44899"/>
                </a:cubicBezTo>
                <a:lnTo>
                  <a:pt x="49102" y="45166"/>
                </a:lnTo>
                <a:lnTo>
                  <a:pt x="49102" y="45099"/>
                </a:lnTo>
                <a:cubicBezTo>
                  <a:pt x="49369" y="44766"/>
                  <a:pt x="49636" y="44432"/>
                  <a:pt x="49869" y="44165"/>
                </a:cubicBezTo>
                <a:lnTo>
                  <a:pt x="49536" y="43932"/>
                </a:lnTo>
                <a:close/>
                <a:moveTo>
                  <a:pt x="7305" y="45867"/>
                </a:moveTo>
                <a:lnTo>
                  <a:pt x="7005" y="46133"/>
                </a:lnTo>
                <a:cubicBezTo>
                  <a:pt x="7272" y="46434"/>
                  <a:pt x="7572" y="46734"/>
                  <a:pt x="7872" y="47034"/>
                </a:cubicBezTo>
                <a:lnTo>
                  <a:pt x="8139" y="46767"/>
                </a:lnTo>
                <a:cubicBezTo>
                  <a:pt x="7872" y="46467"/>
                  <a:pt x="7606" y="46167"/>
                  <a:pt x="7305" y="45867"/>
                </a:cubicBezTo>
                <a:close/>
                <a:moveTo>
                  <a:pt x="47934" y="45867"/>
                </a:moveTo>
                <a:cubicBezTo>
                  <a:pt x="47701" y="46167"/>
                  <a:pt x="47401" y="46467"/>
                  <a:pt x="47100" y="46767"/>
                </a:cubicBezTo>
                <a:lnTo>
                  <a:pt x="47401" y="47034"/>
                </a:lnTo>
                <a:lnTo>
                  <a:pt x="47434" y="46967"/>
                </a:lnTo>
                <a:cubicBezTo>
                  <a:pt x="47734" y="46667"/>
                  <a:pt x="48034" y="46367"/>
                  <a:pt x="48268" y="46133"/>
                </a:cubicBezTo>
                <a:lnTo>
                  <a:pt x="47934" y="45867"/>
                </a:lnTo>
                <a:close/>
                <a:moveTo>
                  <a:pt x="9073" y="47634"/>
                </a:moveTo>
                <a:lnTo>
                  <a:pt x="8773" y="47935"/>
                </a:lnTo>
                <a:cubicBezTo>
                  <a:pt x="9073" y="48202"/>
                  <a:pt x="9407" y="48502"/>
                  <a:pt x="9707" y="48769"/>
                </a:cubicBezTo>
                <a:lnTo>
                  <a:pt x="9974" y="48468"/>
                </a:lnTo>
                <a:cubicBezTo>
                  <a:pt x="9674" y="48168"/>
                  <a:pt x="9374" y="47901"/>
                  <a:pt x="9073" y="47634"/>
                </a:cubicBezTo>
                <a:close/>
                <a:moveTo>
                  <a:pt x="46233" y="47601"/>
                </a:moveTo>
                <a:cubicBezTo>
                  <a:pt x="45933" y="47901"/>
                  <a:pt x="45633" y="48168"/>
                  <a:pt x="45299" y="48435"/>
                </a:cubicBezTo>
                <a:lnTo>
                  <a:pt x="45566" y="48769"/>
                </a:lnTo>
                <a:lnTo>
                  <a:pt x="45599" y="48702"/>
                </a:lnTo>
                <a:cubicBezTo>
                  <a:pt x="45933" y="48435"/>
                  <a:pt x="46233" y="48135"/>
                  <a:pt x="46500" y="47901"/>
                </a:cubicBezTo>
                <a:lnTo>
                  <a:pt x="46233" y="47601"/>
                </a:lnTo>
                <a:close/>
                <a:moveTo>
                  <a:pt x="10941" y="49236"/>
                </a:moveTo>
                <a:lnTo>
                  <a:pt x="10708" y="49536"/>
                </a:lnTo>
                <a:cubicBezTo>
                  <a:pt x="11041" y="49803"/>
                  <a:pt x="11375" y="50070"/>
                  <a:pt x="11709" y="50303"/>
                </a:cubicBezTo>
                <a:lnTo>
                  <a:pt x="11942" y="49969"/>
                </a:lnTo>
                <a:cubicBezTo>
                  <a:pt x="11608" y="49736"/>
                  <a:pt x="11275" y="49469"/>
                  <a:pt x="10941" y="49236"/>
                </a:cubicBezTo>
                <a:close/>
                <a:moveTo>
                  <a:pt x="44365" y="49236"/>
                </a:moveTo>
                <a:cubicBezTo>
                  <a:pt x="44032" y="49469"/>
                  <a:pt x="43698" y="49736"/>
                  <a:pt x="43364" y="49969"/>
                </a:cubicBezTo>
                <a:lnTo>
                  <a:pt x="43598" y="50303"/>
                </a:lnTo>
                <a:lnTo>
                  <a:pt x="43631" y="50236"/>
                </a:lnTo>
                <a:cubicBezTo>
                  <a:pt x="43965" y="50003"/>
                  <a:pt x="44332" y="49736"/>
                  <a:pt x="44599" y="49536"/>
                </a:cubicBezTo>
                <a:lnTo>
                  <a:pt x="44365" y="49236"/>
                </a:lnTo>
                <a:close/>
                <a:moveTo>
                  <a:pt x="12976" y="50637"/>
                </a:moveTo>
                <a:lnTo>
                  <a:pt x="12743" y="51004"/>
                </a:lnTo>
                <a:cubicBezTo>
                  <a:pt x="13110" y="51237"/>
                  <a:pt x="13476" y="51437"/>
                  <a:pt x="13843" y="51637"/>
                </a:cubicBezTo>
                <a:lnTo>
                  <a:pt x="14044" y="51304"/>
                </a:lnTo>
                <a:cubicBezTo>
                  <a:pt x="13677" y="51070"/>
                  <a:pt x="13310" y="50870"/>
                  <a:pt x="12976" y="50637"/>
                </a:cubicBezTo>
                <a:close/>
                <a:moveTo>
                  <a:pt x="42330" y="50637"/>
                </a:moveTo>
                <a:cubicBezTo>
                  <a:pt x="41997" y="50870"/>
                  <a:pt x="41630" y="51070"/>
                  <a:pt x="41263" y="51304"/>
                </a:cubicBezTo>
                <a:lnTo>
                  <a:pt x="41496" y="51637"/>
                </a:lnTo>
                <a:lnTo>
                  <a:pt x="41496" y="51604"/>
                </a:lnTo>
                <a:cubicBezTo>
                  <a:pt x="41863" y="51404"/>
                  <a:pt x="42230" y="51170"/>
                  <a:pt x="42564" y="51004"/>
                </a:cubicBezTo>
                <a:lnTo>
                  <a:pt x="42330" y="50637"/>
                </a:lnTo>
                <a:close/>
                <a:moveTo>
                  <a:pt x="15144" y="51871"/>
                </a:moveTo>
                <a:lnTo>
                  <a:pt x="14944" y="52238"/>
                </a:lnTo>
                <a:cubicBezTo>
                  <a:pt x="15311" y="52438"/>
                  <a:pt x="15711" y="52638"/>
                  <a:pt x="16078" y="52805"/>
                </a:cubicBezTo>
                <a:lnTo>
                  <a:pt x="16245" y="52405"/>
                </a:lnTo>
                <a:cubicBezTo>
                  <a:pt x="15878" y="52238"/>
                  <a:pt x="15511" y="52071"/>
                  <a:pt x="15144" y="51871"/>
                </a:cubicBezTo>
                <a:close/>
                <a:moveTo>
                  <a:pt x="40196" y="51871"/>
                </a:moveTo>
                <a:cubicBezTo>
                  <a:pt x="39829" y="52071"/>
                  <a:pt x="39462" y="52238"/>
                  <a:pt x="39095" y="52405"/>
                </a:cubicBezTo>
                <a:lnTo>
                  <a:pt x="39262" y="52805"/>
                </a:lnTo>
                <a:lnTo>
                  <a:pt x="39262" y="52738"/>
                </a:lnTo>
                <a:cubicBezTo>
                  <a:pt x="39662" y="52571"/>
                  <a:pt x="40029" y="52405"/>
                  <a:pt x="40396" y="52238"/>
                </a:cubicBezTo>
                <a:lnTo>
                  <a:pt x="40196" y="51871"/>
                </a:lnTo>
                <a:close/>
                <a:moveTo>
                  <a:pt x="17379" y="52905"/>
                </a:moveTo>
                <a:lnTo>
                  <a:pt x="17212" y="53272"/>
                </a:lnTo>
                <a:cubicBezTo>
                  <a:pt x="17613" y="53439"/>
                  <a:pt x="18013" y="53605"/>
                  <a:pt x="18413" y="53739"/>
                </a:cubicBezTo>
                <a:lnTo>
                  <a:pt x="18547" y="53339"/>
                </a:lnTo>
                <a:cubicBezTo>
                  <a:pt x="18146" y="53205"/>
                  <a:pt x="17746" y="53072"/>
                  <a:pt x="17379" y="52905"/>
                </a:cubicBezTo>
                <a:close/>
                <a:moveTo>
                  <a:pt x="37927" y="52905"/>
                </a:moveTo>
                <a:cubicBezTo>
                  <a:pt x="37560" y="53072"/>
                  <a:pt x="37160" y="53205"/>
                  <a:pt x="36793" y="53339"/>
                </a:cubicBezTo>
                <a:lnTo>
                  <a:pt x="36927" y="53739"/>
                </a:lnTo>
                <a:lnTo>
                  <a:pt x="36927" y="53705"/>
                </a:lnTo>
                <a:cubicBezTo>
                  <a:pt x="37327" y="53572"/>
                  <a:pt x="37727" y="53405"/>
                  <a:pt x="38094" y="53272"/>
                </a:cubicBezTo>
                <a:lnTo>
                  <a:pt x="37927" y="52905"/>
                </a:lnTo>
                <a:close/>
                <a:moveTo>
                  <a:pt x="19714" y="53705"/>
                </a:moveTo>
                <a:lnTo>
                  <a:pt x="19581" y="54106"/>
                </a:lnTo>
                <a:cubicBezTo>
                  <a:pt x="20014" y="54239"/>
                  <a:pt x="20381" y="54339"/>
                  <a:pt x="20815" y="54473"/>
                </a:cubicBezTo>
                <a:lnTo>
                  <a:pt x="20915" y="54039"/>
                </a:lnTo>
                <a:cubicBezTo>
                  <a:pt x="20515" y="53939"/>
                  <a:pt x="20115" y="53839"/>
                  <a:pt x="19714" y="53705"/>
                </a:cubicBezTo>
                <a:close/>
                <a:moveTo>
                  <a:pt x="35592" y="53705"/>
                </a:moveTo>
                <a:cubicBezTo>
                  <a:pt x="35225" y="53839"/>
                  <a:pt x="34825" y="53939"/>
                  <a:pt x="34425" y="54039"/>
                </a:cubicBezTo>
                <a:lnTo>
                  <a:pt x="34525" y="54473"/>
                </a:lnTo>
                <a:lnTo>
                  <a:pt x="34525" y="54439"/>
                </a:lnTo>
                <a:cubicBezTo>
                  <a:pt x="34925" y="54339"/>
                  <a:pt x="35359" y="54206"/>
                  <a:pt x="35726" y="54139"/>
                </a:cubicBezTo>
                <a:lnTo>
                  <a:pt x="35592" y="53705"/>
                </a:lnTo>
                <a:close/>
                <a:moveTo>
                  <a:pt x="22116" y="54306"/>
                </a:moveTo>
                <a:lnTo>
                  <a:pt x="22049" y="54740"/>
                </a:lnTo>
                <a:cubicBezTo>
                  <a:pt x="22450" y="54806"/>
                  <a:pt x="22883" y="54906"/>
                  <a:pt x="23283" y="54973"/>
                </a:cubicBezTo>
                <a:lnTo>
                  <a:pt x="23350" y="54539"/>
                </a:lnTo>
                <a:cubicBezTo>
                  <a:pt x="22950" y="54473"/>
                  <a:pt x="22550" y="54406"/>
                  <a:pt x="22116" y="54306"/>
                </a:cubicBezTo>
                <a:close/>
                <a:moveTo>
                  <a:pt x="33224" y="54306"/>
                </a:moveTo>
                <a:cubicBezTo>
                  <a:pt x="32824" y="54406"/>
                  <a:pt x="32423" y="54473"/>
                  <a:pt x="31990" y="54539"/>
                </a:cubicBezTo>
                <a:lnTo>
                  <a:pt x="32056" y="54973"/>
                </a:lnTo>
                <a:lnTo>
                  <a:pt x="32056" y="54940"/>
                </a:lnTo>
                <a:cubicBezTo>
                  <a:pt x="32490" y="54873"/>
                  <a:pt x="32890" y="54806"/>
                  <a:pt x="33324" y="54740"/>
                </a:cubicBezTo>
                <a:lnTo>
                  <a:pt x="33224" y="54306"/>
                </a:lnTo>
                <a:close/>
                <a:moveTo>
                  <a:pt x="24584" y="54706"/>
                </a:moveTo>
                <a:lnTo>
                  <a:pt x="24551" y="55140"/>
                </a:lnTo>
                <a:cubicBezTo>
                  <a:pt x="24951" y="55173"/>
                  <a:pt x="25385" y="55207"/>
                  <a:pt x="25785" y="55240"/>
                </a:cubicBezTo>
                <a:lnTo>
                  <a:pt x="25852" y="54806"/>
                </a:lnTo>
                <a:cubicBezTo>
                  <a:pt x="25418" y="54773"/>
                  <a:pt x="25018" y="54740"/>
                  <a:pt x="24584" y="54706"/>
                </a:cubicBezTo>
                <a:close/>
                <a:moveTo>
                  <a:pt x="30789" y="54706"/>
                </a:moveTo>
                <a:cubicBezTo>
                  <a:pt x="30389" y="54773"/>
                  <a:pt x="29955" y="54806"/>
                  <a:pt x="29555" y="54806"/>
                </a:cubicBezTo>
                <a:lnTo>
                  <a:pt x="29555" y="55240"/>
                </a:lnTo>
                <a:cubicBezTo>
                  <a:pt x="29988" y="55207"/>
                  <a:pt x="30422" y="55173"/>
                  <a:pt x="30856" y="55140"/>
                </a:cubicBezTo>
                <a:lnTo>
                  <a:pt x="30789" y="54706"/>
                </a:lnTo>
                <a:close/>
                <a:moveTo>
                  <a:pt x="27053" y="54873"/>
                </a:moveTo>
                <a:lnTo>
                  <a:pt x="27053" y="55307"/>
                </a:lnTo>
                <a:lnTo>
                  <a:pt x="28287" y="55307"/>
                </a:lnTo>
                <a:lnTo>
                  <a:pt x="28287" y="54873"/>
                </a:lnTo>
                <a:close/>
              </a:path>
            </a:pathLst>
          </a:custGeom>
          <a:solidFill>
            <a:srgbClr val="90E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8776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30"/>
          <p:cNvSpPr txBox="1">
            <a:spLocks noGrp="1"/>
          </p:cNvSpPr>
          <p:nvPr>
            <p:ph type="title"/>
          </p:nvPr>
        </p:nvSpPr>
        <p:spPr>
          <a:xfrm>
            <a:off x="713225" y="545475"/>
            <a:ext cx="7717500" cy="2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/>
              <a:t>Un projet avec du potentiel</a:t>
            </a:r>
            <a:endParaRPr sz="2400" dirty="0"/>
          </a:p>
        </p:txBody>
      </p:sp>
      <p:grpSp>
        <p:nvGrpSpPr>
          <p:cNvPr id="1014" name="Google Shape;1014;p30"/>
          <p:cNvGrpSpPr/>
          <p:nvPr/>
        </p:nvGrpSpPr>
        <p:grpSpPr>
          <a:xfrm>
            <a:off x="5979925" y="1566282"/>
            <a:ext cx="665696" cy="837719"/>
            <a:chOff x="5348094" y="2181886"/>
            <a:chExt cx="471456" cy="593243"/>
          </a:xfrm>
        </p:grpSpPr>
        <p:sp>
          <p:nvSpPr>
            <p:cNvPr id="1015" name="Google Shape;1015;p30"/>
            <p:cNvSpPr/>
            <p:nvPr/>
          </p:nvSpPr>
          <p:spPr>
            <a:xfrm>
              <a:off x="5351127" y="2232900"/>
              <a:ext cx="465410" cy="541635"/>
            </a:xfrm>
            <a:custGeom>
              <a:avLst/>
              <a:gdLst/>
              <a:ahLst/>
              <a:cxnLst/>
              <a:rect l="l" t="t" r="r" b="b"/>
              <a:pathLst>
                <a:path w="22817" h="26554" extrusionOk="0">
                  <a:moveTo>
                    <a:pt x="11409" y="1"/>
                  </a:moveTo>
                  <a:lnTo>
                    <a:pt x="0" y="7239"/>
                  </a:lnTo>
                  <a:lnTo>
                    <a:pt x="0" y="26553"/>
                  </a:lnTo>
                  <a:lnTo>
                    <a:pt x="22817" y="26553"/>
                  </a:lnTo>
                  <a:lnTo>
                    <a:pt x="22817" y="7239"/>
                  </a:lnTo>
                  <a:lnTo>
                    <a:pt x="11409" y="1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0"/>
            <p:cNvSpPr/>
            <p:nvPr/>
          </p:nvSpPr>
          <p:spPr>
            <a:xfrm>
              <a:off x="5351127" y="2232900"/>
              <a:ext cx="465410" cy="541635"/>
            </a:xfrm>
            <a:custGeom>
              <a:avLst/>
              <a:gdLst/>
              <a:ahLst/>
              <a:cxnLst/>
              <a:rect l="l" t="t" r="r" b="b"/>
              <a:pathLst>
                <a:path w="22817" h="26554" extrusionOk="0">
                  <a:moveTo>
                    <a:pt x="11409" y="1"/>
                  </a:moveTo>
                  <a:lnTo>
                    <a:pt x="0" y="7239"/>
                  </a:lnTo>
                  <a:lnTo>
                    <a:pt x="0" y="26553"/>
                  </a:lnTo>
                  <a:lnTo>
                    <a:pt x="22817" y="26553"/>
                  </a:lnTo>
                  <a:lnTo>
                    <a:pt x="22817" y="7239"/>
                  </a:lnTo>
                  <a:lnTo>
                    <a:pt x="114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0"/>
            <p:cNvSpPr/>
            <p:nvPr/>
          </p:nvSpPr>
          <p:spPr>
            <a:xfrm>
              <a:off x="5377664" y="2181886"/>
              <a:ext cx="412335" cy="530049"/>
            </a:xfrm>
            <a:custGeom>
              <a:avLst/>
              <a:gdLst/>
              <a:ahLst/>
              <a:cxnLst/>
              <a:rect l="l" t="t" r="r" b="b"/>
              <a:pathLst>
                <a:path w="20215" h="25986" extrusionOk="0">
                  <a:moveTo>
                    <a:pt x="0" y="0"/>
                  </a:moveTo>
                  <a:lnTo>
                    <a:pt x="0" y="25985"/>
                  </a:lnTo>
                  <a:lnTo>
                    <a:pt x="20215" y="25985"/>
                  </a:lnTo>
                  <a:lnTo>
                    <a:pt x="20215" y="4937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0"/>
            <p:cNvSpPr/>
            <p:nvPr/>
          </p:nvSpPr>
          <p:spPr>
            <a:xfrm>
              <a:off x="5683851" y="2181886"/>
              <a:ext cx="106149" cy="100702"/>
            </a:xfrm>
            <a:custGeom>
              <a:avLst/>
              <a:gdLst/>
              <a:ahLst/>
              <a:cxnLst/>
              <a:rect l="l" t="t" r="r" b="b"/>
              <a:pathLst>
                <a:path w="5204" h="4937" extrusionOk="0">
                  <a:moveTo>
                    <a:pt x="0" y="0"/>
                  </a:moveTo>
                  <a:lnTo>
                    <a:pt x="0" y="4937"/>
                  </a:lnTo>
                  <a:lnTo>
                    <a:pt x="5204" y="4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0"/>
            <p:cNvSpPr/>
            <p:nvPr/>
          </p:nvSpPr>
          <p:spPr>
            <a:xfrm>
              <a:off x="5417806" y="2271002"/>
              <a:ext cx="229309" cy="13626"/>
            </a:xfrm>
            <a:custGeom>
              <a:avLst/>
              <a:gdLst/>
              <a:ahLst/>
              <a:cxnLst/>
              <a:rect l="l" t="t" r="r" b="b"/>
              <a:pathLst>
                <a:path w="11242" h="668" extrusionOk="0">
                  <a:moveTo>
                    <a:pt x="0" y="1"/>
                  </a:moveTo>
                  <a:lnTo>
                    <a:pt x="0" y="668"/>
                  </a:lnTo>
                  <a:lnTo>
                    <a:pt x="11242" y="668"/>
                  </a:lnTo>
                  <a:lnTo>
                    <a:pt x="11242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0"/>
            <p:cNvSpPr/>
            <p:nvPr/>
          </p:nvSpPr>
          <p:spPr>
            <a:xfrm>
              <a:off x="5417806" y="2305025"/>
              <a:ext cx="229309" cy="13626"/>
            </a:xfrm>
            <a:custGeom>
              <a:avLst/>
              <a:gdLst/>
              <a:ahLst/>
              <a:cxnLst/>
              <a:rect l="l" t="t" r="r" b="b"/>
              <a:pathLst>
                <a:path w="11242" h="668" extrusionOk="0">
                  <a:moveTo>
                    <a:pt x="0" y="1"/>
                  </a:moveTo>
                  <a:lnTo>
                    <a:pt x="0" y="668"/>
                  </a:lnTo>
                  <a:lnTo>
                    <a:pt x="11242" y="668"/>
                  </a:lnTo>
                  <a:lnTo>
                    <a:pt x="11242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0"/>
            <p:cNvSpPr/>
            <p:nvPr/>
          </p:nvSpPr>
          <p:spPr>
            <a:xfrm>
              <a:off x="5417806" y="2339048"/>
              <a:ext cx="229309" cy="13626"/>
            </a:xfrm>
            <a:custGeom>
              <a:avLst/>
              <a:gdLst/>
              <a:ahLst/>
              <a:cxnLst/>
              <a:rect l="l" t="t" r="r" b="b"/>
              <a:pathLst>
                <a:path w="11242" h="668" extrusionOk="0">
                  <a:moveTo>
                    <a:pt x="0" y="1"/>
                  </a:moveTo>
                  <a:lnTo>
                    <a:pt x="0" y="668"/>
                  </a:lnTo>
                  <a:lnTo>
                    <a:pt x="11242" y="668"/>
                  </a:lnTo>
                  <a:lnTo>
                    <a:pt x="11242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0"/>
            <p:cNvSpPr/>
            <p:nvPr/>
          </p:nvSpPr>
          <p:spPr>
            <a:xfrm>
              <a:off x="5417806" y="2373745"/>
              <a:ext cx="336130" cy="13626"/>
            </a:xfrm>
            <a:custGeom>
              <a:avLst/>
              <a:gdLst/>
              <a:ahLst/>
              <a:cxnLst/>
              <a:rect l="l" t="t" r="r" b="b"/>
              <a:pathLst>
                <a:path w="16479" h="668" extrusionOk="0">
                  <a:moveTo>
                    <a:pt x="0" y="1"/>
                  </a:moveTo>
                  <a:lnTo>
                    <a:pt x="0" y="668"/>
                  </a:lnTo>
                  <a:lnTo>
                    <a:pt x="16479" y="668"/>
                  </a:lnTo>
                  <a:lnTo>
                    <a:pt x="16479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0"/>
            <p:cNvSpPr/>
            <p:nvPr/>
          </p:nvSpPr>
          <p:spPr>
            <a:xfrm>
              <a:off x="5417806" y="2408441"/>
              <a:ext cx="336130" cy="13646"/>
            </a:xfrm>
            <a:custGeom>
              <a:avLst/>
              <a:gdLst/>
              <a:ahLst/>
              <a:cxnLst/>
              <a:rect l="l" t="t" r="r" b="b"/>
              <a:pathLst>
                <a:path w="16479" h="669" extrusionOk="0">
                  <a:moveTo>
                    <a:pt x="0" y="1"/>
                  </a:moveTo>
                  <a:lnTo>
                    <a:pt x="0" y="668"/>
                  </a:lnTo>
                  <a:lnTo>
                    <a:pt x="16479" y="668"/>
                  </a:lnTo>
                  <a:lnTo>
                    <a:pt x="16479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0"/>
            <p:cNvSpPr/>
            <p:nvPr/>
          </p:nvSpPr>
          <p:spPr>
            <a:xfrm>
              <a:off x="5417806" y="2442464"/>
              <a:ext cx="336130" cy="13626"/>
            </a:xfrm>
            <a:custGeom>
              <a:avLst/>
              <a:gdLst/>
              <a:ahLst/>
              <a:cxnLst/>
              <a:rect l="l" t="t" r="r" b="b"/>
              <a:pathLst>
                <a:path w="16479" h="668" extrusionOk="0">
                  <a:moveTo>
                    <a:pt x="0" y="1"/>
                  </a:moveTo>
                  <a:lnTo>
                    <a:pt x="0" y="668"/>
                  </a:lnTo>
                  <a:lnTo>
                    <a:pt x="16479" y="668"/>
                  </a:lnTo>
                  <a:lnTo>
                    <a:pt x="16479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0"/>
            <p:cNvSpPr/>
            <p:nvPr/>
          </p:nvSpPr>
          <p:spPr>
            <a:xfrm>
              <a:off x="5417806" y="2476487"/>
              <a:ext cx="336130" cy="13626"/>
            </a:xfrm>
            <a:custGeom>
              <a:avLst/>
              <a:gdLst/>
              <a:ahLst/>
              <a:cxnLst/>
              <a:rect l="l" t="t" r="r" b="b"/>
              <a:pathLst>
                <a:path w="16479" h="668" extrusionOk="0">
                  <a:moveTo>
                    <a:pt x="0" y="1"/>
                  </a:moveTo>
                  <a:lnTo>
                    <a:pt x="0" y="668"/>
                  </a:lnTo>
                  <a:lnTo>
                    <a:pt x="16479" y="668"/>
                  </a:lnTo>
                  <a:lnTo>
                    <a:pt x="16479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0"/>
            <p:cNvSpPr/>
            <p:nvPr/>
          </p:nvSpPr>
          <p:spPr>
            <a:xfrm>
              <a:off x="5417806" y="2511183"/>
              <a:ext cx="336130" cy="13646"/>
            </a:xfrm>
            <a:custGeom>
              <a:avLst/>
              <a:gdLst/>
              <a:ahLst/>
              <a:cxnLst/>
              <a:rect l="l" t="t" r="r" b="b"/>
              <a:pathLst>
                <a:path w="16479" h="669" extrusionOk="0">
                  <a:moveTo>
                    <a:pt x="0" y="1"/>
                  </a:moveTo>
                  <a:lnTo>
                    <a:pt x="0" y="668"/>
                  </a:lnTo>
                  <a:lnTo>
                    <a:pt x="16479" y="668"/>
                  </a:lnTo>
                  <a:lnTo>
                    <a:pt x="16479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0"/>
            <p:cNvSpPr/>
            <p:nvPr/>
          </p:nvSpPr>
          <p:spPr>
            <a:xfrm>
              <a:off x="5417806" y="2545206"/>
              <a:ext cx="336130" cy="13626"/>
            </a:xfrm>
            <a:custGeom>
              <a:avLst/>
              <a:gdLst/>
              <a:ahLst/>
              <a:cxnLst/>
              <a:rect l="l" t="t" r="r" b="b"/>
              <a:pathLst>
                <a:path w="16479" h="668" extrusionOk="0">
                  <a:moveTo>
                    <a:pt x="0" y="1"/>
                  </a:moveTo>
                  <a:lnTo>
                    <a:pt x="0" y="668"/>
                  </a:lnTo>
                  <a:lnTo>
                    <a:pt x="16479" y="668"/>
                  </a:lnTo>
                  <a:lnTo>
                    <a:pt x="16479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0"/>
            <p:cNvSpPr/>
            <p:nvPr/>
          </p:nvSpPr>
          <p:spPr>
            <a:xfrm>
              <a:off x="5417806" y="2579902"/>
              <a:ext cx="336130" cy="13646"/>
            </a:xfrm>
            <a:custGeom>
              <a:avLst/>
              <a:gdLst/>
              <a:ahLst/>
              <a:cxnLst/>
              <a:rect l="l" t="t" r="r" b="b"/>
              <a:pathLst>
                <a:path w="16479" h="669" extrusionOk="0">
                  <a:moveTo>
                    <a:pt x="0" y="1"/>
                  </a:moveTo>
                  <a:lnTo>
                    <a:pt x="0" y="668"/>
                  </a:lnTo>
                  <a:lnTo>
                    <a:pt x="16479" y="668"/>
                  </a:lnTo>
                  <a:lnTo>
                    <a:pt x="16479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0"/>
            <p:cNvSpPr/>
            <p:nvPr/>
          </p:nvSpPr>
          <p:spPr>
            <a:xfrm>
              <a:off x="5417806" y="2613925"/>
              <a:ext cx="336130" cy="13626"/>
            </a:xfrm>
            <a:custGeom>
              <a:avLst/>
              <a:gdLst/>
              <a:ahLst/>
              <a:cxnLst/>
              <a:rect l="l" t="t" r="r" b="b"/>
              <a:pathLst>
                <a:path w="16479" h="668" extrusionOk="0">
                  <a:moveTo>
                    <a:pt x="0" y="1"/>
                  </a:moveTo>
                  <a:lnTo>
                    <a:pt x="0" y="668"/>
                  </a:lnTo>
                  <a:lnTo>
                    <a:pt x="16479" y="668"/>
                  </a:lnTo>
                  <a:lnTo>
                    <a:pt x="16479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0"/>
            <p:cNvSpPr/>
            <p:nvPr/>
          </p:nvSpPr>
          <p:spPr>
            <a:xfrm>
              <a:off x="5417806" y="2648642"/>
              <a:ext cx="336130" cy="13626"/>
            </a:xfrm>
            <a:custGeom>
              <a:avLst/>
              <a:gdLst/>
              <a:ahLst/>
              <a:cxnLst/>
              <a:rect l="l" t="t" r="r" b="b"/>
              <a:pathLst>
                <a:path w="16479" h="668" extrusionOk="0">
                  <a:moveTo>
                    <a:pt x="0" y="0"/>
                  </a:moveTo>
                  <a:lnTo>
                    <a:pt x="0" y="667"/>
                  </a:lnTo>
                  <a:lnTo>
                    <a:pt x="16479" y="667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0"/>
            <p:cNvSpPr/>
            <p:nvPr/>
          </p:nvSpPr>
          <p:spPr>
            <a:xfrm>
              <a:off x="5348094" y="2478619"/>
              <a:ext cx="471456" cy="296509"/>
            </a:xfrm>
            <a:custGeom>
              <a:avLst/>
              <a:gdLst/>
              <a:ahLst/>
              <a:cxnLst/>
              <a:rect l="l" t="t" r="r" b="b"/>
              <a:pathLst>
                <a:path w="22817" h="14478" extrusionOk="0">
                  <a:moveTo>
                    <a:pt x="0" y="0"/>
                  </a:moveTo>
                  <a:lnTo>
                    <a:pt x="0" y="14477"/>
                  </a:lnTo>
                  <a:lnTo>
                    <a:pt x="22817" y="14477"/>
                  </a:lnTo>
                  <a:lnTo>
                    <a:pt x="22817" y="0"/>
                  </a:lnTo>
                  <a:cubicBezTo>
                    <a:pt x="21849" y="567"/>
                    <a:pt x="20882" y="1134"/>
                    <a:pt x="19915" y="1701"/>
                  </a:cubicBezTo>
                  <a:cubicBezTo>
                    <a:pt x="18947" y="2302"/>
                    <a:pt x="17980" y="2869"/>
                    <a:pt x="17013" y="3469"/>
                  </a:cubicBezTo>
                  <a:cubicBezTo>
                    <a:pt x="15945" y="4103"/>
                    <a:pt x="14878" y="4770"/>
                    <a:pt x="13810" y="5437"/>
                  </a:cubicBezTo>
                  <a:lnTo>
                    <a:pt x="13777" y="5437"/>
                  </a:lnTo>
                  <a:lnTo>
                    <a:pt x="13810" y="5471"/>
                  </a:lnTo>
                  <a:cubicBezTo>
                    <a:pt x="13010" y="5938"/>
                    <a:pt x="12209" y="6471"/>
                    <a:pt x="11409" y="6972"/>
                  </a:cubicBezTo>
                  <a:lnTo>
                    <a:pt x="9040" y="5471"/>
                  </a:lnTo>
                  <a:lnTo>
                    <a:pt x="9040" y="5437"/>
                  </a:lnTo>
                  <a:lnTo>
                    <a:pt x="9007" y="5437"/>
                  </a:lnTo>
                  <a:cubicBezTo>
                    <a:pt x="7939" y="4770"/>
                    <a:pt x="6872" y="4103"/>
                    <a:pt x="5805" y="3469"/>
                  </a:cubicBezTo>
                  <a:cubicBezTo>
                    <a:pt x="4871" y="2869"/>
                    <a:pt x="3903" y="2268"/>
                    <a:pt x="2936" y="1701"/>
                  </a:cubicBezTo>
                  <a:cubicBezTo>
                    <a:pt x="1935" y="1134"/>
                    <a:pt x="1001" y="567"/>
                    <a:pt x="0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0"/>
            <p:cNvSpPr/>
            <p:nvPr/>
          </p:nvSpPr>
          <p:spPr>
            <a:xfrm>
              <a:off x="5351127" y="2479220"/>
              <a:ext cx="465410" cy="153104"/>
            </a:xfrm>
            <a:custGeom>
              <a:avLst/>
              <a:gdLst/>
              <a:ahLst/>
              <a:cxnLst/>
              <a:rect l="l" t="t" r="r" b="b"/>
              <a:pathLst>
                <a:path w="22817" h="7506" extrusionOk="0">
                  <a:moveTo>
                    <a:pt x="0" y="0"/>
                  </a:moveTo>
                  <a:lnTo>
                    <a:pt x="0" y="0"/>
                  </a:lnTo>
                  <a:cubicBezTo>
                    <a:pt x="934" y="667"/>
                    <a:pt x="1868" y="1301"/>
                    <a:pt x="2802" y="1901"/>
                  </a:cubicBezTo>
                  <a:cubicBezTo>
                    <a:pt x="3736" y="2535"/>
                    <a:pt x="4637" y="3102"/>
                    <a:pt x="5604" y="3769"/>
                  </a:cubicBezTo>
                  <a:cubicBezTo>
                    <a:pt x="6605" y="4437"/>
                    <a:pt x="7573" y="5070"/>
                    <a:pt x="8573" y="5704"/>
                  </a:cubicBezTo>
                  <a:cubicBezTo>
                    <a:pt x="8607" y="5704"/>
                    <a:pt x="8640" y="5738"/>
                    <a:pt x="8673" y="5738"/>
                  </a:cubicBezTo>
                  <a:cubicBezTo>
                    <a:pt x="9541" y="6305"/>
                    <a:pt x="10408" y="6872"/>
                    <a:pt x="11275" y="7405"/>
                  </a:cubicBezTo>
                  <a:lnTo>
                    <a:pt x="11409" y="7505"/>
                  </a:lnTo>
                  <a:lnTo>
                    <a:pt x="11542" y="7405"/>
                  </a:lnTo>
                  <a:lnTo>
                    <a:pt x="14177" y="5738"/>
                  </a:lnTo>
                  <a:lnTo>
                    <a:pt x="14244" y="5671"/>
                  </a:lnTo>
                  <a:cubicBezTo>
                    <a:pt x="15245" y="5037"/>
                    <a:pt x="16279" y="4370"/>
                    <a:pt x="17213" y="3769"/>
                  </a:cubicBezTo>
                  <a:cubicBezTo>
                    <a:pt x="18147" y="3169"/>
                    <a:pt x="19081" y="2569"/>
                    <a:pt x="20015" y="1901"/>
                  </a:cubicBezTo>
                  <a:cubicBezTo>
                    <a:pt x="20949" y="1268"/>
                    <a:pt x="21883" y="667"/>
                    <a:pt x="22817" y="0"/>
                  </a:cubicBezTo>
                  <a:lnTo>
                    <a:pt x="22817" y="0"/>
                  </a:lnTo>
                  <a:cubicBezTo>
                    <a:pt x="21849" y="567"/>
                    <a:pt x="20882" y="1134"/>
                    <a:pt x="19881" y="1735"/>
                  </a:cubicBezTo>
                  <a:cubicBezTo>
                    <a:pt x="18914" y="2302"/>
                    <a:pt x="17980" y="2869"/>
                    <a:pt x="17013" y="3469"/>
                  </a:cubicBezTo>
                  <a:cubicBezTo>
                    <a:pt x="15945" y="4103"/>
                    <a:pt x="14878" y="4770"/>
                    <a:pt x="13810" y="5437"/>
                  </a:cubicBezTo>
                  <a:cubicBezTo>
                    <a:pt x="13010" y="5938"/>
                    <a:pt x="12209" y="6438"/>
                    <a:pt x="11409" y="6938"/>
                  </a:cubicBezTo>
                  <a:lnTo>
                    <a:pt x="9007" y="5437"/>
                  </a:lnTo>
                  <a:cubicBezTo>
                    <a:pt x="7939" y="4770"/>
                    <a:pt x="6872" y="4103"/>
                    <a:pt x="5805" y="3469"/>
                  </a:cubicBezTo>
                  <a:cubicBezTo>
                    <a:pt x="4871" y="2869"/>
                    <a:pt x="3903" y="2302"/>
                    <a:pt x="2936" y="1701"/>
                  </a:cubicBezTo>
                  <a:cubicBezTo>
                    <a:pt x="1935" y="1134"/>
                    <a:pt x="1001" y="56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0"/>
            <p:cNvSpPr/>
            <p:nvPr/>
          </p:nvSpPr>
          <p:spPr>
            <a:xfrm>
              <a:off x="5352494" y="2590121"/>
              <a:ext cx="182354" cy="127933"/>
            </a:xfrm>
            <a:custGeom>
              <a:avLst/>
              <a:gdLst/>
              <a:ahLst/>
              <a:cxnLst/>
              <a:rect l="l" t="t" r="r" b="b"/>
              <a:pathLst>
                <a:path w="8940" h="6272" extrusionOk="0">
                  <a:moveTo>
                    <a:pt x="8940" y="0"/>
                  </a:moveTo>
                  <a:lnTo>
                    <a:pt x="8506" y="234"/>
                  </a:lnTo>
                  <a:cubicBezTo>
                    <a:pt x="7872" y="601"/>
                    <a:pt x="7239" y="968"/>
                    <a:pt x="6638" y="1401"/>
                  </a:cubicBezTo>
                  <a:cubicBezTo>
                    <a:pt x="5871" y="1902"/>
                    <a:pt x="5104" y="2402"/>
                    <a:pt x="4337" y="2936"/>
                  </a:cubicBezTo>
                  <a:cubicBezTo>
                    <a:pt x="3603" y="3436"/>
                    <a:pt x="2869" y="3970"/>
                    <a:pt x="2135" y="4537"/>
                  </a:cubicBezTo>
                  <a:cubicBezTo>
                    <a:pt x="1401" y="5071"/>
                    <a:pt x="701" y="5638"/>
                    <a:pt x="0" y="6271"/>
                  </a:cubicBezTo>
                  <a:cubicBezTo>
                    <a:pt x="801" y="5804"/>
                    <a:pt x="1568" y="5337"/>
                    <a:pt x="2335" y="4837"/>
                  </a:cubicBezTo>
                  <a:cubicBezTo>
                    <a:pt x="3102" y="4337"/>
                    <a:pt x="3870" y="3836"/>
                    <a:pt x="4637" y="3303"/>
                  </a:cubicBezTo>
                  <a:cubicBezTo>
                    <a:pt x="5371" y="2802"/>
                    <a:pt x="6105" y="2269"/>
                    <a:pt x="6838" y="1702"/>
                  </a:cubicBezTo>
                  <a:cubicBezTo>
                    <a:pt x="7439" y="1268"/>
                    <a:pt x="8006" y="801"/>
                    <a:pt x="8606" y="301"/>
                  </a:cubicBezTo>
                  <a:lnTo>
                    <a:pt x="89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0"/>
            <p:cNvSpPr/>
            <p:nvPr/>
          </p:nvSpPr>
          <p:spPr>
            <a:xfrm>
              <a:off x="5632123" y="2589428"/>
              <a:ext cx="183068" cy="128627"/>
            </a:xfrm>
            <a:custGeom>
              <a:avLst/>
              <a:gdLst/>
              <a:ahLst/>
              <a:cxnLst/>
              <a:rect l="l" t="t" r="r" b="b"/>
              <a:pathLst>
                <a:path w="8975" h="6306" extrusionOk="0">
                  <a:moveTo>
                    <a:pt x="1" y="1"/>
                  </a:moveTo>
                  <a:lnTo>
                    <a:pt x="34" y="34"/>
                  </a:lnTo>
                  <a:cubicBezTo>
                    <a:pt x="134" y="134"/>
                    <a:pt x="268" y="234"/>
                    <a:pt x="401" y="335"/>
                  </a:cubicBezTo>
                  <a:cubicBezTo>
                    <a:pt x="968" y="835"/>
                    <a:pt x="1535" y="1269"/>
                    <a:pt x="2136" y="1736"/>
                  </a:cubicBezTo>
                  <a:cubicBezTo>
                    <a:pt x="2870" y="2303"/>
                    <a:pt x="3604" y="2836"/>
                    <a:pt x="4337" y="3337"/>
                  </a:cubicBezTo>
                  <a:cubicBezTo>
                    <a:pt x="5105" y="3870"/>
                    <a:pt x="5872" y="4371"/>
                    <a:pt x="6639" y="4871"/>
                  </a:cubicBezTo>
                  <a:cubicBezTo>
                    <a:pt x="7406" y="5371"/>
                    <a:pt x="8173" y="5838"/>
                    <a:pt x="8974" y="6305"/>
                  </a:cubicBezTo>
                  <a:cubicBezTo>
                    <a:pt x="8274" y="5672"/>
                    <a:pt x="7573" y="5105"/>
                    <a:pt x="6839" y="4538"/>
                  </a:cubicBezTo>
                  <a:cubicBezTo>
                    <a:pt x="6105" y="4004"/>
                    <a:pt x="5371" y="3470"/>
                    <a:pt x="4638" y="2936"/>
                  </a:cubicBezTo>
                  <a:cubicBezTo>
                    <a:pt x="3870" y="2403"/>
                    <a:pt x="3103" y="1902"/>
                    <a:pt x="2336" y="1402"/>
                  </a:cubicBezTo>
                  <a:cubicBezTo>
                    <a:pt x="1736" y="1002"/>
                    <a:pt x="1102" y="635"/>
                    <a:pt x="468" y="268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0" name="Google Shape;1040;p30"/>
          <p:cNvSpPr txBox="1">
            <a:spLocks noGrp="1"/>
          </p:cNvSpPr>
          <p:nvPr>
            <p:ph type="subTitle" idx="1"/>
          </p:nvPr>
        </p:nvSpPr>
        <p:spPr>
          <a:xfrm>
            <a:off x="486369" y="1697894"/>
            <a:ext cx="4170583" cy="2654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CultureJam répond à un besoin réel et identifié : celui d’un réseau social qui remet la culture au centre des échanges.</a:t>
            </a:r>
            <a:br>
              <a:rPr lang="fr-FR" dirty="0"/>
            </a:br>
            <a:r>
              <a:rPr lang="fr-FR" dirty="0"/>
              <a:t>Nous visons un public jeune, notamment les étudiants et passionnés de culture, qui cherchent une alternative aux réseaux traditionnels.</a:t>
            </a:r>
            <a:endParaRPr dirty="0"/>
          </a:p>
        </p:txBody>
      </p:sp>
      <p:sp>
        <p:nvSpPr>
          <p:cNvPr id="1041" name="Google Shape;1041;p30"/>
          <p:cNvSpPr txBox="1">
            <a:spLocks noGrp="1"/>
          </p:cNvSpPr>
          <p:nvPr>
            <p:ph type="subTitle" idx="4"/>
          </p:nvPr>
        </p:nvSpPr>
        <p:spPr>
          <a:xfrm>
            <a:off x="4955888" y="2947375"/>
            <a:ext cx="2713800" cy="11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Devenir LA référence du partage culturel instantané</a:t>
            </a:r>
            <a:endParaRPr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9423F9A-E547-1BB1-35F6-EA822E48E275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fr-FR" dirty="0"/>
              <a:t>Notre ambition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>
          <a:extLst>
            <a:ext uri="{FF2B5EF4-FFF2-40B4-BE49-F238E27FC236}">
              <a16:creationId xmlns:a16="http://schemas.microsoft.com/office/drawing/2014/main" id="{86EC137E-810E-3FA9-222C-0C419318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39">
            <a:extLst>
              <a:ext uri="{FF2B5EF4-FFF2-40B4-BE49-F238E27FC236}">
                <a16:creationId xmlns:a16="http://schemas.microsoft.com/office/drawing/2014/main" id="{80FCBA6D-60E3-DCB2-281E-C9A7B728465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545475"/>
            <a:ext cx="7717500" cy="2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/>
              <a:t>Appel à l’adhésion</a:t>
            </a:r>
            <a:endParaRPr sz="2300" dirty="0"/>
          </a:p>
        </p:txBody>
      </p:sp>
      <p:sp>
        <p:nvSpPr>
          <p:cNvPr id="1268" name="Google Shape;1268;p39">
            <a:extLst>
              <a:ext uri="{FF2B5EF4-FFF2-40B4-BE49-F238E27FC236}">
                <a16:creationId xmlns:a16="http://schemas.microsoft.com/office/drawing/2014/main" id="{3BE89934-4298-245D-BBF2-19C9F59D4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25" y="1797450"/>
            <a:ext cx="3377100" cy="7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fr-FR" dirty="0"/>
              <a:t>Nous avons besoin de vous pour faire vivre ce projet !</a:t>
            </a:r>
            <a:br>
              <a:rPr lang="fr-FR" dirty="0"/>
            </a:br>
            <a:r>
              <a:rPr lang="fr-FR" dirty="0"/>
              <a:t>Rejoignez-nous et participez à cette révolution culturelle. Ensemble, redonnons à la culture la place qu’elle mérite sur les réseaux sociaux !</a:t>
            </a:r>
            <a:endParaRPr dirty="0"/>
          </a:p>
        </p:txBody>
      </p:sp>
      <p:grpSp>
        <p:nvGrpSpPr>
          <p:cNvPr id="1269" name="Google Shape;1269;p39">
            <a:extLst>
              <a:ext uri="{FF2B5EF4-FFF2-40B4-BE49-F238E27FC236}">
                <a16:creationId xmlns:a16="http://schemas.microsoft.com/office/drawing/2014/main" id="{B6C3AD65-3BBB-8FF6-804F-B3964305A689}"/>
              </a:ext>
            </a:extLst>
          </p:cNvPr>
          <p:cNvGrpSpPr/>
          <p:nvPr/>
        </p:nvGrpSpPr>
        <p:grpSpPr>
          <a:xfrm>
            <a:off x="2649896" y="987536"/>
            <a:ext cx="5600934" cy="3746786"/>
            <a:chOff x="2473909" y="786127"/>
            <a:chExt cx="5822177" cy="3894788"/>
          </a:xfrm>
        </p:grpSpPr>
        <p:sp>
          <p:nvSpPr>
            <p:cNvPr id="1270" name="Google Shape;1270;p39">
              <a:extLst>
                <a:ext uri="{FF2B5EF4-FFF2-40B4-BE49-F238E27FC236}">
                  <a16:creationId xmlns:a16="http://schemas.microsoft.com/office/drawing/2014/main" id="{D7AD1DC3-AF56-AFF0-D659-D96E00B3A6E7}"/>
                </a:ext>
              </a:extLst>
            </p:cNvPr>
            <p:cNvSpPr/>
            <p:nvPr/>
          </p:nvSpPr>
          <p:spPr>
            <a:xfrm>
              <a:off x="6087684" y="1556861"/>
              <a:ext cx="232959" cy="98546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0" y="0"/>
                  </a:moveTo>
                  <a:lnTo>
                    <a:pt x="0" y="4670"/>
                  </a:lnTo>
                  <a:lnTo>
                    <a:pt x="11042" y="4670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9">
              <a:extLst>
                <a:ext uri="{FF2B5EF4-FFF2-40B4-BE49-F238E27FC236}">
                  <a16:creationId xmlns:a16="http://schemas.microsoft.com/office/drawing/2014/main" id="{29BDCD6A-9CEE-7BF8-C23A-AB31DDE4B5DE}"/>
                </a:ext>
              </a:extLst>
            </p:cNvPr>
            <p:cNvSpPr/>
            <p:nvPr/>
          </p:nvSpPr>
          <p:spPr>
            <a:xfrm>
              <a:off x="5958187" y="1681420"/>
              <a:ext cx="232959" cy="98546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1" y="0"/>
                  </a:moveTo>
                  <a:lnTo>
                    <a:pt x="1" y="4670"/>
                  </a:lnTo>
                  <a:lnTo>
                    <a:pt x="11042" y="4670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9">
              <a:extLst>
                <a:ext uri="{FF2B5EF4-FFF2-40B4-BE49-F238E27FC236}">
                  <a16:creationId xmlns:a16="http://schemas.microsoft.com/office/drawing/2014/main" id="{7DC8AD81-506D-6B31-696A-F4498A49303B}"/>
                </a:ext>
              </a:extLst>
            </p:cNvPr>
            <p:cNvSpPr/>
            <p:nvPr/>
          </p:nvSpPr>
          <p:spPr>
            <a:xfrm>
              <a:off x="5828712" y="1556861"/>
              <a:ext cx="232959" cy="98546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0" y="0"/>
                  </a:moveTo>
                  <a:lnTo>
                    <a:pt x="0" y="4670"/>
                  </a:lnTo>
                  <a:lnTo>
                    <a:pt x="11041" y="4670"/>
                  </a:lnTo>
                  <a:lnTo>
                    <a:pt x="1104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9">
              <a:extLst>
                <a:ext uri="{FF2B5EF4-FFF2-40B4-BE49-F238E27FC236}">
                  <a16:creationId xmlns:a16="http://schemas.microsoft.com/office/drawing/2014/main" id="{A16E9243-32E0-EEA7-D272-5BB759D1B558}"/>
                </a:ext>
              </a:extLst>
            </p:cNvPr>
            <p:cNvSpPr/>
            <p:nvPr/>
          </p:nvSpPr>
          <p:spPr>
            <a:xfrm>
              <a:off x="8063106" y="3570300"/>
              <a:ext cx="232980" cy="98546"/>
            </a:xfrm>
            <a:custGeom>
              <a:avLst/>
              <a:gdLst/>
              <a:ahLst/>
              <a:cxnLst/>
              <a:rect l="l" t="t" r="r" b="b"/>
              <a:pathLst>
                <a:path w="11043" h="4671" extrusionOk="0">
                  <a:moveTo>
                    <a:pt x="1" y="0"/>
                  </a:moveTo>
                  <a:lnTo>
                    <a:pt x="1" y="4670"/>
                  </a:lnTo>
                  <a:lnTo>
                    <a:pt x="11042" y="4670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9">
              <a:extLst>
                <a:ext uri="{FF2B5EF4-FFF2-40B4-BE49-F238E27FC236}">
                  <a16:creationId xmlns:a16="http://schemas.microsoft.com/office/drawing/2014/main" id="{2D45C4BA-0FC1-C509-C77B-99CDE2107AF4}"/>
                </a:ext>
              </a:extLst>
            </p:cNvPr>
            <p:cNvSpPr/>
            <p:nvPr/>
          </p:nvSpPr>
          <p:spPr>
            <a:xfrm>
              <a:off x="7933631" y="796085"/>
              <a:ext cx="232959" cy="98546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0" y="1"/>
                  </a:moveTo>
                  <a:lnTo>
                    <a:pt x="0" y="4671"/>
                  </a:lnTo>
                  <a:lnTo>
                    <a:pt x="11042" y="4671"/>
                  </a:lnTo>
                  <a:lnTo>
                    <a:pt x="1104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9">
              <a:extLst>
                <a:ext uri="{FF2B5EF4-FFF2-40B4-BE49-F238E27FC236}">
                  <a16:creationId xmlns:a16="http://schemas.microsoft.com/office/drawing/2014/main" id="{730B61E5-37A9-32F7-5708-F526DC1020B9}"/>
                </a:ext>
              </a:extLst>
            </p:cNvPr>
            <p:cNvSpPr/>
            <p:nvPr/>
          </p:nvSpPr>
          <p:spPr>
            <a:xfrm>
              <a:off x="8063106" y="919948"/>
              <a:ext cx="232980" cy="98546"/>
            </a:xfrm>
            <a:custGeom>
              <a:avLst/>
              <a:gdLst/>
              <a:ahLst/>
              <a:cxnLst/>
              <a:rect l="l" t="t" r="r" b="b"/>
              <a:pathLst>
                <a:path w="11043" h="4671" extrusionOk="0">
                  <a:moveTo>
                    <a:pt x="1" y="1"/>
                  </a:moveTo>
                  <a:lnTo>
                    <a:pt x="1" y="4671"/>
                  </a:lnTo>
                  <a:lnTo>
                    <a:pt x="11042" y="4671"/>
                  </a:lnTo>
                  <a:lnTo>
                    <a:pt x="1104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9">
              <a:extLst>
                <a:ext uri="{FF2B5EF4-FFF2-40B4-BE49-F238E27FC236}">
                  <a16:creationId xmlns:a16="http://schemas.microsoft.com/office/drawing/2014/main" id="{4C555861-0796-2F0A-00D4-33FF4FEFFE82}"/>
                </a:ext>
              </a:extLst>
            </p:cNvPr>
            <p:cNvSpPr/>
            <p:nvPr/>
          </p:nvSpPr>
          <p:spPr>
            <a:xfrm>
              <a:off x="6667570" y="1297171"/>
              <a:ext cx="1408933" cy="60550"/>
            </a:xfrm>
            <a:custGeom>
              <a:avLst/>
              <a:gdLst/>
              <a:ahLst/>
              <a:cxnLst/>
              <a:rect l="l" t="t" r="r" b="b"/>
              <a:pathLst>
                <a:path w="66782" h="2870" extrusionOk="0">
                  <a:moveTo>
                    <a:pt x="1" y="0"/>
                  </a:moveTo>
                  <a:lnTo>
                    <a:pt x="1" y="2869"/>
                  </a:lnTo>
                  <a:lnTo>
                    <a:pt x="66782" y="2869"/>
                  </a:lnTo>
                  <a:lnTo>
                    <a:pt x="6678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9">
              <a:extLst>
                <a:ext uri="{FF2B5EF4-FFF2-40B4-BE49-F238E27FC236}">
                  <a16:creationId xmlns:a16="http://schemas.microsoft.com/office/drawing/2014/main" id="{403E96CF-FC28-5110-DCB5-6F34262EFCF5}"/>
                </a:ext>
              </a:extLst>
            </p:cNvPr>
            <p:cNvSpPr/>
            <p:nvPr/>
          </p:nvSpPr>
          <p:spPr>
            <a:xfrm>
              <a:off x="6795653" y="1357700"/>
              <a:ext cx="76732" cy="237874"/>
            </a:xfrm>
            <a:custGeom>
              <a:avLst/>
              <a:gdLst/>
              <a:ahLst/>
              <a:cxnLst/>
              <a:rect l="l" t="t" r="r" b="b"/>
              <a:pathLst>
                <a:path w="3637" h="11275" extrusionOk="0">
                  <a:moveTo>
                    <a:pt x="1" y="0"/>
                  </a:moveTo>
                  <a:lnTo>
                    <a:pt x="1035" y="11275"/>
                  </a:lnTo>
                  <a:lnTo>
                    <a:pt x="3637" y="11275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9">
              <a:extLst>
                <a:ext uri="{FF2B5EF4-FFF2-40B4-BE49-F238E27FC236}">
                  <a16:creationId xmlns:a16="http://schemas.microsoft.com/office/drawing/2014/main" id="{7BA4098D-BD97-0261-7105-6E08A4CD7FB4}"/>
                </a:ext>
              </a:extLst>
            </p:cNvPr>
            <p:cNvSpPr/>
            <p:nvPr/>
          </p:nvSpPr>
          <p:spPr>
            <a:xfrm>
              <a:off x="7871688" y="1357700"/>
              <a:ext cx="76732" cy="237874"/>
            </a:xfrm>
            <a:custGeom>
              <a:avLst/>
              <a:gdLst/>
              <a:ahLst/>
              <a:cxnLst/>
              <a:rect l="l" t="t" r="r" b="b"/>
              <a:pathLst>
                <a:path w="3637" h="11275" extrusionOk="0">
                  <a:moveTo>
                    <a:pt x="1" y="0"/>
                  </a:moveTo>
                  <a:lnTo>
                    <a:pt x="1" y="11275"/>
                  </a:lnTo>
                  <a:lnTo>
                    <a:pt x="2603" y="11275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9">
              <a:extLst>
                <a:ext uri="{FF2B5EF4-FFF2-40B4-BE49-F238E27FC236}">
                  <a16:creationId xmlns:a16="http://schemas.microsoft.com/office/drawing/2014/main" id="{B67228E7-1A64-A1FD-6671-438143BF08F7}"/>
                </a:ext>
              </a:extLst>
            </p:cNvPr>
            <p:cNvSpPr/>
            <p:nvPr/>
          </p:nvSpPr>
          <p:spPr>
            <a:xfrm>
              <a:off x="6795653" y="1357700"/>
              <a:ext cx="76732" cy="82344"/>
            </a:xfrm>
            <a:custGeom>
              <a:avLst/>
              <a:gdLst/>
              <a:ahLst/>
              <a:cxnLst/>
              <a:rect l="l" t="t" r="r" b="b"/>
              <a:pathLst>
                <a:path w="3637" h="3903" extrusionOk="0">
                  <a:moveTo>
                    <a:pt x="1" y="0"/>
                  </a:moveTo>
                  <a:lnTo>
                    <a:pt x="368" y="3903"/>
                  </a:lnTo>
                  <a:lnTo>
                    <a:pt x="3637" y="390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9">
              <a:extLst>
                <a:ext uri="{FF2B5EF4-FFF2-40B4-BE49-F238E27FC236}">
                  <a16:creationId xmlns:a16="http://schemas.microsoft.com/office/drawing/2014/main" id="{E7112A65-823C-8A3E-D101-EE2203DD206D}"/>
                </a:ext>
              </a:extLst>
            </p:cNvPr>
            <p:cNvSpPr/>
            <p:nvPr/>
          </p:nvSpPr>
          <p:spPr>
            <a:xfrm>
              <a:off x="7871688" y="1357700"/>
              <a:ext cx="76732" cy="82344"/>
            </a:xfrm>
            <a:custGeom>
              <a:avLst/>
              <a:gdLst/>
              <a:ahLst/>
              <a:cxnLst/>
              <a:rect l="l" t="t" r="r" b="b"/>
              <a:pathLst>
                <a:path w="3637" h="3903" extrusionOk="0">
                  <a:moveTo>
                    <a:pt x="1" y="0"/>
                  </a:moveTo>
                  <a:lnTo>
                    <a:pt x="1" y="3903"/>
                  </a:lnTo>
                  <a:lnTo>
                    <a:pt x="3303" y="390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9">
              <a:extLst>
                <a:ext uri="{FF2B5EF4-FFF2-40B4-BE49-F238E27FC236}">
                  <a16:creationId xmlns:a16="http://schemas.microsoft.com/office/drawing/2014/main" id="{0CB295C5-A235-984F-C7AF-6BD4B0EA43FD}"/>
                </a:ext>
              </a:extLst>
            </p:cNvPr>
            <p:cNvSpPr/>
            <p:nvPr/>
          </p:nvSpPr>
          <p:spPr>
            <a:xfrm>
              <a:off x="7034223" y="933113"/>
              <a:ext cx="154856" cy="291863"/>
            </a:xfrm>
            <a:custGeom>
              <a:avLst/>
              <a:gdLst/>
              <a:ahLst/>
              <a:cxnLst/>
              <a:rect l="l" t="t" r="r" b="b"/>
              <a:pathLst>
                <a:path w="7340" h="13834" extrusionOk="0">
                  <a:moveTo>
                    <a:pt x="6911" y="0"/>
                  </a:moveTo>
                  <a:cubicBezTo>
                    <a:pt x="6872" y="0"/>
                    <a:pt x="6833" y="16"/>
                    <a:pt x="6806" y="44"/>
                  </a:cubicBezTo>
                  <a:cubicBezTo>
                    <a:pt x="3837" y="4080"/>
                    <a:pt x="768" y="8717"/>
                    <a:pt x="1" y="13754"/>
                  </a:cubicBezTo>
                  <a:cubicBezTo>
                    <a:pt x="1" y="13809"/>
                    <a:pt x="31" y="13834"/>
                    <a:pt x="64" y="13834"/>
                  </a:cubicBezTo>
                  <a:cubicBezTo>
                    <a:pt x="91" y="13834"/>
                    <a:pt x="119" y="13817"/>
                    <a:pt x="134" y="13787"/>
                  </a:cubicBezTo>
                  <a:cubicBezTo>
                    <a:pt x="468" y="12419"/>
                    <a:pt x="901" y="11052"/>
                    <a:pt x="1435" y="9751"/>
                  </a:cubicBezTo>
                  <a:cubicBezTo>
                    <a:pt x="3403" y="9217"/>
                    <a:pt x="5305" y="8784"/>
                    <a:pt x="6339" y="6849"/>
                  </a:cubicBezTo>
                  <a:cubicBezTo>
                    <a:pt x="7339" y="4881"/>
                    <a:pt x="7239" y="2246"/>
                    <a:pt x="7039" y="111"/>
                  </a:cubicBezTo>
                  <a:cubicBezTo>
                    <a:pt x="7020" y="33"/>
                    <a:pt x="6966" y="0"/>
                    <a:pt x="691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9">
              <a:extLst>
                <a:ext uri="{FF2B5EF4-FFF2-40B4-BE49-F238E27FC236}">
                  <a16:creationId xmlns:a16="http://schemas.microsoft.com/office/drawing/2014/main" id="{3BA564A9-EA8B-2FED-12B8-4B2DEA210AF4}"/>
                </a:ext>
              </a:extLst>
            </p:cNvPr>
            <p:cNvSpPr/>
            <p:nvPr/>
          </p:nvSpPr>
          <p:spPr>
            <a:xfrm>
              <a:off x="7064751" y="960076"/>
              <a:ext cx="110952" cy="179835"/>
            </a:xfrm>
            <a:custGeom>
              <a:avLst/>
              <a:gdLst/>
              <a:ahLst/>
              <a:cxnLst/>
              <a:rect l="l" t="t" r="r" b="b"/>
              <a:pathLst>
                <a:path w="5259" h="8524" extrusionOk="0">
                  <a:moveTo>
                    <a:pt x="822" y="7506"/>
                  </a:moveTo>
                  <a:cubicBezTo>
                    <a:pt x="764" y="7535"/>
                    <a:pt x="680" y="7564"/>
                    <a:pt x="615" y="7616"/>
                  </a:cubicBezTo>
                  <a:lnTo>
                    <a:pt x="615" y="7616"/>
                  </a:lnTo>
                  <a:cubicBezTo>
                    <a:pt x="694" y="7580"/>
                    <a:pt x="769" y="7532"/>
                    <a:pt x="822" y="7506"/>
                  </a:cubicBezTo>
                  <a:close/>
                  <a:moveTo>
                    <a:pt x="5225" y="0"/>
                  </a:moveTo>
                  <a:cubicBezTo>
                    <a:pt x="3090" y="2535"/>
                    <a:pt x="1322" y="5371"/>
                    <a:pt x="22" y="8440"/>
                  </a:cubicBezTo>
                  <a:cubicBezTo>
                    <a:pt x="0" y="8482"/>
                    <a:pt x="33" y="8524"/>
                    <a:pt x="59" y="8524"/>
                  </a:cubicBezTo>
                  <a:cubicBezTo>
                    <a:pt x="75" y="8524"/>
                    <a:pt x="88" y="8510"/>
                    <a:pt x="88" y="8473"/>
                  </a:cubicBezTo>
                  <a:cubicBezTo>
                    <a:pt x="255" y="8206"/>
                    <a:pt x="388" y="7906"/>
                    <a:pt x="555" y="7639"/>
                  </a:cubicBezTo>
                  <a:cubicBezTo>
                    <a:pt x="569" y="7634"/>
                    <a:pt x="583" y="7629"/>
                    <a:pt x="597" y="7623"/>
                  </a:cubicBezTo>
                  <a:lnTo>
                    <a:pt x="597" y="7623"/>
                  </a:lnTo>
                  <a:cubicBezTo>
                    <a:pt x="595" y="7628"/>
                    <a:pt x="592" y="7634"/>
                    <a:pt x="589" y="7639"/>
                  </a:cubicBezTo>
                  <a:cubicBezTo>
                    <a:pt x="597" y="7631"/>
                    <a:pt x="606" y="7623"/>
                    <a:pt x="615" y="7616"/>
                  </a:cubicBezTo>
                  <a:lnTo>
                    <a:pt x="615" y="7616"/>
                  </a:lnTo>
                  <a:cubicBezTo>
                    <a:pt x="609" y="7618"/>
                    <a:pt x="603" y="7621"/>
                    <a:pt x="597" y="7623"/>
                  </a:cubicBezTo>
                  <a:lnTo>
                    <a:pt x="597" y="7623"/>
                  </a:lnTo>
                  <a:cubicBezTo>
                    <a:pt x="928" y="7028"/>
                    <a:pt x="1258" y="6433"/>
                    <a:pt x="1556" y="5838"/>
                  </a:cubicBezTo>
                  <a:cubicBezTo>
                    <a:pt x="2757" y="5004"/>
                    <a:pt x="3791" y="3803"/>
                    <a:pt x="4692" y="2702"/>
                  </a:cubicBezTo>
                  <a:cubicBezTo>
                    <a:pt x="4725" y="2669"/>
                    <a:pt x="4658" y="2669"/>
                    <a:pt x="4658" y="2669"/>
                  </a:cubicBezTo>
                  <a:cubicBezTo>
                    <a:pt x="3724" y="3736"/>
                    <a:pt x="2657" y="4637"/>
                    <a:pt x="1689" y="5638"/>
                  </a:cubicBezTo>
                  <a:cubicBezTo>
                    <a:pt x="2690" y="3636"/>
                    <a:pt x="3891" y="1768"/>
                    <a:pt x="5225" y="34"/>
                  </a:cubicBezTo>
                  <a:cubicBezTo>
                    <a:pt x="5259" y="0"/>
                    <a:pt x="5225" y="0"/>
                    <a:pt x="522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9">
              <a:extLst>
                <a:ext uri="{FF2B5EF4-FFF2-40B4-BE49-F238E27FC236}">
                  <a16:creationId xmlns:a16="http://schemas.microsoft.com/office/drawing/2014/main" id="{C6E27453-739F-9F88-5A1C-F94B6E73B914}"/>
                </a:ext>
              </a:extLst>
            </p:cNvPr>
            <p:cNvSpPr/>
            <p:nvPr/>
          </p:nvSpPr>
          <p:spPr>
            <a:xfrm>
              <a:off x="7085743" y="1083939"/>
              <a:ext cx="49136" cy="33292"/>
            </a:xfrm>
            <a:custGeom>
              <a:avLst/>
              <a:gdLst/>
              <a:ahLst/>
              <a:cxnLst/>
              <a:rect l="l" t="t" r="r" b="b"/>
              <a:pathLst>
                <a:path w="2329" h="1578" extrusionOk="0">
                  <a:moveTo>
                    <a:pt x="2296" y="0"/>
                  </a:moveTo>
                  <a:cubicBezTo>
                    <a:pt x="1562" y="567"/>
                    <a:pt x="828" y="1067"/>
                    <a:pt x="27" y="1534"/>
                  </a:cubicBezTo>
                  <a:cubicBezTo>
                    <a:pt x="1" y="1534"/>
                    <a:pt x="17" y="1577"/>
                    <a:pt x="41" y="1577"/>
                  </a:cubicBezTo>
                  <a:cubicBezTo>
                    <a:pt x="47" y="1577"/>
                    <a:pt x="54" y="1575"/>
                    <a:pt x="61" y="1568"/>
                  </a:cubicBezTo>
                  <a:cubicBezTo>
                    <a:pt x="861" y="1168"/>
                    <a:pt x="1628" y="634"/>
                    <a:pt x="2329" y="33"/>
                  </a:cubicBezTo>
                  <a:cubicBezTo>
                    <a:pt x="2329" y="0"/>
                    <a:pt x="2329" y="0"/>
                    <a:pt x="2296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9">
              <a:extLst>
                <a:ext uri="{FF2B5EF4-FFF2-40B4-BE49-F238E27FC236}">
                  <a16:creationId xmlns:a16="http://schemas.microsoft.com/office/drawing/2014/main" id="{279E2D9E-F7CC-E12E-6B93-0B7694063280}"/>
                </a:ext>
              </a:extLst>
            </p:cNvPr>
            <p:cNvSpPr/>
            <p:nvPr/>
          </p:nvSpPr>
          <p:spPr>
            <a:xfrm>
              <a:off x="7019455" y="786127"/>
              <a:ext cx="109749" cy="437520"/>
            </a:xfrm>
            <a:custGeom>
              <a:avLst/>
              <a:gdLst/>
              <a:ahLst/>
              <a:cxnLst/>
              <a:rect l="l" t="t" r="r" b="b"/>
              <a:pathLst>
                <a:path w="5202" h="20738" extrusionOk="0">
                  <a:moveTo>
                    <a:pt x="3808" y="1"/>
                  </a:moveTo>
                  <a:cubicBezTo>
                    <a:pt x="3795" y="1"/>
                    <a:pt x="3783" y="3"/>
                    <a:pt x="3770" y="6"/>
                  </a:cubicBezTo>
                  <a:cubicBezTo>
                    <a:pt x="3403" y="106"/>
                    <a:pt x="2135" y="3008"/>
                    <a:pt x="1802" y="3975"/>
                  </a:cubicBezTo>
                  <a:cubicBezTo>
                    <a:pt x="1268" y="5543"/>
                    <a:pt x="868" y="7178"/>
                    <a:pt x="634" y="8846"/>
                  </a:cubicBezTo>
                  <a:cubicBezTo>
                    <a:pt x="100" y="12782"/>
                    <a:pt x="0" y="16751"/>
                    <a:pt x="367" y="20687"/>
                  </a:cubicBezTo>
                  <a:cubicBezTo>
                    <a:pt x="367" y="20721"/>
                    <a:pt x="401" y="20737"/>
                    <a:pt x="434" y="20737"/>
                  </a:cubicBezTo>
                  <a:cubicBezTo>
                    <a:pt x="467" y="20737"/>
                    <a:pt x="501" y="20721"/>
                    <a:pt x="501" y="20687"/>
                  </a:cubicBezTo>
                  <a:cubicBezTo>
                    <a:pt x="501" y="19020"/>
                    <a:pt x="501" y="17352"/>
                    <a:pt x="501" y="15684"/>
                  </a:cubicBezTo>
                  <a:cubicBezTo>
                    <a:pt x="934" y="14850"/>
                    <a:pt x="1835" y="14350"/>
                    <a:pt x="2469" y="13649"/>
                  </a:cubicBezTo>
                  <a:cubicBezTo>
                    <a:pt x="2936" y="13149"/>
                    <a:pt x="3336" y="12615"/>
                    <a:pt x="3670" y="12015"/>
                  </a:cubicBezTo>
                  <a:cubicBezTo>
                    <a:pt x="4437" y="10614"/>
                    <a:pt x="4904" y="9046"/>
                    <a:pt x="5037" y="7445"/>
                  </a:cubicBezTo>
                  <a:cubicBezTo>
                    <a:pt x="5201" y="5706"/>
                    <a:pt x="4559" y="1"/>
                    <a:pt x="380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9">
              <a:extLst>
                <a:ext uri="{FF2B5EF4-FFF2-40B4-BE49-F238E27FC236}">
                  <a16:creationId xmlns:a16="http://schemas.microsoft.com/office/drawing/2014/main" id="{97513333-671A-0C3C-0C7C-83A3705F5635}"/>
                </a:ext>
              </a:extLst>
            </p:cNvPr>
            <p:cNvSpPr/>
            <p:nvPr/>
          </p:nvSpPr>
          <p:spPr>
            <a:xfrm>
              <a:off x="7026480" y="808469"/>
              <a:ext cx="76035" cy="276715"/>
            </a:xfrm>
            <a:custGeom>
              <a:avLst/>
              <a:gdLst/>
              <a:ahLst/>
              <a:cxnLst/>
              <a:rect l="l" t="t" r="r" b="b"/>
              <a:pathLst>
                <a:path w="3604" h="13116" extrusionOk="0">
                  <a:moveTo>
                    <a:pt x="3217" y="1"/>
                  </a:moveTo>
                  <a:cubicBezTo>
                    <a:pt x="3209" y="1"/>
                    <a:pt x="3203" y="5"/>
                    <a:pt x="3203" y="14"/>
                  </a:cubicBezTo>
                  <a:cubicBezTo>
                    <a:pt x="2069" y="1949"/>
                    <a:pt x="1502" y="4017"/>
                    <a:pt x="1035" y="6219"/>
                  </a:cubicBezTo>
                  <a:cubicBezTo>
                    <a:pt x="535" y="8287"/>
                    <a:pt x="201" y="10355"/>
                    <a:pt x="34" y="12490"/>
                  </a:cubicBezTo>
                  <a:cubicBezTo>
                    <a:pt x="1" y="12490"/>
                    <a:pt x="1" y="12523"/>
                    <a:pt x="34" y="12523"/>
                  </a:cubicBezTo>
                  <a:lnTo>
                    <a:pt x="34" y="13090"/>
                  </a:lnTo>
                  <a:cubicBezTo>
                    <a:pt x="34" y="13107"/>
                    <a:pt x="51" y="13115"/>
                    <a:pt x="68" y="13115"/>
                  </a:cubicBezTo>
                  <a:cubicBezTo>
                    <a:pt x="84" y="13115"/>
                    <a:pt x="101" y="13107"/>
                    <a:pt x="101" y="13090"/>
                  </a:cubicBezTo>
                  <a:cubicBezTo>
                    <a:pt x="134" y="12857"/>
                    <a:pt x="168" y="12657"/>
                    <a:pt x="201" y="12457"/>
                  </a:cubicBezTo>
                  <a:cubicBezTo>
                    <a:pt x="1802" y="11289"/>
                    <a:pt x="3003" y="9688"/>
                    <a:pt x="3603" y="7820"/>
                  </a:cubicBezTo>
                  <a:lnTo>
                    <a:pt x="3603" y="7820"/>
                  </a:lnTo>
                  <a:cubicBezTo>
                    <a:pt x="2870" y="9555"/>
                    <a:pt x="1702" y="11089"/>
                    <a:pt x="234" y="12290"/>
                  </a:cubicBezTo>
                  <a:cubicBezTo>
                    <a:pt x="334" y="11489"/>
                    <a:pt x="468" y="10689"/>
                    <a:pt x="568" y="9855"/>
                  </a:cubicBezTo>
                  <a:lnTo>
                    <a:pt x="668" y="9721"/>
                  </a:lnTo>
                  <a:lnTo>
                    <a:pt x="635" y="9721"/>
                  </a:lnTo>
                  <a:lnTo>
                    <a:pt x="601" y="9788"/>
                  </a:lnTo>
                  <a:cubicBezTo>
                    <a:pt x="835" y="8187"/>
                    <a:pt x="1102" y="6586"/>
                    <a:pt x="1502" y="5018"/>
                  </a:cubicBezTo>
                  <a:cubicBezTo>
                    <a:pt x="1635" y="4851"/>
                    <a:pt x="1769" y="4684"/>
                    <a:pt x="1869" y="4518"/>
                  </a:cubicBezTo>
                  <a:cubicBezTo>
                    <a:pt x="1893" y="4469"/>
                    <a:pt x="1846" y="4438"/>
                    <a:pt x="1806" y="4438"/>
                  </a:cubicBezTo>
                  <a:cubicBezTo>
                    <a:pt x="1792" y="4438"/>
                    <a:pt x="1778" y="4442"/>
                    <a:pt x="1769" y="4451"/>
                  </a:cubicBezTo>
                  <a:cubicBezTo>
                    <a:pt x="1702" y="4584"/>
                    <a:pt x="1602" y="4684"/>
                    <a:pt x="1535" y="4818"/>
                  </a:cubicBezTo>
                  <a:cubicBezTo>
                    <a:pt x="1936" y="3150"/>
                    <a:pt x="2503" y="1549"/>
                    <a:pt x="3270" y="48"/>
                  </a:cubicBezTo>
                  <a:cubicBezTo>
                    <a:pt x="3270" y="24"/>
                    <a:pt x="3237" y="1"/>
                    <a:pt x="3217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9">
              <a:extLst>
                <a:ext uri="{FF2B5EF4-FFF2-40B4-BE49-F238E27FC236}">
                  <a16:creationId xmlns:a16="http://schemas.microsoft.com/office/drawing/2014/main" id="{220FD863-E25F-AF19-D9CD-35714C14AF00}"/>
                </a:ext>
              </a:extLst>
            </p:cNvPr>
            <p:cNvSpPr/>
            <p:nvPr/>
          </p:nvSpPr>
          <p:spPr>
            <a:xfrm>
              <a:off x="7041270" y="900644"/>
              <a:ext cx="63124" cy="107914"/>
            </a:xfrm>
            <a:custGeom>
              <a:avLst/>
              <a:gdLst/>
              <a:ahLst/>
              <a:cxnLst/>
              <a:rect l="l" t="t" r="r" b="b"/>
              <a:pathLst>
                <a:path w="2992" h="5115" extrusionOk="0">
                  <a:moveTo>
                    <a:pt x="2952" y="0"/>
                  </a:moveTo>
                  <a:cubicBezTo>
                    <a:pt x="2943" y="0"/>
                    <a:pt x="2936" y="4"/>
                    <a:pt x="2936" y="15"/>
                  </a:cubicBezTo>
                  <a:cubicBezTo>
                    <a:pt x="2102" y="1783"/>
                    <a:pt x="1135" y="3451"/>
                    <a:pt x="0" y="5052"/>
                  </a:cubicBezTo>
                  <a:cubicBezTo>
                    <a:pt x="0" y="5075"/>
                    <a:pt x="16" y="5114"/>
                    <a:pt x="37" y="5114"/>
                  </a:cubicBezTo>
                  <a:cubicBezTo>
                    <a:pt x="46" y="5114"/>
                    <a:pt x="57" y="5106"/>
                    <a:pt x="67" y="5085"/>
                  </a:cubicBezTo>
                  <a:cubicBezTo>
                    <a:pt x="1335" y="3584"/>
                    <a:pt x="2335" y="1850"/>
                    <a:pt x="2969" y="15"/>
                  </a:cubicBezTo>
                  <a:cubicBezTo>
                    <a:pt x="2991" y="15"/>
                    <a:pt x="2969" y="0"/>
                    <a:pt x="2952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9">
              <a:extLst>
                <a:ext uri="{FF2B5EF4-FFF2-40B4-BE49-F238E27FC236}">
                  <a16:creationId xmlns:a16="http://schemas.microsoft.com/office/drawing/2014/main" id="{4DD35933-49DC-DF46-65FB-11323CFB8F05}"/>
                </a:ext>
              </a:extLst>
            </p:cNvPr>
            <p:cNvSpPr/>
            <p:nvPr/>
          </p:nvSpPr>
          <p:spPr>
            <a:xfrm>
              <a:off x="7072241" y="840811"/>
              <a:ext cx="30043" cy="52005"/>
            </a:xfrm>
            <a:custGeom>
              <a:avLst/>
              <a:gdLst/>
              <a:ahLst/>
              <a:cxnLst/>
              <a:rect l="l" t="t" r="r" b="b"/>
              <a:pathLst>
                <a:path w="1424" h="2465" extrusionOk="0">
                  <a:moveTo>
                    <a:pt x="1384" y="1"/>
                  </a:moveTo>
                  <a:cubicBezTo>
                    <a:pt x="1375" y="1"/>
                    <a:pt x="1368" y="5"/>
                    <a:pt x="1368" y="16"/>
                  </a:cubicBezTo>
                  <a:cubicBezTo>
                    <a:pt x="934" y="816"/>
                    <a:pt x="467" y="1617"/>
                    <a:pt x="0" y="2418"/>
                  </a:cubicBezTo>
                  <a:cubicBezTo>
                    <a:pt x="0" y="2441"/>
                    <a:pt x="33" y="2465"/>
                    <a:pt x="53" y="2465"/>
                  </a:cubicBezTo>
                  <a:cubicBezTo>
                    <a:pt x="61" y="2465"/>
                    <a:pt x="67" y="2461"/>
                    <a:pt x="67" y="2451"/>
                  </a:cubicBezTo>
                  <a:cubicBezTo>
                    <a:pt x="601" y="1684"/>
                    <a:pt x="1068" y="850"/>
                    <a:pt x="1401" y="16"/>
                  </a:cubicBezTo>
                  <a:cubicBezTo>
                    <a:pt x="1423" y="16"/>
                    <a:pt x="1401" y="1"/>
                    <a:pt x="1384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9">
              <a:extLst>
                <a:ext uri="{FF2B5EF4-FFF2-40B4-BE49-F238E27FC236}">
                  <a16:creationId xmlns:a16="http://schemas.microsoft.com/office/drawing/2014/main" id="{CD985657-368F-BB4D-1CC9-4A3598A0E75A}"/>
                </a:ext>
              </a:extLst>
            </p:cNvPr>
            <p:cNvSpPr/>
            <p:nvPr/>
          </p:nvSpPr>
          <p:spPr>
            <a:xfrm>
              <a:off x="7068718" y="899547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9">
              <a:extLst>
                <a:ext uri="{FF2B5EF4-FFF2-40B4-BE49-F238E27FC236}">
                  <a16:creationId xmlns:a16="http://schemas.microsoft.com/office/drawing/2014/main" id="{C77034EC-EAA8-D43B-C73C-EC6ACE198F05}"/>
                </a:ext>
              </a:extLst>
            </p:cNvPr>
            <p:cNvSpPr/>
            <p:nvPr/>
          </p:nvSpPr>
          <p:spPr>
            <a:xfrm>
              <a:off x="6905444" y="850959"/>
              <a:ext cx="111205" cy="358257"/>
            </a:xfrm>
            <a:custGeom>
              <a:avLst/>
              <a:gdLst/>
              <a:ahLst/>
              <a:cxnLst/>
              <a:rect l="l" t="t" r="r" b="b"/>
              <a:pathLst>
                <a:path w="5271" h="16981" extrusionOk="0">
                  <a:moveTo>
                    <a:pt x="1013" y="0"/>
                  </a:moveTo>
                  <a:cubicBezTo>
                    <a:pt x="953" y="0"/>
                    <a:pt x="889" y="37"/>
                    <a:pt x="868" y="102"/>
                  </a:cubicBezTo>
                  <a:cubicBezTo>
                    <a:pt x="0" y="2270"/>
                    <a:pt x="301" y="4872"/>
                    <a:pt x="1035" y="7040"/>
                  </a:cubicBezTo>
                  <a:cubicBezTo>
                    <a:pt x="1435" y="8241"/>
                    <a:pt x="2002" y="9342"/>
                    <a:pt x="2702" y="10343"/>
                  </a:cubicBezTo>
                  <a:cubicBezTo>
                    <a:pt x="3436" y="11377"/>
                    <a:pt x="4370" y="12277"/>
                    <a:pt x="4971" y="13378"/>
                  </a:cubicBezTo>
                  <a:cubicBezTo>
                    <a:pt x="4937" y="14445"/>
                    <a:pt x="4804" y="15546"/>
                    <a:pt x="4570" y="16614"/>
                  </a:cubicBezTo>
                  <a:lnTo>
                    <a:pt x="4637" y="16981"/>
                  </a:lnTo>
                  <a:cubicBezTo>
                    <a:pt x="4971" y="15813"/>
                    <a:pt x="5171" y="14579"/>
                    <a:pt x="5204" y="13345"/>
                  </a:cubicBezTo>
                  <a:cubicBezTo>
                    <a:pt x="5238" y="13311"/>
                    <a:pt x="5238" y="13278"/>
                    <a:pt x="5204" y="13245"/>
                  </a:cubicBezTo>
                  <a:cubicBezTo>
                    <a:pt x="5271" y="11577"/>
                    <a:pt x="5137" y="9942"/>
                    <a:pt x="4837" y="8308"/>
                  </a:cubicBezTo>
                  <a:cubicBezTo>
                    <a:pt x="4337" y="5272"/>
                    <a:pt x="3203" y="2337"/>
                    <a:pt x="1101" y="35"/>
                  </a:cubicBezTo>
                  <a:cubicBezTo>
                    <a:pt x="1078" y="12"/>
                    <a:pt x="1046" y="0"/>
                    <a:pt x="1013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9">
              <a:extLst>
                <a:ext uri="{FF2B5EF4-FFF2-40B4-BE49-F238E27FC236}">
                  <a16:creationId xmlns:a16="http://schemas.microsoft.com/office/drawing/2014/main" id="{18251A5B-01A8-C789-E203-4ABEE66E5530}"/>
                </a:ext>
              </a:extLst>
            </p:cNvPr>
            <p:cNvSpPr/>
            <p:nvPr/>
          </p:nvSpPr>
          <p:spPr>
            <a:xfrm>
              <a:off x="6931478" y="872922"/>
              <a:ext cx="78145" cy="233908"/>
            </a:xfrm>
            <a:custGeom>
              <a:avLst/>
              <a:gdLst/>
              <a:ahLst/>
              <a:cxnLst/>
              <a:rect l="l" t="t" r="r" b="b"/>
              <a:pathLst>
                <a:path w="3704" h="11087" extrusionOk="0">
                  <a:moveTo>
                    <a:pt x="80" y="1"/>
                  </a:moveTo>
                  <a:cubicBezTo>
                    <a:pt x="51" y="1"/>
                    <a:pt x="1" y="48"/>
                    <a:pt x="1" y="95"/>
                  </a:cubicBezTo>
                  <a:cubicBezTo>
                    <a:pt x="634" y="1196"/>
                    <a:pt x="1202" y="2363"/>
                    <a:pt x="1669" y="3531"/>
                  </a:cubicBezTo>
                  <a:cubicBezTo>
                    <a:pt x="1535" y="3397"/>
                    <a:pt x="1402" y="3231"/>
                    <a:pt x="1268" y="3097"/>
                  </a:cubicBezTo>
                  <a:cubicBezTo>
                    <a:pt x="935" y="2697"/>
                    <a:pt x="601" y="2263"/>
                    <a:pt x="334" y="1830"/>
                  </a:cubicBezTo>
                  <a:cubicBezTo>
                    <a:pt x="323" y="1818"/>
                    <a:pt x="316" y="1815"/>
                    <a:pt x="311" y="1815"/>
                  </a:cubicBezTo>
                  <a:cubicBezTo>
                    <a:pt x="301" y="1815"/>
                    <a:pt x="301" y="1830"/>
                    <a:pt x="301" y="1830"/>
                  </a:cubicBezTo>
                  <a:cubicBezTo>
                    <a:pt x="701" y="2530"/>
                    <a:pt x="1202" y="3130"/>
                    <a:pt x="1769" y="3698"/>
                  </a:cubicBezTo>
                  <a:cubicBezTo>
                    <a:pt x="2169" y="4798"/>
                    <a:pt x="2536" y="5899"/>
                    <a:pt x="2803" y="7033"/>
                  </a:cubicBezTo>
                  <a:lnTo>
                    <a:pt x="2769" y="7000"/>
                  </a:lnTo>
                  <a:cubicBezTo>
                    <a:pt x="2760" y="6991"/>
                    <a:pt x="2749" y="6987"/>
                    <a:pt x="2738" y="6987"/>
                  </a:cubicBezTo>
                  <a:cubicBezTo>
                    <a:pt x="2707" y="6987"/>
                    <a:pt x="2678" y="7018"/>
                    <a:pt x="2703" y="7067"/>
                  </a:cubicBezTo>
                  <a:lnTo>
                    <a:pt x="2869" y="7233"/>
                  </a:lnTo>
                  <a:cubicBezTo>
                    <a:pt x="3070" y="8067"/>
                    <a:pt x="3236" y="8901"/>
                    <a:pt x="3370" y="9769"/>
                  </a:cubicBezTo>
                  <a:cubicBezTo>
                    <a:pt x="2603" y="9001"/>
                    <a:pt x="1869" y="8201"/>
                    <a:pt x="1168" y="7333"/>
                  </a:cubicBezTo>
                  <a:cubicBezTo>
                    <a:pt x="1135" y="7333"/>
                    <a:pt x="1135" y="7367"/>
                    <a:pt x="1135" y="7367"/>
                  </a:cubicBezTo>
                  <a:cubicBezTo>
                    <a:pt x="1769" y="8334"/>
                    <a:pt x="2536" y="9235"/>
                    <a:pt x="3436" y="10002"/>
                  </a:cubicBezTo>
                  <a:cubicBezTo>
                    <a:pt x="3470" y="10336"/>
                    <a:pt x="3537" y="10669"/>
                    <a:pt x="3570" y="11036"/>
                  </a:cubicBezTo>
                  <a:cubicBezTo>
                    <a:pt x="3587" y="11069"/>
                    <a:pt x="3620" y="11086"/>
                    <a:pt x="3649" y="11086"/>
                  </a:cubicBezTo>
                  <a:cubicBezTo>
                    <a:pt x="3678" y="11086"/>
                    <a:pt x="3703" y="11069"/>
                    <a:pt x="3703" y="11036"/>
                  </a:cubicBezTo>
                  <a:cubicBezTo>
                    <a:pt x="3537" y="7167"/>
                    <a:pt x="2136" y="3297"/>
                    <a:pt x="101" y="28"/>
                  </a:cubicBezTo>
                  <a:cubicBezTo>
                    <a:pt x="101" y="9"/>
                    <a:pt x="92" y="1"/>
                    <a:pt x="80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9">
              <a:extLst>
                <a:ext uri="{FF2B5EF4-FFF2-40B4-BE49-F238E27FC236}">
                  <a16:creationId xmlns:a16="http://schemas.microsoft.com/office/drawing/2014/main" id="{A045D452-302B-68FC-80FA-68A562961F51}"/>
                </a:ext>
              </a:extLst>
            </p:cNvPr>
            <p:cNvSpPr/>
            <p:nvPr/>
          </p:nvSpPr>
          <p:spPr>
            <a:xfrm>
              <a:off x="6941331" y="958367"/>
              <a:ext cx="43651" cy="56204"/>
            </a:xfrm>
            <a:custGeom>
              <a:avLst/>
              <a:gdLst/>
              <a:ahLst/>
              <a:cxnLst/>
              <a:rect l="l" t="t" r="r" b="b"/>
              <a:pathLst>
                <a:path w="2069" h="2664" extrusionOk="0">
                  <a:moveTo>
                    <a:pt x="39" y="1"/>
                  </a:moveTo>
                  <a:cubicBezTo>
                    <a:pt x="17" y="1"/>
                    <a:pt x="1" y="24"/>
                    <a:pt x="1" y="48"/>
                  </a:cubicBezTo>
                  <a:cubicBezTo>
                    <a:pt x="568" y="982"/>
                    <a:pt x="1235" y="1882"/>
                    <a:pt x="2002" y="2650"/>
                  </a:cubicBezTo>
                  <a:cubicBezTo>
                    <a:pt x="2012" y="2659"/>
                    <a:pt x="2022" y="2664"/>
                    <a:pt x="2031" y="2664"/>
                  </a:cubicBezTo>
                  <a:cubicBezTo>
                    <a:pt x="2052" y="2664"/>
                    <a:pt x="2069" y="2640"/>
                    <a:pt x="2069" y="2616"/>
                  </a:cubicBezTo>
                  <a:cubicBezTo>
                    <a:pt x="1435" y="1716"/>
                    <a:pt x="701" y="882"/>
                    <a:pt x="67" y="14"/>
                  </a:cubicBezTo>
                  <a:cubicBezTo>
                    <a:pt x="58" y="5"/>
                    <a:pt x="48" y="1"/>
                    <a:pt x="39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9">
              <a:extLst>
                <a:ext uri="{FF2B5EF4-FFF2-40B4-BE49-F238E27FC236}">
                  <a16:creationId xmlns:a16="http://schemas.microsoft.com/office/drawing/2014/main" id="{B9D6441A-3BC8-9F75-237E-CDA821DBF865}"/>
                </a:ext>
              </a:extLst>
            </p:cNvPr>
            <p:cNvSpPr/>
            <p:nvPr/>
          </p:nvSpPr>
          <p:spPr>
            <a:xfrm>
              <a:off x="6985678" y="1017777"/>
              <a:ext cx="1920" cy="1730"/>
            </a:xfrm>
            <a:custGeom>
              <a:avLst/>
              <a:gdLst/>
              <a:ahLst/>
              <a:cxnLst/>
              <a:rect l="l" t="t" r="r" b="b"/>
              <a:pathLst>
                <a:path w="91" h="82" extrusionOk="0">
                  <a:moveTo>
                    <a:pt x="34" y="0"/>
                  </a:moveTo>
                  <a:cubicBezTo>
                    <a:pt x="34" y="0"/>
                    <a:pt x="0" y="0"/>
                    <a:pt x="0" y="34"/>
                  </a:cubicBezTo>
                  <a:lnTo>
                    <a:pt x="34" y="67"/>
                  </a:lnTo>
                  <a:cubicBezTo>
                    <a:pt x="43" y="77"/>
                    <a:pt x="53" y="81"/>
                    <a:pt x="61" y="81"/>
                  </a:cubicBezTo>
                  <a:cubicBezTo>
                    <a:pt x="81" y="81"/>
                    <a:pt x="90" y="57"/>
                    <a:pt x="67" y="34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9">
              <a:extLst>
                <a:ext uri="{FF2B5EF4-FFF2-40B4-BE49-F238E27FC236}">
                  <a16:creationId xmlns:a16="http://schemas.microsoft.com/office/drawing/2014/main" id="{E7688D8B-C3E2-9357-C0C3-EBD339BE7700}"/>
                </a:ext>
              </a:extLst>
            </p:cNvPr>
            <p:cNvSpPr/>
            <p:nvPr/>
          </p:nvSpPr>
          <p:spPr>
            <a:xfrm>
              <a:off x="6860612" y="984549"/>
              <a:ext cx="148294" cy="221861"/>
            </a:xfrm>
            <a:custGeom>
              <a:avLst/>
              <a:gdLst/>
              <a:ahLst/>
              <a:cxnLst/>
              <a:rect l="l" t="t" r="r" b="b"/>
              <a:pathLst>
                <a:path w="7029" h="10516" extrusionOk="0">
                  <a:moveTo>
                    <a:pt x="162" y="0"/>
                  </a:moveTo>
                  <a:cubicBezTo>
                    <a:pt x="79" y="0"/>
                    <a:pt x="0" y="79"/>
                    <a:pt x="24" y="174"/>
                  </a:cubicBezTo>
                  <a:cubicBezTo>
                    <a:pt x="257" y="2009"/>
                    <a:pt x="991" y="3744"/>
                    <a:pt x="2125" y="5178"/>
                  </a:cubicBezTo>
                  <a:cubicBezTo>
                    <a:pt x="2592" y="5745"/>
                    <a:pt x="3193" y="6212"/>
                    <a:pt x="3860" y="6546"/>
                  </a:cubicBezTo>
                  <a:cubicBezTo>
                    <a:pt x="4594" y="6913"/>
                    <a:pt x="5394" y="7313"/>
                    <a:pt x="6162" y="7613"/>
                  </a:cubicBezTo>
                  <a:cubicBezTo>
                    <a:pt x="6529" y="8547"/>
                    <a:pt x="6795" y="9514"/>
                    <a:pt x="6962" y="10515"/>
                  </a:cubicBezTo>
                  <a:lnTo>
                    <a:pt x="7029" y="10248"/>
                  </a:lnTo>
                  <a:cubicBezTo>
                    <a:pt x="6562" y="6012"/>
                    <a:pt x="3793" y="2376"/>
                    <a:pt x="257" y="41"/>
                  </a:cubicBezTo>
                  <a:cubicBezTo>
                    <a:pt x="229" y="13"/>
                    <a:pt x="195" y="0"/>
                    <a:pt x="16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9">
              <a:extLst>
                <a:ext uri="{FF2B5EF4-FFF2-40B4-BE49-F238E27FC236}">
                  <a16:creationId xmlns:a16="http://schemas.microsoft.com/office/drawing/2014/main" id="{A3A8218B-EB34-8BDD-795A-3DC7E2AB828F}"/>
                </a:ext>
              </a:extLst>
            </p:cNvPr>
            <p:cNvSpPr/>
            <p:nvPr/>
          </p:nvSpPr>
          <p:spPr>
            <a:xfrm>
              <a:off x="6885887" y="1014064"/>
              <a:ext cx="96289" cy="118336"/>
            </a:xfrm>
            <a:custGeom>
              <a:avLst/>
              <a:gdLst/>
              <a:ahLst/>
              <a:cxnLst/>
              <a:rect l="l" t="t" r="r" b="b"/>
              <a:pathLst>
                <a:path w="4564" h="5609" extrusionOk="0">
                  <a:moveTo>
                    <a:pt x="41" y="0"/>
                  </a:moveTo>
                  <a:cubicBezTo>
                    <a:pt x="16" y="0"/>
                    <a:pt x="0" y="43"/>
                    <a:pt x="27" y="43"/>
                  </a:cubicBezTo>
                  <a:cubicBezTo>
                    <a:pt x="394" y="377"/>
                    <a:pt x="694" y="677"/>
                    <a:pt x="994" y="1010"/>
                  </a:cubicBezTo>
                  <a:cubicBezTo>
                    <a:pt x="827" y="877"/>
                    <a:pt x="594" y="777"/>
                    <a:pt x="394" y="710"/>
                  </a:cubicBezTo>
                  <a:lnTo>
                    <a:pt x="394" y="744"/>
                  </a:lnTo>
                  <a:cubicBezTo>
                    <a:pt x="661" y="910"/>
                    <a:pt x="927" y="1044"/>
                    <a:pt x="1194" y="1211"/>
                  </a:cubicBezTo>
                  <a:cubicBezTo>
                    <a:pt x="1761" y="1778"/>
                    <a:pt x="2295" y="2378"/>
                    <a:pt x="2795" y="3012"/>
                  </a:cubicBezTo>
                  <a:cubicBezTo>
                    <a:pt x="1995" y="2678"/>
                    <a:pt x="1261" y="2278"/>
                    <a:pt x="527" y="1878"/>
                  </a:cubicBezTo>
                  <a:cubicBezTo>
                    <a:pt x="527" y="1871"/>
                    <a:pt x="526" y="1868"/>
                    <a:pt x="524" y="1868"/>
                  </a:cubicBezTo>
                  <a:lnTo>
                    <a:pt x="524" y="1868"/>
                  </a:lnTo>
                  <a:cubicBezTo>
                    <a:pt x="517" y="1868"/>
                    <a:pt x="501" y="1911"/>
                    <a:pt x="527" y="1911"/>
                  </a:cubicBezTo>
                  <a:cubicBezTo>
                    <a:pt x="1261" y="2478"/>
                    <a:pt x="2062" y="2945"/>
                    <a:pt x="2929" y="3245"/>
                  </a:cubicBezTo>
                  <a:cubicBezTo>
                    <a:pt x="3262" y="3712"/>
                    <a:pt x="3563" y="4146"/>
                    <a:pt x="3863" y="4613"/>
                  </a:cubicBezTo>
                  <a:cubicBezTo>
                    <a:pt x="3529" y="4513"/>
                    <a:pt x="3162" y="4379"/>
                    <a:pt x="2829" y="4213"/>
                  </a:cubicBezTo>
                  <a:cubicBezTo>
                    <a:pt x="2462" y="4013"/>
                    <a:pt x="2128" y="3779"/>
                    <a:pt x="1828" y="3512"/>
                  </a:cubicBezTo>
                  <a:cubicBezTo>
                    <a:pt x="1817" y="3501"/>
                    <a:pt x="1810" y="3497"/>
                    <a:pt x="1805" y="3497"/>
                  </a:cubicBezTo>
                  <a:cubicBezTo>
                    <a:pt x="1795" y="3497"/>
                    <a:pt x="1795" y="3512"/>
                    <a:pt x="1795" y="3512"/>
                  </a:cubicBezTo>
                  <a:cubicBezTo>
                    <a:pt x="2395" y="4113"/>
                    <a:pt x="3129" y="4546"/>
                    <a:pt x="3963" y="4746"/>
                  </a:cubicBezTo>
                  <a:cubicBezTo>
                    <a:pt x="4130" y="5013"/>
                    <a:pt x="4297" y="5313"/>
                    <a:pt x="4463" y="5580"/>
                  </a:cubicBezTo>
                  <a:cubicBezTo>
                    <a:pt x="4474" y="5601"/>
                    <a:pt x="4487" y="5609"/>
                    <a:pt x="4501" y="5609"/>
                  </a:cubicBezTo>
                  <a:cubicBezTo>
                    <a:pt x="4532" y="5609"/>
                    <a:pt x="4563" y="5570"/>
                    <a:pt x="4563" y="5547"/>
                  </a:cubicBezTo>
                  <a:cubicBezTo>
                    <a:pt x="3529" y="3345"/>
                    <a:pt x="1995" y="1444"/>
                    <a:pt x="60" y="10"/>
                  </a:cubicBezTo>
                  <a:cubicBezTo>
                    <a:pt x="54" y="3"/>
                    <a:pt x="47" y="0"/>
                    <a:pt x="41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9">
              <a:extLst>
                <a:ext uri="{FF2B5EF4-FFF2-40B4-BE49-F238E27FC236}">
                  <a16:creationId xmlns:a16="http://schemas.microsoft.com/office/drawing/2014/main" id="{1E7A572A-FEAA-1570-B41C-8EEDD0E35451}"/>
                </a:ext>
              </a:extLst>
            </p:cNvPr>
            <p:cNvSpPr/>
            <p:nvPr/>
          </p:nvSpPr>
          <p:spPr>
            <a:xfrm>
              <a:off x="6887152" y="1045921"/>
              <a:ext cx="3523" cy="2848"/>
            </a:xfrm>
            <a:custGeom>
              <a:avLst/>
              <a:gdLst/>
              <a:ahLst/>
              <a:cxnLst/>
              <a:rect l="l" t="t" r="r" b="b"/>
              <a:pathLst>
                <a:path w="167" h="135" extrusionOk="0">
                  <a:moveTo>
                    <a:pt x="34" y="1"/>
                  </a:moveTo>
                  <a:cubicBezTo>
                    <a:pt x="34" y="1"/>
                    <a:pt x="0" y="34"/>
                    <a:pt x="34" y="34"/>
                  </a:cubicBezTo>
                  <a:lnTo>
                    <a:pt x="167" y="134"/>
                  </a:lnTo>
                  <a:lnTo>
                    <a:pt x="167" y="101"/>
                  </a:lnTo>
                  <a:cubicBezTo>
                    <a:pt x="134" y="67"/>
                    <a:pt x="100" y="34"/>
                    <a:pt x="34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9">
              <a:extLst>
                <a:ext uri="{FF2B5EF4-FFF2-40B4-BE49-F238E27FC236}">
                  <a16:creationId xmlns:a16="http://schemas.microsoft.com/office/drawing/2014/main" id="{15653CC3-7FC6-5BFB-0199-47C84F04EE20}"/>
                </a:ext>
              </a:extLst>
            </p:cNvPr>
            <p:cNvSpPr/>
            <p:nvPr/>
          </p:nvSpPr>
          <p:spPr>
            <a:xfrm>
              <a:off x="6947660" y="1164152"/>
              <a:ext cx="152746" cy="133041"/>
            </a:xfrm>
            <a:custGeom>
              <a:avLst/>
              <a:gdLst/>
              <a:ahLst/>
              <a:cxnLst/>
              <a:rect l="l" t="t" r="r" b="b"/>
              <a:pathLst>
                <a:path w="7240" h="6306" extrusionOk="0">
                  <a:moveTo>
                    <a:pt x="501" y="1"/>
                  </a:moveTo>
                  <a:lnTo>
                    <a:pt x="368" y="1569"/>
                  </a:lnTo>
                  <a:lnTo>
                    <a:pt x="1" y="6305"/>
                  </a:lnTo>
                  <a:lnTo>
                    <a:pt x="7239" y="6305"/>
                  </a:lnTo>
                  <a:lnTo>
                    <a:pt x="6839" y="1569"/>
                  </a:lnTo>
                  <a:lnTo>
                    <a:pt x="6706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9">
              <a:extLst>
                <a:ext uri="{FF2B5EF4-FFF2-40B4-BE49-F238E27FC236}">
                  <a16:creationId xmlns:a16="http://schemas.microsoft.com/office/drawing/2014/main" id="{D8807F94-593C-8FCB-11D0-28D7CF3619E7}"/>
                </a:ext>
              </a:extLst>
            </p:cNvPr>
            <p:cNvSpPr/>
            <p:nvPr/>
          </p:nvSpPr>
          <p:spPr>
            <a:xfrm>
              <a:off x="6955403" y="1164152"/>
              <a:ext cx="136564" cy="33102"/>
            </a:xfrm>
            <a:custGeom>
              <a:avLst/>
              <a:gdLst/>
              <a:ahLst/>
              <a:cxnLst/>
              <a:rect l="l" t="t" r="r" b="b"/>
              <a:pathLst>
                <a:path w="6473" h="1569" extrusionOk="0">
                  <a:moveTo>
                    <a:pt x="134" y="1"/>
                  </a:moveTo>
                  <a:lnTo>
                    <a:pt x="1" y="1569"/>
                  </a:lnTo>
                  <a:lnTo>
                    <a:pt x="6472" y="1569"/>
                  </a:lnTo>
                  <a:lnTo>
                    <a:pt x="6339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9">
              <a:extLst>
                <a:ext uri="{FF2B5EF4-FFF2-40B4-BE49-F238E27FC236}">
                  <a16:creationId xmlns:a16="http://schemas.microsoft.com/office/drawing/2014/main" id="{FA3382D1-523A-3C46-AB0E-8E84CDB12734}"/>
                </a:ext>
              </a:extLst>
            </p:cNvPr>
            <p:cNvSpPr/>
            <p:nvPr/>
          </p:nvSpPr>
          <p:spPr>
            <a:xfrm>
              <a:off x="6947660" y="1137421"/>
              <a:ext cx="151332" cy="33798"/>
            </a:xfrm>
            <a:custGeom>
              <a:avLst/>
              <a:gdLst/>
              <a:ahLst/>
              <a:cxnLst/>
              <a:rect l="l" t="t" r="r" b="b"/>
              <a:pathLst>
                <a:path w="7173" h="1602" extrusionOk="0">
                  <a:moveTo>
                    <a:pt x="1" y="0"/>
                  </a:moveTo>
                  <a:lnTo>
                    <a:pt x="1" y="1601"/>
                  </a:lnTo>
                  <a:lnTo>
                    <a:pt x="7173" y="1601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9">
              <a:extLst>
                <a:ext uri="{FF2B5EF4-FFF2-40B4-BE49-F238E27FC236}">
                  <a16:creationId xmlns:a16="http://schemas.microsoft.com/office/drawing/2014/main" id="{8A908FEC-909D-5852-9FD0-F5FA52954B4D}"/>
                </a:ext>
              </a:extLst>
            </p:cNvPr>
            <p:cNvSpPr/>
            <p:nvPr/>
          </p:nvSpPr>
          <p:spPr>
            <a:xfrm>
              <a:off x="7380475" y="932628"/>
              <a:ext cx="92217" cy="364565"/>
            </a:xfrm>
            <a:custGeom>
              <a:avLst/>
              <a:gdLst/>
              <a:ahLst/>
              <a:cxnLst/>
              <a:rect l="l" t="t" r="r" b="b"/>
              <a:pathLst>
                <a:path w="4371" h="17280" extrusionOk="0">
                  <a:moveTo>
                    <a:pt x="1" y="0"/>
                  </a:moveTo>
                  <a:lnTo>
                    <a:pt x="1" y="17279"/>
                  </a:lnTo>
                  <a:lnTo>
                    <a:pt x="4370" y="17279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9">
              <a:extLst>
                <a:ext uri="{FF2B5EF4-FFF2-40B4-BE49-F238E27FC236}">
                  <a16:creationId xmlns:a16="http://schemas.microsoft.com/office/drawing/2014/main" id="{4AF1AAA4-7796-E5B0-3E0B-9F39943DFB79}"/>
                </a:ext>
              </a:extLst>
            </p:cNvPr>
            <p:cNvSpPr/>
            <p:nvPr/>
          </p:nvSpPr>
          <p:spPr>
            <a:xfrm>
              <a:off x="7380475" y="912923"/>
              <a:ext cx="92217" cy="40127"/>
            </a:xfrm>
            <a:custGeom>
              <a:avLst/>
              <a:gdLst/>
              <a:ahLst/>
              <a:cxnLst/>
              <a:rect l="l" t="t" r="r" b="b"/>
              <a:pathLst>
                <a:path w="4371" h="1902" extrusionOk="0">
                  <a:moveTo>
                    <a:pt x="1" y="0"/>
                  </a:moveTo>
                  <a:lnTo>
                    <a:pt x="1" y="1902"/>
                  </a:lnTo>
                  <a:lnTo>
                    <a:pt x="4370" y="1902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9">
              <a:extLst>
                <a:ext uri="{FF2B5EF4-FFF2-40B4-BE49-F238E27FC236}">
                  <a16:creationId xmlns:a16="http://schemas.microsoft.com/office/drawing/2014/main" id="{45EBC9DE-EFC8-8FDF-0091-E1C6DBB1F6F1}"/>
                </a:ext>
              </a:extLst>
            </p:cNvPr>
            <p:cNvSpPr/>
            <p:nvPr/>
          </p:nvSpPr>
          <p:spPr>
            <a:xfrm>
              <a:off x="7380475" y="1004401"/>
              <a:ext cx="92217" cy="14810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1" y="1"/>
                  </a:moveTo>
                  <a:lnTo>
                    <a:pt x="1" y="701"/>
                  </a:lnTo>
                  <a:lnTo>
                    <a:pt x="4370" y="701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9">
              <a:extLst>
                <a:ext uri="{FF2B5EF4-FFF2-40B4-BE49-F238E27FC236}">
                  <a16:creationId xmlns:a16="http://schemas.microsoft.com/office/drawing/2014/main" id="{32E7DB97-0583-1A8F-1735-3316556093CB}"/>
                </a:ext>
              </a:extLst>
            </p:cNvPr>
            <p:cNvSpPr/>
            <p:nvPr/>
          </p:nvSpPr>
          <p:spPr>
            <a:xfrm>
              <a:off x="7380475" y="1209195"/>
              <a:ext cx="92217" cy="40127"/>
            </a:xfrm>
            <a:custGeom>
              <a:avLst/>
              <a:gdLst/>
              <a:ahLst/>
              <a:cxnLst/>
              <a:rect l="l" t="t" r="r" b="b"/>
              <a:pathLst>
                <a:path w="4371" h="1902" extrusionOk="0">
                  <a:moveTo>
                    <a:pt x="1" y="1"/>
                  </a:moveTo>
                  <a:lnTo>
                    <a:pt x="1" y="1902"/>
                  </a:lnTo>
                  <a:lnTo>
                    <a:pt x="4370" y="1902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9">
              <a:extLst>
                <a:ext uri="{FF2B5EF4-FFF2-40B4-BE49-F238E27FC236}">
                  <a16:creationId xmlns:a16="http://schemas.microsoft.com/office/drawing/2014/main" id="{4DC58117-0ED6-4C98-6F66-753B8D8E1086}"/>
                </a:ext>
              </a:extLst>
            </p:cNvPr>
            <p:cNvSpPr/>
            <p:nvPr/>
          </p:nvSpPr>
          <p:spPr>
            <a:xfrm>
              <a:off x="7472671" y="872099"/>
              <a:ext cx="64052" cy="425094"/>
            </a:xfrm>
            <a:custGeom>
              <a:avLst/>
              <a:gdLst/>
              <a:ahLst/>
              <a:cxnLst/>
              <a:rect l="l" t="t" r="r" b="b"/>
              <a:pathLst>
                <a:path w="3036" h="20149" extrusionOk="0">
                  <a:moveTo>
                    <a:pt x="0" y="1"/>
                  </a:moveTo>
                  <a:lnTo>
                    <a:pt x="0" y="20148"/>
                  </a:lnTo>
                  <a:lnTo>
                    <a:pt x="3036" y="20148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9">
              <a:extLst>
                <a:ext uri="{FF2B5EF4-FFF2-40B4-BE49-F238E27FC236}">
                  <a16:creationId xmlns:a16="http://schemas.microsoft.com/office/drawing/2014/main" id="{0339747E-3907-384D-407F-99CDC753F827}"/>
                </a:ext>
              </a:extLst>
            </p:cNvPr>
            <p:cNvSpPr/>
            <p:nvPr/>
          </p:nvSpPr>
          <p:spPr>
            <a:xfrm>
              <a:off x="7485330" y="912205"/>
              <a:ext cx="38039" cy="163295"/>
            </a:xfrm>
            <a:custGeom>
              <a:avLst/>
              <a:gdLst/>
              <a:ahLst/>
              <a:cxnLst/>
              <a:rect l="l" t="t" r="r" b="b"/>
              <a:pathLst>
                <a:path w="1803" h="7740" extrusionOk="0">
                  <a:moveTo>
                    <a:pt x="1" y="1"/>
                  </a:moveTo>
                  <a:lnTo>
                    <a:pt x="1" y="7740"/>
                  </a:lnTo>
                  <a:lnTo>
                    <a:pt x="1802" y="7740"/>
                  </a:lnTo>
                  <a:lnTo>
                    <a:pt x="180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9">
              <a:extLst>
                <a:ext uri="{FF2B5EF4-FFF2-40B4-BE49-F238E27FC236}">
                  <a16:creationId xmlns:a16="http://schemas.microsoft.com/office/drawing/2014/main" id="{7E61FCE2-CE47-346C-7234-0500379912ED}"/>
                </a:ext>
              </a:extLst>
            </p:cNvPr>
            <p:cNvSpPr/>
            <p:nvPr/>
          </p:nvSpPr>
          <p:spPr>
            <a:xfrm>
              <a:off x="7645797" y="952333"/>
              <a:ext cx="346969" cy="344142"/>
            </a:xfrm>
            <a:custGeom>
              <a:avLst/>
              <a:gdLst/>
              <a:ahLst/>
              <a:cxnLst/>
              <a:rect l="l" t="t" r="r" b="b"/>
              <a:pathLst>
                <a:path w="16446" h="16312" extrusionOk="0">
                  <a:moveTo>
                    <a:pt x="2135" y="0"/>
                  </a:moveTo>
                  <a:lnTo>
                    <a:pt x="0" y="2168"/>
                  </a:lnTo>
                  <a:lnTo>
                    <a:pt x="14310" y="16312"/>
                  </a:lnTo>
                  <a:lnTo>
                    <a:pt x="16445" y="14144"/>
                  </a:lnTo>
                  <a:lnTo>
                    <a:pt x="213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9">
              <a:extLst>
                <a:ext uri="{FF2B5EF4-FFF2-40B4-BE49-F238E27FC236}">
                  <a16:creationId xmlns:a16="http://schemas.microsoft.com/office/drawing/2014/main" id="{B963B035-F425-E6A1-BFA6-B0C35FE1DD1D}"/>
                </a:ext>
              </a:extLst>
            </p:cNvPr>
            <p:cNvSpPr/>
            <p:nvPr/>
          </p:nvSpPr>
          <p:spPr>
            <a:xfrm>
              <a:off x="7769661" y="1074783"/>
              <a:ext cx="143568" cy="142176"/>
            </a:xfrm>
            <a:custGeom>
              <a:avLst/>
              <a:gdLst/>
              <a:ahLst/>
              <a:cxnLst/>
              <a:rect l="l" t="t" r="r" b="b"/>
              <a:pathLst>
                <a:path w="6805" h="6739" extrusionOk="0">
                  <a:moveTo>
                    <a:pt x="1301" y="0"/>
                  </a:moveTo>
                  <a:lnTo>
                    <a:pt x="0" y="1301"/>
                  </a:lnTo>
                  <a:lnTo>
                    <a:pt x="5537" y="6739"/>
                  </a:lnTo>
                  <a:lnTo>
                    <a:pt x="6805" y="5471"/>
                  </a:lnTo>
                  <a:lnTo>
                    <a:pt x="1301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9">
              <a:extLst>
                <a:ext uri="{FF2B5EF4-FFF2-40B4-BE49-F238E27FC236}">
                  <a16:creationId xmlns:a16="http://schemas.microsoft.com/office/drawing/2014/main" id="{86EAB569-10D7-EF0E-BFF7-5B20C386AA88}"/>
                </a:ext>
              </a:extLst>
            </p:cNvPr>
            <p:cNvSpPr/>
            <p:nvPr/>
          </p:nvSpPr>
          <p:spPr>
            <a:xfrm>
              <a:off x="7536702" y="974148"/>
              <a:ext cx="108399" cy="323045"/>
            </a:xfrm>
            <a:custGeom>
              <a:avLst/>
              <a:gdLst/>
              <a:ahLst/>
              <a:cxnLst/>
              <a:rect l="l" t="t" r="r" b="b"/>
              <a:pathLst>
                <a:path w="5138" h="15312" extrusionOk="0">
                  <a:moveTo>
                    <a:pt x="1" y="0"/>
                  </a:moveTo>
                  <a:lnTo>
                    <a:pt x="1" y="15311"/>
                  </a:lnTo>
                  <a:lnTo>
                    <a:pt x="5138" y="15311"/>
                  </a:lnTo>
                  <a:lnTo>
                    <a:pt x="513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9">
              <a:extLst>
                <a:ext uri="{FF2B5EF4-FFF2-40B4-BE49-F238E27FC236}">
                  <a16:creationId xmlns:a16="http://schemas.microsoft.com/office/drawing/2014/main" id="{57F04A9D-BF44-A06A-3785-C0519E904CC2}"/>
                </a:ext>
              </a:extLst>
            </p:cNvPr>
            <p:cNvSpPr/>
            <p:nvPr/>
          </p:nvSpPr>
          <p:spPr>
            <a:xfrm>
              <a:off x="7536702" y="1232423"/>
              <a:ext cx="109116" cy="30275"/>
            </a:xfrm>
            <a:custGeom>
              <a:avLst/>
              <a:gdLst/>
              <a:ahLst/>
              <a:cxnLst/>
              <a:rect l="l" t="t" r="r" b="b"/>
              <a:pathLst>
                <a:path w="5172" h="1435" extrusionOk="0">
                  <a:moveTo>
                    <a:pt x="1" y="0"/>
                  </a:moveTo>
                  <a:lnTo>
                    <a:pt x="1" y="1435"/>
                  </a:lnTo>
                  <a:lnTo>
                    <a:pt x="5171" y="1435"/>
                  </a:lnTo>
                  <a:lnTo>
                    <a:pt x="517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9">
              <a:extLst>
                <a:ext uri="{FF2B5EF4-FFF2-40B4-BE49-F238E27FC236}">
                  <a16:creationId xmlns:a16="http://schemas.microsoft.com/office/drawing/2014/main" id="{A8354E21-9CED-19DE-F099-F8E1AE45D643}"/>
                </a:ext>
              </a:extLst>
            </p:cNvPr>
            <p:cNvSpPr/>
            <p:nvPr/>
          </p:nvSpPr>
          <p:spPr>
            <a:xfrm>
              <a:off x="7536702" y="1201452"/>
              <a:ext cx="108399" cy="11983"/>
            </a:xfrm>
            <a:custGeom>
              <a:avLst/>
              <a:gdLst/>
              <a:ahLst/>
              <a:cxnLst/>
              <a:rect l="l" t="t" r="r" b="b"/>
              <a:pathLst>
                <a:path w="513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138" y="568"/>
                  </a:lnTo>
                  <a:lnTo>
                    <a:pt x="513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9">
              <a:extLst>
                <a:ext uri="{FF2B5EF4-FFF2-40B4-BE49-F238E27FC236}">
                  <a16:creationId xmlns:a16="http://schemas.microsoft.com/office/drawing/2014/main" id="{7B4C9A9F-2831-A9E1-2CFE-A5CAAFD49329}"/>
                </a:ext>
              </a:extLst>
            </p:cNvPr>
            <p:cNvSpPr/>
            <p:nvPr/>
          </p:nvSpPr>
          <p:spPr>
            <a:xfrm>
              <a:off x="7192581" y="988916"/>
              <a:ext cx="189329" cy="308277"/>
            </a:xfrm>
            <a:custGeom>
              <a:avLst/>
              <a:gdLst/>
              <a:ahLst/>
              <a:cxnLst/>
              <a:rect l="l" t="t" r="r" b="b"/>
              <a:pathLst>
                <a:path w="8974" h="14612" extrusionOk="0">
                  <a:moveTo>
                    <a:pt x="5671" y="1"/>
                  </a:moveTo>
                  <a:lnTo>
                    <a:pt x="0" y="13210"/>
                  </a:lnTo>
                  <a:lnTo>
                    <a:pt x="3303" y="14611"/>
                  </a:lnTo>
                  <a:lnTo>
                    <a:pt x="8973" y="1402"/>
                  </a:lnTo>
                  <a:lnTo>
                    <a:pt x="5671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9">
              <a:extLst>
                <a:ext uri="{FF2B5EF4-FFF2-40B4-BE49-F238E27FC236}">
                  <a16:creationId xmlns:a16="http://schemas.microsoft.com/office/drawing/2014/main" id="{06985A18-77A8-A589-A09C-2E2D15124997}"/>
                </a:ext>
              </a:extLst>
            </p:cNvPr>
            <p:cNvSpPr/>
            <p:nvPr/>
          </p:nvSpPr>
          <p:spPr>
            <a:xfrm>
              <a:off x="7205239" y="1212022"/>
              <a:ext cx="80255" cy="55613"/>
            </a:xfrm>
            <a:custGeom>
              <a:avLst/>
              <a:gdLst/>
              <a:ahLst/>
              <a:cxnLst/>
              <a:rect l="l" t="t" r="r" b="b"/>
              <a:pathLst>
                <a:path w="3804" h="2636" extrusionOk="0">
                  <a:moveTo>
                    <a:pt x="534" y="0"/>
                  </a:moveTo>
                  <a:lnTo>
                    <a:pt x="1" y="1234"/>
                  </a:lnTo>
                  <a:lnTo>
                    <a:pt x="3270" y="2635"/>
                  </a:lnTo>
                  <a:lnTo>
                    <a:pt x="3803" y="1401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9">
              <a:extLst>
                <a:ext uri="{FF2B5EF4-FFF2-40B4-BE49-F238E27FC236}">
                  <a16:creationId xmlns:a16="http://schemas.microsoft.com/office/drawing/2014/main" id="{ECEAE1BD-5B33-D758-5792-71ABC34C49C6}"/>
                </a:ext>
              </a:extLst>
            </p:cNvPr>
            <p:cNvSpPr/>
            <p:nvPr/>
          </p:nvSpPr>
          <p:spPr>
            <a:xfrm>
              <a:off x="7276317" y="1046639"/>
              <a:ext cx="80255" cy="55613"/>
            </a:xfrm>
            <a:custGeom>
              <a:avLst/>
              <a:gdLst/>
              <a:ahLst/>
              <a:cxnLst/>
              <a:rect l="l" t="t" r="r" b="b"/>
              <a:pathLst>
                <a:path w="3804" h="2636" extrusionOk="0">
                  <a:moveTo>
                    <a:pt x="534" y="0"/>
                  </a:moveTo>
                  <a:lnTo>
                    <a:pt x="1" y="1234"/>
                  </a:lnTo>
                  <a:lnTo>
                    <a:pt x="3303" y="2635"/>
                  </a:lnTo>
                  <a:lnTo>
                    <a:pt x="3803" y="1401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9">
              <a:extLst>
                <a:ext uri="{FF2B5EF4-FFF2-40B4-BE49-F238E27FC236}">
                  <a16:creationId xmlns:a16="http://schemas.microsoft.com/office/drawing/2014/main" id="{1015C5B8-8A2E-59E8-A979-7EB2456910FB}"/>
                </a:ext>
              </a:extLst>
            </p:cNvPr>
            <p:cNvSpPr/>
            <p:nvPr/>
          </p:nvSpPr>
          <p:spPr>
            <a:xfrm>
              <a:off x="7264355" y="1090268"/>
              <a:ext cx="73926" cy="39431"/>
            </a:xfrm>
            <a:custGeom>
              <a:avLst/>
              <a:gdLst/>
              <a:ahLst/>
              <a:cxnLst/>
              <a:rect l="l" t="t" r="r" b="b"/>
              <a:pathLst>
                <a:path w="3504" h="1869" extrusionOk="0">
                  <a:moveTo>
                    <a:pt x="201" y="0"/>
                  </a:moveTo>
                  <a:lnTo>
                    <a:pt x="1" y="467"/>
                  </a:lnTo>
                  <a:lnTo>
                    <a:pt x="3270" y="1868"/>
                  </a:lnTo>
                  <a:lnTo>
                    <a:pt x="3503" y="1401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9">
              <a:extLst>
                <a:ext uri="{FF2B5EF4-FFF2-40B4-BE49-F238E27FC236}">
                  <a16:creationId xmlns:a16="http://schemas.microsoft.com/office/drawing/2014/main" id="{DB78DFA8-8C3E-4CB6-295E-DD597F2FEEDD}"/>
                </a:ext>
              </a:extLst>
            </p:cNvPr>
            <p:cNvSpPr/>
            <p:nvPr/>
          </p:nvSpPr>
          <p:spPr>
            <a:xfrm>
              <a:off x="5006015" y="1451985"/>
              <a:ext cx="100656" cy="291378"/>
            </a:xfrm>
            <a:custGeom>
              <a:avLst/>
              <a:gdLst/>
              <a:ahLst/>
              <a:cxnLst/>
              <a:rect l="l" t="t" r="r" b="b"/>
              <a:pathLst>
                <a:path w="4771" h="13811" extrusionOk="0">
                  <a:moveTo>
                    <a:pt x="1" y="1"/>
                  </a:moveTo>
                  <a:lnTo>
                    <a:pt x="1" y="13811"/>
                  </a:lnTo>
                  <a:lnTo>
                    <a:pt x="4771" y="13811"/>
                  </a:lnTo>
                  <a:lnTo>
                    <a:pt x="477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9">
              <a:extLst>
                <a:ext uri="{FF2B5EF4-FFF2-40B4-BE49-F238E27FC236}">
                  <a16:creationId xmlns:a16="http://schemas.microsoft.com/office/drawing/2014/main" id="{EC305AE1-1ECE-DCC5-E3A7-88D487B67835}"/>
                </a:ext>
              </a:extLst>
            </p:cNvPr>
            <p:cNvSpPr/>
            <p:nvPr/>
          </p:nvSpPr>
          <p:spPr>
            <a:xfrm>
              <a:off x="4982090" y="2016406"/>
              <a:ext cx="212557" cy="126690"/>
            </a:xfrm>
            <a:custGeom>
              <a:avLst/>
              <a:gdLst/>
              <a:ahLst/>
              <a:cxnLst/>
              <a:rect l="l" t="t" r="r" b="b"/>
              <a:pathLst>
                <a:path w="10075" h="6005" extrusionOk="0">
                  <a:moveTo>
                    <a:pt x="0" y="0"/>
                  </a:moveTo>
                  <a:lnTo>
                    <a:pt x="0" y="6005"/>
                  </a:lnTo>
                  <a:lnTo>
                    <a:pt x="10074" y="6005"/>
                  </a:lnTo>
                  <a:lnTo>
                    <a:pt x="1007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9">
              <a:extLst>
                <a:ext uri="{FF2B5EF4-FFF2-40B4-BE49-F238E27FC236}">
                  <a16:creationId xmlns:a16="http://schemas.microsoft.com/office/drawing/2014/main" id="{52FF220C-F456-AAAE-EC62-57942DC92686}"/>
                </a:ext>
              </a:extLst>
            </p:cNvPr>
            <p:cNvSpPr/>
            <p:nvPr/>
          </p:nvSpPr>
          <p:spPr>
            <a:xfrm>
              <a:off x="4919452" y="1370359"/>
              <a:ext cx="426507" cy="426486"/>
            </a:xfrm>
            <a:custGeom>
              <a:avLst/>
              <a:gdLst/>
              <a:ahLst/>
              <a:cxnLst/>
              <a:rect l="l" t="t" r="r" b="b"/>
              <a:pathLst>
                <a:path w="20216" h="20215" extrusionOk="0">
                  <a:moveTo>
                    <a:pt x="19281" y="934"/>
                  </a:moveTo>
                  <a:lnTo>
                    <a:pt x="19281" y="19281"/>
                  </a:lnTo>
                  <a:lnTo>
                    <a:pt x="935" y="19281"/>
                  </a:lnTo>
                  <a:lnTo>
                    <a:pt x="935" y="934"/>
                  </a:lnTo>
                  <a:close/>
                  <a:moveTo>
                    <a:pt x="1" y="0"/>
                  </a:moveTo>
                  <a:lnTo>
                    <a:pt x="1" y="20215"/>
                  </a:lnTo>
                  <a:lnTo>
                    <a:pt x="20215" y="20215"/>
                  </a:lnTo>
                  <a:lnTo>
                    <a:pt x="2021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9">
              <a:extLst>
                <a:ext uri="{FF2B5EF4-FFF2-40B4-BE49-F238E27FC236}">
                  <a16:creationId xmlns:a16="http://schemas.microsoft.com/office/drawing/2014/main" id="{75569320-BB04-5594-6F3D-EDF90734D85C}"/>
                </a:ext>
              </a:extLst>
            </p:cNvPr>
            <p:cNvSpPr/>
            <p:nvPr/>
          </p:nvSpPr>
          <p:spPr>
            <a:xfrm>
              <a:off x="4919452" y="1943219"/>
              <a:ext cx="426507" cy="427203"/>
            </a:xfrm>
            <a:custGeom>
              <a:avLst/>
              <a:gdLst/>
              <a:ahLst/>
              <a:cxnLst/>
              <a:rect l="l" t="t" r="r" b="b"/>
              <a:pathLst>
                <a:path w="20216" h="20249" extrusionOk="0">
                  <a:moveTo>
                    <a:pt x="19281" y="968"/>
                  </a:moveTo>
                  <a:lnTo>
                    <a:pt x="19281" y="19281"/>
                  </a:lnTo>
                  <a:lnTo>
                    <a:pt x="935" y="19281"/>
                  </a:lnTo>
                  <a:lnTo>
                    <a:pt x="935" y="968"/>
                  </a:lnTo>
                  <a:close/>
                  <a:moveTo>
                    <a:pt x="1" y="0"/>
                  </a:moveTo>
                  <a:lnTo>
                    <a:pt x="1" y="20248"/>
                  </a:lnTo>
                  <a:lnTo>
                    <a:pt x="20215" y="20248"/>
                  </a:lnTo>
                  <a:lnTo>
                    <a:pt x="2021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9">
              <a:extLst>
                <a:ext uri="{FF2B5EF4-FFF2-40B4-BE49-F238E27FC236}">
                  <a16:creationId xmlns:a16="http://schemas.microsoft.com/office/drawing/2014/main" id="{A26BAACB-E359-D6B3-05BE-1B2B540F23B6}"/>
                </a:ext>
              </a:extLst>
            </p:cNvPr>
            <p:cNvSpPr/>
            <p:nvPr/>
          </p:nvSpPr>
          <p:spPr>
            <a:xfrm>
              <a:off x="5055278" y="1506184"/>
              <a:ext cx="154856" cy="154835"/>
            </a:xfrm>
            <a:custGeom>
              <a:avLst/>
              <a:gdLst/>
              <a:ahLst/>
              <a:cxnLst/>
              <a:rect l="l" t="t" r="r" b="b"/>
              <a:pathLst>
                <a:path w="7340" h="7339" extrusionOk="0">
                  <a:moveTo>
                    <a:pt x="1" y="0"/>
                  </a:moveTo>
                  <a:lnTo>
                    <a:pt x="1" y="7339"/>
                  </a:lnTo>
                  <a:lnTo>
                    <a:pt x="7339" y="7339"/>
                  </a:lnTo>
                  <a:lnTo>
                    <a:pt x="733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9">
              <a:extLst>
                <a:ext uri="{FF2B5EF4-FFF2-40B4-BE49-F238E27FC236}">
                  <a16:creationId xmlns:a16="http://schemas.microsoft.com/office/drawing/2014/main" id="{1C2C9EFF-171A-BF75-2392-C32973680DBB}"/>
                </a:ext>
              </a:extLst>
            </p:cNvPr>
            <p:cNvSpPr/>
            <p:nvPr/>
          </p:nvSpPr>
          <p:spPr>
            <a:xfrm>
              <a:off x="5055278" y="2079741"/>
              <a:ext cx="154856" cy="154138"/>
            </a:xfrm>
            <a:custGeom>
              <a:avLst/>
              <a:gdLst/>
              <a:ahLst/>
              <a:cxnLst/>
              <a:rect l="l" t="t" r="r" b="b"/>
              <a:pathLst>
                <a:path w="7340" h="7306" extrusionOk="0">
                  <a:moveTo>
                    <a:pt x="1" y="1"/>
                  </a:moveTo>
                  <a:lnTo>
                    <a:pt x="1" y="7306"/>
                  </a:lnTo>
                  <a:lnTo>
                    <a:pt x="7339" y="7306"/>
                  </a:lnTo>
                  <a:lnTo>
                    <a:pt x="7339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9">
              <a:extLst>
                <a:ext uri="{FF2B5EF4-FFF2-40B4-BE49-F238E27FC236}">
                  <a16:creationId xmlns:a16="http://schemas.microsoft.com/office/drawing/2014/main" id="{EB2C64D0-F4EC-95F8-705C-797FF4B73176}"/>
                </a:ext>
              </a:extLst>
            </p:cNvPr>
            <p:cNvSpPr/>
            <p:nvPr/>
          </p:nvSpPr>
          <p:spPr>
            <a:xfrm>
              <a:off x="4785736" y="4176221"/>
              <a:ext cx="3173950" cy="427203"/>
            </a:xfrm>
            <a:custGeom>
              <a:avLst/>
              <a:gdLst/>
              <a:ahLst/>
              <a:cxnLst/>
              <a:rect l="l" t="t" r="r" b="b"/>
              <a:pathLst>
                <a:path w="150442" h="20249" extrusionOk="0">
                  <a:moveTo>
                    <a:pt x="75221" y="1"/>
                  </a:moveTo>
                  <a:cubicBezTo>
                    <a:pt x="33691" y="1"/>
                    <a:pt x="1" y="4537"/>
                    <a:pt x="1" y="10141"/>
                  </a:cubicBezTo>
                  <a:cubicBezTo>
                    <a:pt x="1" y="15712"/>
                    <a:pt x="33691" y="20248"/>
                    <a:pt x="75221" y="20248"/>
                  </a:cubicBezTo>
                  <a:cubicBezTo>
                    <a:pt x="116751" y="20248"/>
                    <a:pt x="150441" y="15712"/>
                    <a:pt x="150441" y="10141"/>
                  </a:cubicBezTo>
                  <a:cubicBezTo>
                    <a:pt x="150441" y="4537"/>
                    <a:pt x="116751" y="1"/>
                    <a:pt x="7522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9">
              <a:extLst>
                <a:ext uri="{FF2B5EF4-FFF2-40B4-BE49-F238E27FC236}">
                  <a16:creationId xmlns:a16="http://schemas.microsoft.com/office/drawing/2014/main" id="{962D7973-E007-E7C2-3A07-15B18F8604F4}"/>
                </a:ext>
              </a:extLst>
            </p:cNvPr>
            <p:cNvSpPr/>
            <p:nvPr/>
          </p:nvSpPr>
          <p:spPr>
            <a:xfrm>
              <a:off x="2473909" y="3924650"/>
              <a:ext cx="3810841" cy="9156"/>
            </a:xfrm>
            <a:custGeom>
              <a:avLst/>
              <a:gdLst/>
              <a:ahLst/>
              <a:cxnLst/>
              <a:rect l="l" t="t" r="r" b="b"/>
              <a:pathLst>
                <a:path w="180630" h="434" extrusionOk="0">
                  <a:moveTo>
                    <a:pt x="90298" y="0"/>
                  </a:moveTo>
                  <a:lnTo>
                    <a:pt x="45133" y="100"/>
                  </a:lnTo>
                  <a:lnTo>
                    <a:pt x="22550" y="134"/>
                  </a:lnTo>
                  <a:lnTo>
                    <a:pt x="0" y="234"/>
                  </a:lnTo>
                  <a:lnTo>
                    <a:pt x="22550" y="334"/>
                  </a:lnTo>
                  <a:lnTo>
                    <a:pt x="45133" y="367"/>
                  </a:lnTo>
                  <a:lnTo>
                    <a:pt x="90298" y="434"/>
                  </a:lnTo>
                  <a:lnTo>
                    <a:pt x="135464" y="367"/>
                  </a:lnTo>
                  <a:lnTo>
                    <a:pt x="158046" y="334"/>
                  </a:lnTo>
                  <a:lnTo>
                    <a:pt x="180629" y="234"/>
                  </a:lnTo>
                  <a:lnTo>
                    <a:pt x="158046" y="134"/>
                  </a:lnTo>
                  <a:lnTo>
                    <a:pt x="135464" y="100"/>
                  </a:lnTo>
                  <a:lnTo>
                    <a:pt x="9029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9">
              <a:extLst>
                <a:ext uri="{FF2B5EF4-FFF2-40B4-BE49-F238E27FC236}">
                  <a16:creationId xmlns:a16="http://schemas.microsoft.com/office/drawing/2014/main" id="{1FC57DDA-9B15-D221-2D4F-A54B89F69CA8}"/>
                </a:ext>
              </a:extLst>
            </p:cNvPr>
            <p:cNvSpPr/>
            <p:nvPr/>
          </p:nvSpPr>
          <p:spPr>
            <a:xfrm>
              <a:off x="5253742" y="2959443"/>
              <a:ext cx="41541" cy="21836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0" y="0"/>
                  </a:moveTo>
                  <a:cubicBezTo>
                    <a:pt x="0" y="0"/>
                    <a:pt x="0" y="33"/>
                    <a:pt x="0" y="33"/>
                  </a:cubicBezTo>
                  <a:cubicBezTo>
                    <a:pt x="601" y="400"/>
                    <a:pt x="1268" y="734"/>
                    <a:pt x="1902" y="1034"/>
                  </a:cubicBezTo>
                  <a:cubicBezTo>
                    <a:pt x="1935" y="1034"/>
                    <a:pt x="1968" y="967"/>
                    <a:pt x="1935" y="967"/>
                  </a:cubicBezTo>
                  <a:cubicBezTo>
                    <a:pt x="1268" y="701"/>
                    <a:pt x="634" y="334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3" name="Google Shape;1323;p39">
              <a:extLst>
                <a:ext uri="{FF2B5EF4-FFF2-40B4-BE49-F238E27FC236}">
                  <a16:creationId xmlns:a16="http://schemas.microsoft.com/office/drawing/2014/main" id="{0D67541D-5103-FB2B-612D-D8F809D00BE2}"/>
                </a:ext>
              </a:extLst>
            </p:cNvPr>
            <p:cNvGrpSpPr/>
            <p:nvPr/>
          </p:nvGrpSpPr>
          <p:grpSpPr>
            <a:xfrm>
              <a:off x="4449357" y="2021322"/>
              <a:ext cx="993713" cy="2031056"/>
              <a:chOff x="4449357" y="2021322"/>
              <a:chExt cx="993713" cy="2031056"/>
            </a:xfrm>
          </p:grpSpPr>
          <p:sp>
            <p:nvSpPr>
              <p:cNvPr id="1324" name="Google Shape;1324;p39">
                <a:extLst>
                  <a:ext uri="{FF2B5EF4-FFF2-40B4-BE49-F238E27FC236}">
                    <a16:creationId xmlns:a16="http://schemas.microsoft.com/office/drawing/2014/main" id="{093CD308-87B4-E9BD-2ED0-9C9AF475F565}"/>
                  </a:ext>
                </a:extLst>
              </p:cNvPr>
              <p:cNvSpPr/>
              <p:nvPr/>
            </p:nvSpPr>
            <p:spPr>
              <a:xfrm>
                <a:off x="4578833" y="3446437"/>
                <a:ext cx="232959" cy="98546"/>
              </a:xfrm>
              <a:custGeom>
                <a:avLst/>
                <a:gdLst/>
                <a:ahLst/>
                <a:cxnLst/>
                <a:rect l="l" t="t" r="r" b="b"/>
                <a:pathLst>
                  <a:path w="11042" h="4671" extrusionOk="0">
                    <a:moveTo>
                      <a:pt x="1" y="0"/>
                    </a:moveTo>
                    <a:lnTo>
                      <a:pt x="1" y="4670"/>
                    </a:lnTo>
                    <a:lnTo>
                      <a:pt x="11042" y="4670"/>
                    </a:lnTo>
                    <a:lnTo>
                      <a:pt x="11042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9">
                <a:extLst>
                  <a:ext uri="{FF2B5EF4-FFF2-40B4-BE49-F238E27FC236}">
                    <a16:creationId xmlns:a16="http://schemas.microsoft.com/office/drawing/2014/main" id="{18E1A057-2600-05D3-E7E9-6CBEEF06047B}"/>
                  </a:ext>
                </a:extLst>
              </p:cNvPr>
              <p:cNvSpPr/>
              <p:nvPr/>
            </p:nvSpPr>
            <p:spPr>
              <a:xfrm>
                <a:off x="4449357" y="3570300"/>
                <a:ext cx="232959" cy="98546"/>
              </a:xfrm>
              <a:custGeom>
                <a:avLst/>
                <a:gdLst/>
                <a:ahLst/>
                <a:cxnLst/>
                <a:rect l="l" t="t" r="r" b="b"/>
                <a:pathLst>
                  <a:path w="11042" h="4671" extrusionOk="0">
                    <a:moveTo>
                      <a:pt x="0" y="0"/>
                    </a:moveTo>
                    <a:lnTo>
                      <a:pt x="0" y="4670"/>
                    </a:lnTo>
                    <a:lnTo>
                      <a:pt x="11041" y="4670"/>
                    </a:lnTo>
                    <a:lnTo>
                      <a:pt x="11041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9">
                <a:extLst>
                  <a:ext uri="{FF2B5EF4-FFF2-40B4-BE49-F238E27FC236}">
                    <a16:creationId xmlns:a16="http://schemas.microsoft.com/office/drawing/2014/main" id="{F2866BB2-D55B-0A05-0452-FC00AAB7C65B}"/>
                  </a:ext>
                </a:extLst>
              </p:cNvPr>
              <p:cNvSpPr/>
              <p:nvPr/>
            </p:nvSpPr>
            <p:spPr>
              <a:xfrm>
                <a:off x="4856813" y="2189532"/>
                <a:ext cx="297011" cy="296293"/>
              </a:xfrm>
              <a:custGeom>
                <a:avLst/>
                <a:gdLst/>
                <a:ahLst/>
                <a:cxnLst/>
                <a:rect l="l" t="t" r="r" b="b"/>
                <a:pathLst>
                  <a:path w="14078" h="14044" extrusionOk="0">
                    <a:moveTo>
                      <a:pt x="11642" y="0"/>
                    </a:moveTo>
                    <a:cubicBezTo>
                      <a:pt x="11642" y="0"/>
                      <a:pt x="1" y="2636"/>
                      <a:pt x="3637" y="14044"/>
                    </a:cubicBezTo>
                    <a:cubicBezTo>
                      <a:pt x="3637" y="14044"/>
                      <a:pt x="14078" y="12576"/>
                      <a:pt x="11642" y="0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9">
                <a:extLst>
                  <a:ext uri="{FF2B5EF4-FFF2-40B4-BE49-F238E27FC236}">
                    <a16:creationId xmlns:a16="http://schemas.microsoft.com/office/drawing/2014/main" id="{624C720F-7B10-F5D2-4680-F19F12F68CDF}"/>
                  </a:ext>
                </a:extLst>
              </p:cNvPr>
              <p:cNvSpPr/>
              <p:nvPr/>
            </p:nvSpPr>
            <p:spPr>
              <a:xfrm>
                <a:off x="4856813" y="2189532"/>
                <a:ext cx="297011" cy="296293"/>
              </a:xfrm>
              <a:custGeom>
                <a:avLst/>
                <a:gdLst/>
                <a:ahLst/>
                <a:cxnLst/>
                <a:rect l="l" t="t" r="r" b="b"/>
                <a:pathLst>
                  <a:path w="14078" h="14044" extrusionOk="0">
                    <a:moveTo>
                      <a:pt x="11642" y="0"/>
                    </a:moveTo>
                    <a:cubicBezTo>
                      <a:pt x="11642" y="0"/>
                      <a:pt x="1" y="2636"/>
                      <a:pt x="3637" y="14044"/>
                    </a:cubicBezTo>
                    <a:cubicBezTo>
                      <a:pt x="3637" y="14044"/>
                      <a:pt x="14078" y="12576"/>
                      <a:pt x="1164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9">
                <a:extLst>
                  <a:ext uri="{FF2B5EF4-FFF2-40B4-BE49-F238E27FC236}">
                    <a16:creationId xmlns:a16="http://schemas.microsoft.com/office/drawing/2014/main" id="{BAE03E28-4040-2F75-7F30-7D08CFE603B9}"/>
                  </a:ext>
                </a:extLst>
              </p:cNvPr>
              <p:cNvSpPr/>
              <p:nvPr/>
            </p:nvSpPr>
            <p:spPr>
              <a:xfrm>
                <a:off x="4931414" y="2244829"/>
                <a:ext cx="131627" cy="343045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16260" extrusionOk="0">
                    <a:moveTo>
                      <a:pt x="6106" y="1"/>
                    </a:moveTo>
                    <a:cubicBezTo>
                      <a:pt x="6094" y="1"/>
                      <a:pt x="6081" y="5"/>
                      <a:pt x="6072" y="14"/>
                    </a:cubicBezTo>
                    <a:cubicBezTo>
                      <a:pt x="5671" y="481"/>
                      <a:pt x="5238" y="948"/>
                      <a:pt x="4837" y="1415"/>
                    </a:cubicBezTo>
                    <a:cubicBezTo>
                      <a:pt x="4437" y="1882"/>
                      <a:pt x="4037" y="2349"/>
                      <a:pt x="3703" y="2850"/>
                    </a:cubicBezTo>
                    <a:cubicBezTo>
                      <a:pt x="2903" y="3984"/>
                      <a:pt x="2202" y="5185"/>
                      <a:pt x="1602" y="6419"/>
                    </a:cubicBezTo>
                    <a:lnTo>
                      <a:pt x="1602" y="6186"/>
                    </a:lnTo>
                    <a:cubicBezTo>
                      <a:pt x="1635" y="5785"/>
                      <a:pt x="1669" y="5418"/>
                      <a:pt x="1669" y="5051"/>
                    </a:cubicBezTo>
                    <a:lnTo>
                      <a:pt x="1669" y="2783"/>
                    </a:lnTo>
                    <a:cubicBezTo>
                      <a:pt x="1669" y="2766"/>
                      <a:pt x="1652" y="2758"/>
                      <a:pt x="1635" y="2758"/>
                    </a:cubicBezTo>
                    <a:cubicBezTo>
                      <a:pt x="1618" y="2758"/>
                      <a:pt x="1602" y="2766"/>
                      <a:pt x="1602" y="2783"/>
                    </a:cubicBezTo>
                    <a:cubicBezTo>
                      <a:pt x="1602" y="3550"/>
                      <a:pt x="1535" y="4284"/>
                      <a:pt x="1502" y="5051"/>
                    </a:cubicBezTo>
                    <a:cubicBezTo>
                      <a:pt x="1468" y="5418"/>
                      <a:pt x="1468" y="5785"/>
                      <a:pt x="1435" y="6186"/>
                    </a:cubicBezTo>
                    <a:cubicBezTo>
                      <a:pt x="1402" y="6352"/>
                      <a:pt x="1368" y="6519"/>
                      <a:pt x="1368" y="6686"/>
                    </a:cubicBezTo>
                    <a:cubicBezTo>
                      <a:pt x="1368" y="6753"/>
                      <a:pt x="1368" y="6853"/>
                      <a:pt x="1368" y="6919"/>
                    </a:cubicBezTo>
                    <a:cubicBezTo>
                      <a:pt x="1068" y="7553"/>
                      <a:pt x="835" y="8154"/>
                      <a:pt x="634" y="8821"/>
                    </a:cubicBezTo>
                    <a:cubicBezTo>
                      <a:pt x="234" y="9955"/>
                      <a:pt x="34" y="11156"/>
                      <a:pt x="1" y="12357"/>
                    </a:cubicBezTo>
                    <a:cubicBezTo>
                      <a:pt x="34" y="13658"/>
                      <a:pt x="67" y="14958"/>
                      <a:pt x="167" y="16259"/>
                    </a:cubicBezTo>
                    <a:lnTo>
                      <a:pt x="234" y="16259"/>
                    </a:lnTo>
                    <a:cubicBezTo>
                      <a:pt x="268" y="14825"/>
                      <a:pt x="234" y="13391"/>
                      <a:pt x="368" y="11956"/>
                    </a:cubicBezTo>
                    <a:cubicBezTo>
                      <a:pt x="434" y="10956"/>
                      <a:pt x="634" y="9955"/>
                      <a:pt x="968" y="9021"/>
                    </a:cubicBezTo>
                    <a:cubicBezTo>
                      <a:pt x="1302" y="8921"/>
                      <a:pt x="1635" y="8787"/>
                      <a:pt x="1935" y="8621"/>
                    </a:cubicBezTo>
                    <a:cubicBezTo>
                      <a:pt x="2302" y="8454"/>
                      <a:pt x="2669" y="8254"/>
                      <a:pt x="3036" y="8054"/>
                    </a:cubicBezTo>
                    <a:cubicBezTo>
                      <a:pt x="3770" y="7653"/>
                      <a:pt x="4471" y="7253"/>
                      <a:pt x="5171" y="6853"/>
                    </a:cubicBezTo>
                    <a:cubicBezTo>
                      <a:pt x="5204" y="6853"/>
                      <a:pt x="5171" y="6786"/>
                      <a:pt x="5138" y="6786"/>
                    </a:cubicBezTo>
                    <a:cubicBezTo>
                      <a:pt x="4437" y="7186"/>
                      <a:pt x="3703" y="7553"/>
                      <a:pt x="2969" y="7887"/>
                    </a:cubicBezTo>
                    <a:lnTo>
                      <a:pt x="1902" y="8354"/>
                    </a:lnTo>
                    <a:cubicBezTo>
                      <a:pt x="1602" y="8487"/>
                      <a:pt x="1335" y="8621"/>
                      <a:pt x="1068" y="8787"/>
                    </a:cubicBezTo>
                    <a:lnTo>
                      <a:pt x="1135" y="8554"/>
                    </a:lnTo>
                    <a:cubicBezTo>
                      <a:pt x="1502" y="7553"/>
                      <a:pt x="1935" y="6552"/>
                      <a:pt x="2436" y="5552"/>
                    </a:cubicBezTo>
                    <a:cubicBezTo>
                      <a:pt x="2603" y="5185"/>
                      <a:pt x="2836" y="4785"/>
                      <a:pt x="3036" y="4418"/>
                    </a:cubicBezTo>
                    <a:cubicBezTo>
                      <a:pt x="3136" y="4418"/>
                      <a:pt x="3203" y="4384"/>
                      <a:pt x="3303" y="4318"/>
                    </a:cubicBezTo>
                    <a:lnTo>
                      <a:pt x="3737" y="4151"/>
                    </a:lnTo>
                    <a:lnTo>
                      <a:pt x="4537" y="3817"/>
                    </a:lnTo>
                    <a:cubicBezTo>
                      <a:pt x="5104" y="3584"/>
                      <a:pt x="5638" y="3350"/>
                      <a:pt x="6205" y="3117"/>
                    </a:cubicBezTo>
                    <a:cubicBezTo>
                      <a:pt x="6238" y="3117"/>
                      <a:pt x="6238" y="3050"/>
                      <a:pt x="6205" y="3050"/>
                    </a:cubicBezTo>
                    <a:cubicBezTo>
                      <a:pt x="5638" y="3250"/>
                      <a:pt x="5071" y="3484"/>
                      <a:pt x="4537" y="3684"/>
                    </a:cubicBezTo>
                    <a:cubicBezTo>
                      <a:pt x="4270" y="3784"/>
                      <a:pt x="3970" y="3884"/>
                      <a:pt x="3703" y="4017"/>
                    </a:cubicBezTo>
                    <a:cubicBezTo>
                      <a:pt x="3570" y="4051"/>
                      <a:pt x="3436" y="4117"/>
                      <a:pt x="3336" y="4151"/>
                    </a:cubicBezTo>
                    <a:lnTo>
                      <a:pt x="3236" y="4184"/>
                    </a:lnTo>
                    <a:cubicBezTo>
                      <a:pt x="3503" y="3684"/>
                      <a:pt x="3803" y="3217"/>
                      <a:pt x="4137" y="2716"/>
                    </a:cubicBezTo>
                    <a:cubicBezTo>
                      <a:pt x="4704" y="1782"/>
                      <a:pt x="5371" y="882"/>
                      <a:pt x="6138" y="48"/>
                    </a:cubicBezTo>
                    <a:cubicBezTo>
                      <a:pt x="6162" y="24"/>
                      <a:pt x="6136" y="1"/>
                      <a:pt x="610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9">
                <a:extLst>
                  <a:ext uri="{FF2B5EF4-FFF2-40B4-BE49-F238E27FC236}">
                    <a16:creationId xmlns:a16="http://schemas.microsoft.com/office/drawing/2014/main" id="{0347597C-50BC-1EE4-2663-4341E1A0A124}"/>
                  </a:ext>
                </a:extLst>
              </p:cNvPr>
              <p:cNvSpPr/>
              <p:nvPr/>
            </p:nvSpPr>
            <p:spPr>
              <a:xfrm>
                <a:off x="4977512" y="2274154"/>
                <a:ext cx="3903" cy="47005"/>
              </a:xfrm>
              <a:custGeom>
                <a:avLst/>
                <a:gdLst/>
                <a:ahLst/>
                <a:cxnLst/>
                <a:rect l="l" t="t" r="r" b="b"/>
                <a:pathLst>
                  <a:path w="185" h="2228" extrusionOk="0">
                    <a:moveTo>
                      <a:pt x="21" y="0"/>
                    </a:moveTo>
                    <a:cubicBezTo>
                      <a:pt x="9" y="0"/>
                      <a:pt x="1" y="9"/>
                      <a:pt x="17" y="25"/>
                    </a:cubicBezTo>
                    <a:cubicBezTo>
                      <a:pt x="84" y="759"/>
                      <a:pt x="84" y="1493"/>
                      <a:pt x="151" y="2227"/>
                    </a:cubicBezTo>
                    <a:cubicBezTo>
                      <a:pt x="184" y="1493"/>
                      <a:pt x="151" y="759"/>
                      <a:pt x="51" y="25"/>
                    </a:cubicBezTo>
                    <a:cubicBezTo>
                      <a:pt x="51" y="9"/>
                      <a:pt x="34" y="0"/>
                      <a:pt x="2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9">
                <a:extLst>
                  <a:ext uri="{FF2B5EF4-FFF2-40B4-BE49-F238E27FC236}">
                    <a16:creationId xmlns:a16="http://schemas.microsoft.com/office/drawing/2014/main" id="{F5E92BBA-957B-C20C-AC5D-119B0B1649F8}"/>
                  </a:ext>
                </a:extLst>
              </p:cNvPr>
              <p:cNvSpPr/>
              <p:nvPr/>
            </p:nvSpPr>
            <p:spPr>
              <a:xfrm>
                <a:off x="5041206" y="2273796"/>
                <a:ext cx="30148" cy="14979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710" extrusionOk="0">
                    <a:moveTo>
                      <a:pt x="1387" y="0"/>
                    </a:moveTo>
                    <a:cubicBezTo>
                      <a:pt x="1381" y="0"/>
                      <a:pt x="1374" y="3"/>
                      <a:pt x="1368" y="9"/>
                    </a:cubicBezTo>
                    <a:cubicBezTo>
                      <a:pt x="934" y="276"/>
                      <a:pt x="501" y="476"/>
                      <a:pt x="34" y="676"/>
                    </a:cubicBezTo>
                    <a:cubicBezTo>
                      <a:pt x="0" y="710"/>
                      <a:pt x="0" y="710"/>
                      <a:pt x="34" y="710"/>
                    </a:cubicBezTo>
                    <a:cubicBezTo>
                      <a:pt x="534" y="543"/>
                      <a:pt x="968" y="343"/>
                      <a:pt x="1401" y="76"/>
                    </a:cubicBezTo>
                    <a:cubicBezTo>
                      <a:pt x="1428" y="49"/>
                      <a:pt x="1412" y="0"/>
                      <a:pt x="138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9">
                <a:extLst>
                  <a:ext uri="{FF2B5EF4-FFF2-40B4-BE49-F238E27FC236}">
                    <a16:creationId xmlns:a16="http://schemas.microsoft.com/office/drawing/2014/main" id="{A155D72D-4D0B-A802-4D72-86E1D8607A42}"/>
                  </a:ext>
                </a:extLst>
              </p:cNvPr>
              <p:cNvSpPr/>
              <p:nvPr/>
            </p:nvSpPr>
            <p:spPr>
              <a:xfrm>
                <a:off x="4925085" y="2345759"/>
                <a:ext cx="21140" cy="93390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44266" extrusionOk="0">
                    <a:moveTo>
                      <a:pt x="534" y="1"/>
                    </a:moveTo>
                    <a:cubicBezTo>
                      <a:pt x="501" y="1"/>
                      <a:pt x="501" y="34"/>
                      <a:pt x="501" y="34"/>
                    </a:cubicBezTo>
                    <a:lnTo>
                      <a:pt x="501" y="2536"/>
                    </a:lnTo>
                    <a:cubicBezTo>
                      <a:pt x="467" y="2536"/>
                      <a:pt x="467" y="2569"/>
                      <a:pt x="467" y="2569"/>
                    </a:cubicBezTo>
                    <a:cubicBezTo>
                      <a:pt x="367" y="5605"/>
                      <a:pt x="301" y="8640"/>
                      <a:pt x="234" y="11676"/>
                    </a:cubicBezTo>
                    <a:cubicBezTo>
                      <a:pt x="167" y="15512"/>
                      <a:pt x="134" y="19348"/>
                      <a:pt x="134" y="23150"/>
                    </a:cubicBezTo>
                    <a:cubicBezTo>
                      <a:pt x="101" y="24318"/>
                      <a:pt x="101" y="25452"/>
                      <a:pt x="101" y="26620"/>
                    </a:cubicBezTo>
                    <a:cubicBezTo>
                      <a:pt x="67" y="28855"/>
                      <a:pt x="67" y="31089"/>
                      <a:pt x="0" y="33324"/>
                    </a:cubicBezTo>
                    <a:cubicBezTo>
                      <a:pt x="0" y="36860"/>
                      <a:pt x="34" y="40429"/>
                      <a:pt x="34" y="43999"/>
                    </a:cubicBezTo>
                    <a:cubicBezTo>
                      <a:pt x="34" y="44199"/>
                      <a:pt x="301" y="44266"/>
                      <a:pt x="534" y="44266"/>
                    </a:cubicBezTo>
                    <a:cubicBezTo>
                      <a:pt x="734" y="44266"/>
                      <a:pt x="934" y="44165"/>
                      <a:pt x="934" y="43999"/>
                    </a:cubicBezTo>
                    <a:cubicBezTo>
                      <a:pt x="934" y="40763"/>
                      <a:pt x="968" y="37561"/>
                      <a:pt x="968" y="34325"/>
                    </a:cubicBezTo>
                    <a:lnTo>
                      <a:pt x="968" y="32657"/>
                    </a:lnTo>
                    <a:cubicBezTo>
                      <a:pt x="1001" y="29121"/>
                      <a:pt x="968" y="25619"/>
                      <a:pt x="934" y="22083"/>
                    </a:cubicBezTo>
                    <a:lnTo>
                      <a:pt x="934" y="18814"/>
                    </a:lnTo>
                    <a:cubicBezTo>
                      <a:pt x="901" y="13410"/>
                      <a:pt x="768" y="8006"/>
                      <a:pt x="601" y="2602"/>
                    </a:cubicBezTo>
                    <a:cubicBezTo>
                      <a:pt x="601" y="2569"/>
                      <a:pt x="601" y="2569"/>
                      <a:pt x="601" y="2536"/>
                    </a:cubicBezTo>
                    <a:lnTo>
                      <a:pt x="601" y="34"/>
                    </a:lnTo>
                    <a:cubicBezTo>
                      <a:pt x="601" y="1"/>
                      <a:pt x="568" y="1"/>
                      <a:pt x="5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9">
                <a:extLst>
                  <a:ext uri="{FF2B5EF4-FFF2-40B4-BE49-F238E27FC236}">
                    <a16:creationId xmlns:a16="http://schemas.microsoft.com/office/drawing/2014/main" id="{D2EB59AF-CC28-126F-56C1-6F8297D3B806}"/>
                  </a:ext>
                </a:extLst>
              </p:cNvPr>
              <p:cNvSpPr/>
              <p:nvPr/>
            </p:nvSpPr>
            <p:spPr>
              <a:xfrm>
                <a:off x="5010952" y="2789925"/>
                <a:ext cx="330070" cy="277854"/>
              </a:xfrm>
              <a:custGeom>
                <a:avLst/>
                <a:gdLst/>
                <a:ahLst/>
                <a:cxnLst/>
                <a:rect l="l" t="t" r="r" b="b"/>
                <a:pathLst>
                  <a:path w="15645" h="13170" extrusionOk="0">
                    <a:moveTo>
                      <a:pt x="6590" y="1"/>
                    </a:moveTo>
                    <a:cubicBezTo>
                      <a:pt x="3175" y="1"/>
                      <a:pt x="367" y="2097"/>
                      <a:pt x="367" y="2097"/>
                    </a:cubicBezTo>
                    <a:cubicBezTo>
                      <a:pt x="367" y="2097"/>
                      <a:pt x="0" y="5833"/>
                      <a:pt x="4270" y="9870"/>
                    </a:cubicBezTo>
                    <a:cubicBezTo>
                      <a:pt x="7255" y="12718"/>
                      <a:pt x="11469" y="13169"/>
                      <a:pt x="13840" y="13169"/>
                    </a:cubicBezTo>
                    <a:cubicBezTo>
                      <a:pt x="14941" y="13169"/>
                      <a:pt x="15645" y="13072"/>
                      <a:pt x="15645" y="13072"/>
                    </a:cubicBezTo>
                    <a:cubicBezTo>
                      <a:pt x="15645" y="13072"/>
                      <a:pt x="14911" y="3398"/>
                      <a:pt x="10141" y="863"/>
                    </a:cubicBezTo>
                    <a:cubicBezTo>
                      <a:pt x="8944" y="236"/>
                      <a:pt x="7733" y="1"/>
                      <a:pt x="6590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9">
                <a:extLst>
                  <a:ext uri="{FF2B5EF4-FFF2-40B4-BE49-F238E27FC236}">
                    <a16:creationId xmlns:a16="http://schemas.microsoft.com/office/drawing/2014/main" id="{38622D9E-F01B-DDD3-AD2D-1C11796FD136}"/>
                  </a:ext>
                </a:extLst>
              </p:cNvPr>
              <p:cNvSpPr/>
              <p:nvPr/>
            </p:nvSpPr>
            <p:spPr>
              <a:xfrm>
                <a:off x="4939410" y="2820791"/>
                <a:ext cx="333340" cy="193148"/>
              </a:xfrm>
              <a:custGeom>
                <a:avLst/>
                <a:gdLst/>
                <a:ahLst/>
                <a:cxnLst/>
                <a:rect l="l" t="t" r="r" b="b"/>
                <a:pathLst>
                  <a:path w="15800" h="9155" extrusionOk="0">
                    <a:moveTo>
                      <a:pt x="11063" y="1"/>
                    </a:moveTo>
                    <a:cubicBezTo>
                      <a:pt x="10062" y="101"/>
                      <a:pt x="9095" y="167"/>
                      <a:pt x="8094" y="234"/>
                    </a:cubicBezTo>
                    <a:lnTo>
                      <a:pt x="6627" y="334"/>
                    </a:lnTo>
                    <a:lnTo>
                      <a:pt x="5926" y="401"/>
                    </a:lnTo>
                    <a:cubicBezTo>
                      <a:pt x="5726" y="401"/>
                      <a:pt x="5526" y="401"/>
                      <a:pt x="5326" y="434"/>
                    </a:cubicBezTo>
                    <a:cubicBezTo>
                      <a:pt x="5111" y="413"/>
                      <a:pt x="4897" y="402"/>
                      <a:pt x="4683" y="402"/>
                    </a:cubicBezTo>
                    <a:cubicBezTo>
                      <a:pt x="3899" y="402"/>
                      <a:pt x="3124" y="546"/>
                      <a:pt x="2390" y="835"/>
                    </a:cubicBezTo>
                    <a:cubicBezTo>
                      <a:pt x="1290" y="1302"/>
                      <a:pt x="289" y="2202"/>
                      <a:pt x="22" y="3403"/>
                    </a:cubicBezTo>
                    <a:cubicBezTo>
                      <a:pt x="0" y="3468"/>
                      <a:pt x="63" y="3519"/>
                      <a:pt x="119" y="3519"/>
                    </a:cubicBezTo>
                    <a:cubicBezTo>
                      <a:pt x="149" y="3519"/>
                      <a:pt x="177" y="3505"/>
                      <a:pt x="189" y="3470"/>
                    </a:cubicBezTo>
                    <a:cubicBezTo>
                      <a:pt x="756" y="2202"/>
                      <a:pt x="1857" y="1302"/>
                      <a:pt x="3224" y="1035"/>
                    </a:cubicBezTo>
                    <a:cubicBezTo>
                      <a:pt x="3551" y="972"/>
                      <a:pt x="3880" y="945"/>
                      <a:pt x="4209" y="945"/>
                    </a:cubicBezTo>
                    <a:cubicBezTo>
                      <a:pt x="5290" y="945"/>
                      <a:pt x="6371" y="1244"/>
                      <a:pt x="7394" y="1602"/>
                    </a:cubicBezTo>
                    <a:cubicBezTo>
                      <a:pt x="7494" y="1635"/>
                      <a:pt x="7561" y="1702"/>
                      <a:pt x="7661" y="1735"/>
                    </a:cubicBezTo>
                    <a:cubicBezTo>
                      <a:pt x="7694" y="1869"/>
                      <a:pt x="7694" y="1969"/>
                      <a:pt x="7727" y="2102"/>
                    </a:cubicBezTo>
                    <a:lnTo>
                      <a:pt x="7861" y="2803"/>
                    </a:lnTo>
                    <a:cubicBezTo>
                      <a:pt x="7961" y="3303"/>
                      <a:pt x="8094" y="3770"/>
                      <a:pt x="8194" y="4270"/>
                    </a:cubicBezTo>
                    <a:cubicBezTo>
                      <a:pt x="8395" y="5238"/>
                      <a:pt x="8695" y="6205"/>
                      <a:pt x="8928" y="7172"/>
                    </a:cubicBezTo>
                    <a:cubicBezTo>
                      <a:pt x="8928" y="7206"/>
                      <a:pt x="8945" y="7222"/>
                      <a:pt x="8962" y="7222"/>
                    </a:cubicBezTo>
                    <a:cubicBezTo>
                      <a:pt x="8978" y="7222"/>
                      <a:pt x="8995" y="7206"/>
                      <a:pt x="8995" y="7172"/>
                    </a:cubicBezTo>
                    <a:cubicBezTo>
                      <a:pt x="8795" y="6205"/>
                      <a:pt x="8695" y="5238"/>
                      <a:pt x="8495" y="4270"/>
                    </a:cubicBezTo>
                    <a:cubicBezTo>
                      <a:pt x="8395" y="3770"/>
                      <a:pt x="8328" y="3303"/>
                      <a:pt x="8228" y="2836"/>
                    </a:cubicBezTo>
                    <a:lnTo>
                      <a:pt x="8061" y="2169"/>
                    </a:lnTo>
                    <a:lnTo>
                      <a:pt x="8028" y="1902"/>
                    </a:lnTo>
                    <a:lnTo>
                      <a:pt x="8028" y="1902"/>
                    </a:lnTo>
                    <a:cubicBezTo>
                      <a:pt x="8962" y="2302"/>
                      <a:pt x="9862" y="2803"/>
                      <a:pt x="10663" y="3436"/>
                    </a:cubicBezTo>
                    <a:cubicBezTo>
                      <a:pt x="11297" y="3870"/>
                      <a:pt x="11897" y="4404"/>
                      <a:pt x="12464" y="4938"/>
                    </a:cubicBezTo>
                    <a:cubicBezTo>
                      <a:pt x="12464" y="4971"/>
                      <a:pt x="12498" y="5038"/>
                      <a:pt x="12498" y="5071"/>
                    </a:cubicBezTo>
                    <a:lnTo>
                      <a:pt x="12664" y="5505"/>
                    </a:lnTo>
                    <a:lnTo>
                      <a:pt x="12965" y="6339"/>
                    </a:lnTo>
                    <a:cubicBezTo>
                      <a:pt x="13131" y="6906"/>
                      <a:pt x="13365" y="7506"/>
                      <a:pt x="13565" y="8073"/>
                    </a:cubicBezTo>
                    <a:cubicBezTo>
                      <a:pt x="13565" y="8090"/>
                      <a:pt x="13582" y="8098"/>
                      <a:pt x="13598" y="8098"/>
                    </a:cubicBezTo>
                    <a:cubicBezTo>
                      <a:pt x="13615" y="8098"/>
                      <a:pt x="13632" y="8090"/>
                      <a:pt x="13632" y="8073"/>
                    </a:cubicBezTo>
                    <a:cubicBezTo>
                      <a:pt x="13465" y="7473"/>
                      <a:pt x="13265" y="6872"/>
                      <a:pt x="13065" y="6305"/>
                    </a:cubicBezTo>
                    <a:cubicBezTo>
                      <a:pt x="12965" y="6005"/>
                      <a:pt x="12898" y="5705"/>
                      <a:pt x="12798" y="5405"/>
                    </a:cubicBezTo>
                    <a:cubicBezTo>
                      <a:pt x="12764" y="5338"/>
                      <a:pt x="12764" y="5271"/>
                      <a:pt x="12731" y="5204"/>
                    </a:cubicBezTo>
                    <a:lnTo>
                      <a:pt x="12731" y="5204"/>
                    </a:lnTo>
                    <a:cubicBezTo>
                      <a:pt x="13899" y="6372"/>
                      <a:pt x="14899" y="7706"/>
                      <a:pt x="15733" y="9141"/>
                    </a:cubicBezTo>
                    <a:cubicBezTo>
                      <a:pt x="15743" y="9150"/>
                      <a:pt x="15753" y="9154"/>
                      <a:pt x="15762" y="9154"/>
                    </a:cubicBezTo>
                    <a:cubicBezTo>
                      <a:pt x="15783" y="9154"/>
                      <a:pt x="15800" y="9131"/>
                      <a:pt x="15800" y="9107"/>
                    </a:cubicBezTo>
                    <a:cubicBezTo>
                      <a:pt x="15133" y="7706"/>
                      <a:pt x="14299" y="6405"/>
                      <a:pt x="13298" y="5204"/>
                    </a:cubicBezTo>
                    <a:cubicBezTo>
                      <a:pt x="12297" y="4004"/>
                      <a:pt x="11097" y="2936"/>
                      <a:pt x="9762" y="2102"/>
                    </a:cubicBezTo>
                    <a:lnTo>
                      <a:pt x="9762" y="2102"/>
                    </a:lnTo>
                    <a:lnTo>
                      <a:pt x="10196" y="2202"/>
                    </a:lnTo>
                    <a:cubicBezTo>
                      <a:pt x="10796" y="2336"/>
                      <a:pt x="11397" y="2502"/>
                      <a:pt x="11964" y="2636"/>
                    </a:cubicBezTo>
                    <a:cubicBezTo>
                      <a:pt x="13198" y="2903"/>
                      <a:pt x="14399" y="3203"/>
                      <a:pt x="15600" y="3470"/>
                    </a:cubicBezTo>
                    <a:cubicBezTo>
                      <a:pt x="15633" y="3470"/>
                      <a:pt x="15633" y="3436"/>
                      <a:pt x="15600" y="3436"/>
                    </a:cubicBezTo>
                    <a:cubicBezTo>
                      <a:pt x="14399" y="3070"/>
                      <a:pt x="13198" y="2703"/>
                      <a:pt x="11964" y="2402"/>
                    </a:cubicBezTo>
                    <a:cubicBezTo>
                      <a:pt x="11363" y="2236"/>
                      <a:pt x="10730" y="2069"/>
                      <a:pt x="10129" y="1935"/>
                    </a:cubicBezTo>
                    <a:cubicBezTo>
                      <a:pt x="9729" y="1835"/>
                      <a:pt x="9362" y="1735"/>
                      <a:pt x="8962" y="1669"/>
                    </a:cubicBezTo>
                    <a:cubicBezTo>
                      <a:pt x="8228" y="1268"/>
                      <a:pt x="7461" y="968"/>
                      <a:pt x="6660" y="735"/>
                    </a:cubicBezTo>
                    <a:cubicBezTo>
                      <a:pt x="6527" y="701"/>
                      <a:pt x="6393" y="668"/>
                      <a:pt x="6226" y="634"/>
                    </a:cubicBezTo>
                    <a:lnTo>
                      <a:pt x="6627" y="568"/>
                    </a:lnTo>
                    <a:cubicBezTo>
                      <a:pt x="7127" y="534"/>
                      <a:pt x="7627" y="468"/>
                      <a:pt x="8128" y="434"/>
                    </a:cubicBezTo>
                    <a:cubicBezTo>
                      <a:pt x="9095" y="334"/>
                      <a:pt x="10096" y="201"/>
                      <a:pt x="11063" y="67"/>
                    </a:cubicBezTo>
                    <a:cubicBezTo>
                      <a:pt x="11097" y="67"/>
                      <a:pt x="11097" y="1"/>
                      <a:pt x="1106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9">
                <a:extLst>
                  <a:ext uri="{FF2B5EF4-FFF2-40B4-BE49-F238E27FC236}">
                    <a16:creationId xmlns:a16="http://schemas.microsoft.com/office/drawing/2014/main" id="{8838C24C-03C4-8485-DE2E-4DD1E48B04F2}"/>
                  </a:ext>
                </a:extLst>
              </p:cNvPr>
              <p:cNvSpPr/>
              <p:nvPr/>
            </p:nvSpPr>
            <p:spPr>
              <a:xfrm>
                <a:off x="5150280" y="2925118"/>
                <a:ext cx="17616" cy="79896"/>
              </a:xfrm>
              <a:custGeom>
                <a:avLst/>
                <a:gdLst/>
                <a:ahLst/>
                <a:cxnLst/>
                <a:rect l="l" t="t" r="r" b="b"/>
                <a:pathLst>
                  <a:path w="835" h="3787" extrusionOk="0">
                    <a:moveTo>
                      <a:pt x="34" y="1"/>
                    </a:moveTo>
                    <a:cubicBezTo>
                      <a:pt x="17" y="1"/>
                      <a:pt x="1" y="9"/>
                      <a:pt x="1" y="26"/>
                    </a:cubicBezTo>
                    <a:cubicBezTo>
                      <a:pt x="134" y="660"/>
                      <a:pt x="268" y="1293"/>
                      <a:pt x="368" y="1894"/>
                    </a:cubicBezTo>
                    <a:cubicBezTo>
                      <a:pt x="468" y="2528"/>
                      <a:pt x="601" y="3161"/>
                      <a:pt x="801" y="3762"/>
                    </a:cubicBezTo>
                    <a:cubicBezTo>
                      <a:pt x="801" y="3779"/>
                      <a:pt x="810" y="3787"/>
                      <a:pt x="818" y="3787"/>
                    </a:cubicBezTo>
                    <a:cubicBezTo>
                      <a:pt x="826" y="3787"/>
                      <a:pt x="835" y="3779"/>
                      <a:pt x="835" y="3762"/>
                    </a:cubicBezTo>
                    <a:cubicBezTo>
                      <a:pt x="768" y="3161"/>
                      <a:pt x="635" y="2528"/>
                      <a:pt x="501" y="1927"/>
                    </a:cubicBezTo>
                    <a:cubicBezTo>
                      <a:pt x="368" y="1260"/>
                      <a:pt x="201" y="660"/>
                      <a:pt x="67" y="26"/>
                    </a:cubicBezTo>
                    <a:cubicBezTo>
                      <a:pt x="67" y="9"/>
                      <a:pt x="51" y="1"/>
                      <a:pt x="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9">
                <a:extLst>
                  <a:ext uri="{FF2B5EF4-FFF2-40B4-BE49-F238E27FC236}">
                    <a16:creationId xmlns:a16="http://schemas.microsoft.com/office/drawing/2014/main" id="{25BC8F64-0112-8ECB-57D6-575A9FE8DF7E}"/>
                  </a:ext>
                </a:extLst>
              </p:cNvPr>
              <p:cNvSpPr/>
              <p:nvPr/>
            </p:nvSpPr>
            <p:spPr>
              <a:xfrm>
                <a:off x="4987723" y="2405571"/>
                <a:ext cx="256883" cy="284521"/>
              </a:xfrm>
              <a:custGeom>
                <a:avLst/>
                <a:gdLst/>
                <a:ahLst/>
                <a:cxnLst/>
                <a:rect l="l" t="t" r="r" b="b"/>
                <a:pathLst>
                  <a:path w="12176" h="13486" extrusionOk="0">
                    <a:moveTo>
                      <a:pt x="11542" y="1"/>
                    </a:moveTo>
                    <a:lnTo>
                      <a:pt x="11542" y="1"/>
                    </a:lnTo>
                    <a:cubicBezTo>
                      <a:pt x="11542" y="1"/>
                      <a:pt x="5104" y="802"/>
                      <a:pt x="2535" y="3704"/>
                    </a:cubicBezTo>
                    <a:cubicBezTo>
                      <a:pt x="0" y="6572"/>
                      <a:pt x="334" y="13477"/>
                      <a:pt x="334" y="13477"/>
                    </a:cubicBezTo>
                    <a:cubicBezTo>
                      <a:pt x="334" y="13477"/>
                      <a:pt x="479" y="13486"/>
                      <a:pt x="735" y="13486"/>
                    </a:cubicBezTo>
                    <a:cubicBezTo>
                      <a:pt x="2144" y="13486"/>
                      <a:pt x="6908" y="13223"/>
                      <a:pt x="9307" y="9808"/>
                    </a:cubicBezTo>
                    <a:cubicBezTo>
                      <a:pt x="12176" y="5772"/>
                      <a:pt x="11542" y="1"/>
                      <a:pt x="11542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9">
                <a:extLst>
                  <a:ext uri="{FF2B5EF4-FFF2-40B4-BE49-F238E27FC236}">
                    <a16:creationId xmlns:a16="http://schemas.microsoft.com/office/drawing/2014/main" id="{F4158256-11E3-D93C-B2AB-85691C857587}"/>
                  </a:ext>
                </a:extLst>
              </p:cNvPr>
              <p:cNvSpPr/>
              <p:nvPr/>
            </p:nvSpPr>
            <p:spPr>
              <a:xfrm>
                <a:off x="4933819" y="2453441"/>
                <a:ext cx="248866" cy="366653"/>
              </a:xfrm>
              <a:custGeom>
                <a:avLst/>
                <a:gdLst/>
                <a:ahLst/>
                <a:cxnLst/>
                <a:rect l="l" t="t" r="r" b="b"/>
                <a:pathLst>
                  <a:path w="11796" h="17379" extrusionOk="0">
                    <a:moveTo>
                      <a:pt x="11161" y="0"/>
                    </a:moveTo>
                    <a:cubicBezTo>
                      <a:pt x="10327" y="834"/>
                      <a:pt x="9527" y="1668"/>
                      <a:pt x="8760" y="2502"/>
                    </a:cubicBezTo>
                    <a:cubicBezTo>
                      <a:pt x="8760" y="2469"/>
                      <a:pt x="8793" y="2435"/>
                      <a:pt x="8793" y="2402"/>
                    </a:cubicBezTo>
                    <a:cubicBezTo>
                      <a:pt x="8860" y="2168"/>
                      <a:pt x="8960" y="1935"/>
                      <a:pt x="9027" y="1701"/>
                    </a:cubicBezTo>
                    <a:cubicBezTo>
                      <a:pt x="9193" y="1201"/>
                      <a:pt x="9327" y="701"/>
                      <a:pt x="9427" y="200"/>
                    </a:cubicBezTo>
                    <a:cubicBezTo>
                      <a:pt x="9427" y="161"/>
                      <a:pt x="9415" y="145"/>
                      <a:pt x="9399" y="145"/>
                    </a:cubicBezTo>
                    <a:cubicBezTo>
                      <a:pt x="9388" y="145"/>
                      <a:pt x="9374" y="153"/>
                      <a:pt x="9360" y="167"/>
                    </a:cubicBezTo>
                    <a:cubicBezTo>
                      <a:pt x="9260" y="667"/>
                      <a:pt x="9093" y="1134"/>
                      <a:pt x="8926" y="1635"/>
                    </a:cubicBezTo>
                    <a:cubicBezTo>
                      <a:pt x="8826" y="1868"/>
                      <a:pt x="8760" y="2102"/>
                      <a:pt x="8660" y="2369"/>
                    </a:cubicBezTo>
                    <a:cubicBezTo>
                      <a:pt x="8626" y="2469"/>
                      <a:pt x="8560" y="2602"/>
                      <a:pt x="8526" y="2702"/>
                    </a:cubicBezTo>
                    <a:cubicBezTo>
                      <a:pt x="8493" y="2735"/>
                      <a:pt x="8459" y="2802"/>
                      <a:pt x="8459" y="2836"/>
                    </a:cubicBezTo>
                    <a:cubicBezTo>
                      <a:pt x="8326" y="3002"/>
                      <a:pt x="8159" y="3169"/>
                      <a:pt x="8026" y="3336"/>
                    </a:cubicBezTo>
                    <a:cubicBezTo>
                      <a:pt x="6925" y="4603"/>
                      <a:pt x="5924" y="5904"/>
                      <a:pt x="4990" y="7272"/>
                    </a:cubicBezTo>
                    <a:cubicBezTo>
                      <a:pt x="5024" y="7139"/>
                      <a:pt x="5057" y="6972"/>
                      <a:pt x="5057" y="6838"/>
                    </a:cubicBezTo>
                    <a:cubicBezTo>
                      <a:pt x="5124" y="6405"/>
                      <a:pt x="5157" y="6004"/>
                      <a:pt x="5224" y="5571"/>
                    </a:cubicBezTo>
                    <a:cubicBezTo>
                      <a:pt x="5357" y="4737"/>
                      <a:pt x="5424" y="3903"/>
                      <a:pt x="5557" y="3069"/>
                    </a:cubicBezTo>
                    <a:cubicBezTo>
                      <a:pt x="5557" y="3052"/>
                      <a:pt x="5541" y="3044"/>
                      <a:pt x="5524" y="3044"/>
                    </a:cubicBezTo>
                    <a:cubicBezTo>
                      <a:pt x="5507" y="3044"/>
                      <a:pt x="5491" y="3052"/>
                      <a:pt x="5491" y="3069"/>
                    </a:cubicBezTo>
                    <a:cubicBezTo>
                      <a:pt x="5357" y="3936"/>
                      <a:pt x="5190" y="4770"/>
                      <a:pt x="5024" y="5604"/>
                    </a:cubicBezTo>
                    <a:cubicBezTo>
                      <a:pt x="4990" y="6004"/>
                      <a:pt x="4924" y="6371"/>
                      <a:pt x="4857" y="6772"/>
                    </a:cubicBezTo>
                    <a:cubicBezTo>
                      <a:pt x="4824" y="6972"/>
                      <a:pt x="4790" y="7139"/>
                      <a:pt x="4757" y="7339"/>
                    </a:cubicBezTo>
                    <a:cubicBezTo>
                      <a:pt x="4757" y="7439"/>
                      <a:pt x="4723" y="7572"/>
                      <a:pt x="4723" y="7672"/>
                    </a:cubicBezTo>
                    <a:cubicBezTo>
                      <a:pt x="4223" y="8373"/>
                      <a:pt x="3756" y="9107"/>
                      <a:pt x="3356" y="9841"/>
                    </a:cubicBezTo>
                    <a:cubicBezTo>
                      <a:pt x="2655" y="11008"/>
                      <a:pt x="2055" y="12209"/>
                      <a:pt x="1521" y="13443"/>
                    </a:cubicBezTo>
                    <a:cubicBezTo>
                      <a:pt x="1221" y="14044"/>
                      <a:pt x="987" y="14644"/>
                      <a:pt x="754" y="15278"/>
                    </a:cubicBezTo>
                    <a:cubicBezTo>
                      <a:pt x="487" y="15945"/>
                      <a:pt x="220" y="16579"/>
                      <a:pt x="20" y="17246"/>
                    </a:cubicBezTo>
                    <a:cubicBezTo>
                      <a:pt x="1" y="17323"/>
                      <a:pt x="60" y="17378"/>
                      <a:pt x="120" y="17378"/>
                    </a:cubicBezTo>
                    <a:cubicBezTo>
                      <a:pt x="163" y="17378"/>
                      <a:pt x="206" y="17349"/>
                      <a:pt x="220" y="17279"/>
                    </a:cubicBezTo>
                    <a:cubicBezTo>
                      <a:pt x="520" y="16579"/>
                      <a:pt x="821" y="15845"/>
                      <a:pt x="1121" y="15178"/>
                    </a:cubicBezTo>
                    <a:cubicBezTo>
                      <a:pt x="1454" y="14511"/>
                      <a:pt x="1788" y="13843"/>
                      <a:pt x="2122" y="13176"/>
                    </a:cubicBezTo>
                    <a:cubicBezTo>
                      <a:pt x="2889" y="11642"/>
                      <a:pt x="3723" y="10174"/>
                      <a:pt x="4623" y="8706"/>
                    </a:cubicBezTo>
                    <a:cubicBezTo>
                      <a:pt x="4723" y="8706"/>
                      <a:pt x="4790" y="8673"/>
                      <a:pt x="4890" y="8673"/>
                    </a:cubicBezTo>
                    <a:lnTo>
                      <a:pt x="5591" y="8506"/>
                    </a:lnTo>
                    <a:cubicBezTo>
                      <a:pt x="6024" y="8406"/>
                      <a:pt x="6491" y="8306"/>
                      <a:pt x="6925" y="8173"/>
                    </a:cubicBezTo>
                    <a:cubicBezTo>
                      <a:pt x="7859" y="7939"/>
                      <a:pt x="8793" y="7672"/>
                      <a:pt x="9727" y="7472"/>
                    </a:cubicBezTo>
                    <a:cubicBezTo>
                      <a:pt x="9794" y="7439"/>
                      <a:pt x="9760" y="7405"/>
                      <a:pt x="9727" y="7405"/>
                    </a:cubicBezTo>
                    <a:cubicBezTo>
                      <a:pt x="8793" y="7606"/>
                      <a:pt x="7859" y="7772"/>
                      <a:pt x="6925" y="7939"/>
                    </a:cubicBezTo>
                    <a:cubicBezTo>
                      <a:pt x="6458" y="8006"/>
                      <a:pt x="5991" y="8106"/>
                      <a:pt x="5524" y="8173"/>
                    </a:cubicBezTo>
                    <a:lnTo>
                      <a:pt x="4890" y="8306"/>
                    </a:lnTo>
                    <a:cubicBezTo>
                      <a:pt x="5324" y="7639"/>
                      <a:pt x="5724" y="6972"/>
                      <a:pt x="6191" y="6305"/>
                    </a:cubicBezTo>
                    <a:cubicBezTo>
                      <a:pt x="6291" y="6171"/>
                      <a:pt x="6391" y="6038"/>
                      <a:pt x="6491" y="5904"/>
                    </a:cubicBezTo>
                    <a:cubicBezTo>
                      <a:pt x="6825" y="5771"/>
                      <a:pt x="7192" y="5671"/>
                      <a:pt x="7559" y="5571"/>
                    </a:cubicBezTo>
                    <a:cubicBezTo>
                      <a:pt x="8026" y="5504"/>
                      <a:pt x="8459" y="5404"/>
                      <a:pt x="8893" y="5304"/>
                    </a:cubicBezTo>
                    <a:cubicBezTo>
                      <a:pt x="9860" y="5104"/>
                      <a:pt x="10794" y="4870"/>
                      <a:pt x="11728" y="4704"/>
                    </a:cubicBezTo>
                    <a:cubicBezTo>
                      <a:pt x="11795" y="4670"/>
                      <a:pt x="11762" y="4637"/>
                      <a:pt x="11728" y="4637"/>
                    </a:cubicBezTo>
                    <a:cubicBezTo>
                      <a:pt x="10728" y="4804"/>
                      <a:pt x="9760" y="4904"/>
                      <a:pt x="8760" y="5037"/>
                    </a:cubicBezTo>
                    <a:cubicBezTo>
                      <a:pt x="8259" y="5104"/>
                      <a:pt x="7792" y="5171"/>
                      <a:pt x="7325" y="5271"/>
                    </a:cubicBezTo>
                    <a:cubicBezTo>
                      <a:pt x="7159" y="5304"/>
                      <a:pt x="7025" y="5337"/>
                      <a:pt x="6858" y="5371"/>
                    </a:cubicBezTo>
                    <a:cubicBezTo>
                      <a:pt x="8193" y="3503"/>
                      <a:pt x="9627" y="1701"/>
                      <a:pt x="11228" y="67"/>
                    </a:cubicBezTo>
                    <a:cubicBezTo>
                      <a:pt x="11228" y="34"/>
                      <a:pt x="11195" y="0"/>
                      <a:pt x="1116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9">
                <a:extLst>
                  <a:ext uri="{FF2B5EF4-FFF2-40B4-BE49-F238E27FC236}">
                    <a16:creationId xmlns:a16="http://schemas.microsoft.com/office/drawing/2014/main" id="{1B324372-9062-03EB-0052-371A71D9EABD}"/>
                  </a:ext>
                </a:extLst>
              </p:cNvPr>
              <p:cNvSpPr/>
              <p:nvPr/>
            </p:nvSpPr>
            <p:spPr>
              <a:xfrm>
                <a:off x="5061607" y="2482682"/>
                <a:ext cx="14093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485" extrusionOk="0">
                    <a:moveTo>
                      <a:pt x="618" y="0"/>
                    </a:moveTo>
                    <a:cubicBezTo>
                      <a:pt x="609" y="0"/>
                      <a:pt x="601" y="4"/>
                      <a:pt x="601" y="15"/>
                    </a:cubicBezTo>
                    <a:cubicBezTo>
                      <a:pt x="468" y="616"/>
                      <a:pt x="334" y="1183"/>
                      <a:pt x="234" y="1783"/>
                    </a:cubicBezTo>
                    <a:cubicBezTo>
                      <a:pt x="101" y="2317"/>
                      <a:pt x="34" y="2884"/>
                      <a:pt x="1" y="3484"/>
                    </a:cubicBezTo>
                    <a:cubicBezTo>
                      <a:pt x="134" y="2917"/>
                      <a:pt x="234" y="2317"/>
                      <a:pt x="334" y="1750"/>
                    </a:cubicBezTo>
                    <a:cubicBezTo>
                      <a:pt x="434" y="1183"/>
                      <a:pt x="534" y="616"/>
                      <a:pt x="668" y="15"/>
                    </a:cubicBezTo>
                    <a:cubicBezTo>
                      <a:pt x="668" y="15"/>
                      <a:pt x="638" y="0"/>
                      <a:pt x="6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9">
                <a:extLst>
                  <a:ext uri="{FF2B5EF4-FFF2-40B4-BE49-F238E27FC236}">
                    <a16:creationId xmlns:a16="http://schemas.microsoft.com/office/drawing/2014/main" id="{1E3E2706-0306-51EF-2358-5867BE3D7786}"/>
                  </a:ext>
                </a:extLst>
              </p:cNvPr>
              <p:cNvSpPr/>
              <p:nvPr/>
            </p:nvSpPr>
            <p:spPr>
              <a:xfrm>
                <a:off x="5141144" y="2500383"/>
                <a:ext cx="41246" cy="17110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811" extrusionOk="0">
                    <a:moveTo>
                      <a:pt x="1904" y="1"/>
                    </a:moveTo>
                    <a:cubicBezTo>
                      <a:pt x="1893" y="1"/>
                      <a:pt x="1881" y="3"/>
                      <a:pt x="1868" y="10"/>
                    </a:cubicBezTo>
                    <a:cubicBezTo>
                      <a:pt x="1801" y="43"/>
                      <a:pt x="1701" y="77"/>
                      <a:pt x="1635" y="110"/>
                    </a:cubicBezTo>
                    <a:lnTo>
                      <a:pt x="1368" y="210"/>
                    </a:lnTo>
                    <a:lnTo>
                      <a:pt x="901" y="410"/>
                    </a:lnTo>
                    <a:cubicBezTo>
                      <a:pt x="634" y="510"/>
                      <a:pt x="334" y="611"/>
                      <a:pt x="33" y="777"/>
                    </a:cubicBezTo>
                    <a:cubicBezTo>
                      <a:pt x="0" y="777"/>
                      <a:pt x="33" y="811"/>
                      <a:pt x="67" y="811"/>
                    </a:cubicBezTo>
                    <a:cubicBezTo>
                      <a:pt x="367" y="711"/>
                      <a:pt x="667" y="611"/>
                      <a:pt x="967" y="477"/>
                    </a:cubicBezTo>
                    <a:lnTo>
                      <a:pt x="1401" y="277"/>
                    </a:lnTo>
                    <a:lnTo>
                      <a:pt x="1635" y="177"/>
                    </a:lnTo>
                    <a:cubicBezTo>
                      <a:pt x="1735" y="110"/>
                      <a:pt x="1801" y="77"/>
                      <a:pt x="1901" y="43"/>
                    </a:cubicBezTo>
                    <a:cubicBezTo>
                      <a:pt x="1955" y="43"/>
                      <a:pt x="1944" y="1"/>
                      <a:pt x="190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9">
                <a:extLst>
                  <a:ext uri="{FF2B5EF4-FFF2-40B4-BE49-F238E27FC236}">
                    <a16:creationId xmlns:a16="http://schemas.microsoft.com/office/drawing/2014/main" id="{55139FE7-B3DC-0BC9-24C8-715F52A59D0B}"/>
                  </a:ext>
                </a:extLst>
              </p:cNvPr>
              <p:cNvSpPr/>
              <p:nvPr/>
            </p:nvSpPr>
            <p:spPr>
              <a:xfrm>
                <a:off x="4473282" y="2416183"/>
                <a:ext cx="389186" cy="235828"/>
              </a:xfrm>
              <a:custGeom>
                <a:avLst/>
                <a:gdLst/>
                <a:ahLst/>
                <a:cxnLst/>
                <a:rect l="l" t="t" r="r" b="b"/>
                <a:pathLst>
                  <a:path w="18447" h="11178" extrusionOk="0">
                    <a:moveTo>
                      <a:pt x="7729" y="1"/>
                    </a:moveTo>
                    <a:cubicBezTo>
                      <a:pt x="2910" y="1"/>
                      <a:pt x="0" y="4868"/>
                      <a:pt x="0" y="4868"/>
                    </a:cubicBezTo>
                    <a:cubicBezTo>
                      <a:pt x="0" y="4868"/>
                      <a:pt x="4136" y="10139"/>
                      <a:pt x="9307" y="11039"/>
                    </a:cubicBezTo>
                    <a:cubicBezTo>
                      <a:pt x="9854" y="11135"/>
                      <a:pt x="10388" y="11177"/>
                      <a:pt x="10905" y="11177"/>
                    </a:cubicBezTo>
                    <a:cubicBezTo>
                      <a:pt x="15273" y="11177"/>
                      <a:pt x="18447" y="8137"/>
                      <a:pt x="18447" y="8137"/>
                    </a:cubicBezTo>
                    <a:cubicBezTo>
                      <a:pt x="18447" y="8137"/>
                      <a:pt x="14744" y="1232"/>
                      <a:pt x="9107" y="132"/>
                    </a:cubicBezTo>
                    <a:cubicBezTo>
                      <a:pt x="8632" y="42"/>
                      <a:pt x="8173" y="1"/>
                      <a:pt x="7729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9">
                <a:extLst>
                  <a:ext uri="{FF2B5EF4-FFF2-40B4-BE49-F238E27FC236}">
                    <a16:creationId xmlns:a16="http://schemas.microsoft.com/office/drawing/2014/main" id="{7A02EBC7-56E1-5542-4D17-C40D6FC9E9D9}"/>
                  </a:ext>
                </a:extLst>
              </p:cNvPr>
              <p:cNvSpPr/>
              <p:nvPr/>
            </p:nvSpPr>
            <p:spPr>
              <a:xfrm>
                <a:off x="4584466" y="2440614"/>
                <a:ext cx="359649" cy="297454"/>
              </a:xfrm>
              <a:custGeom>
                <a:avLst/>
                <a:gdLst/>
                <a:ahLst/>
                <a:cxnLst/>
                <a:rect l="l" t="t" r="r" b="b"/>
                <a:pathLst>
                  <a:path w="17047" h="14099" extrusionOk="0">
                    <a:moveTo>
                      <a:pt x="353" y="1"/>
                    </a:moveTo>
                    <a:cubicBezTo>
                      <a:pt x="326" y="1"/>
                      <a:pt x="306" y="74"/>
                      <a:pt x="334" y="74"/>
                    </a:cubicBezTo>
                    <a:cubicBezTo>
                      <a:pt x="1235" y="441"/>
                      <a:pt x="2102" y="875"/>
                      <a:pt x="2969" y="1375"/>
                    </a:cubicBezTo>
                    <a:cubicBezTo>
                      <a:pt x="3403" y="1609"/>
                      <a:pt x="3803" y="1809"/>
                      <a:pt x="4237" y="2009"/>
                    </a:cubicBezTo>
                    <a:lnTo>
                      <a:pt x="4470" y="2143"/>
                    </a:lnTo>
                    <a:cubicBezTo>
                      <a:pt x="3652" y="2012"/>
                      <a:pt x="2834" y="1944"/>
                      <a:pt x="2016" y="1944"/>
                    </a:cubicBezTo>
                    <a:cubicBezTo>
                      <a:pt x="1366" y="1944"/>
                      <a:pt x="717" y="1987"/>
                      <a:pt x="67" y="2076"/>
                    </a:cubicBezTo>
                    <a:cubicBezTo>
                      <a:pt x="1" y="2109"/>
                      <a:pt x="1" y="2176"/>
                      <a:pt x="67" y="2209"/>
                    </a:cubicBezTo>
                    <a:cubicBezTo>
                      <a:pt x="458" y="2179"/>
                      <a:pt x="850" y="2164"/>
                      <a:pt x="1242" y="2164"/>
                    </a:cubicBezTo>
                    <a:cubicBezTo>
                      <a:pt x="2594" y="2164"/>
                      <a:pt x="3953" y="2340"/>
                      <a:pt x="5271" y="2676"/>
                    </a:cubicBezTo>
                    <a:cubicBezTo>
                      <a:pt x="8140" y="3410"/>
                      <a:pt x="10775" y="4945"/>
                      <a:pt x="12843" y="7046"/>
                    </a:cubicBezTo>
                    <a:cubicBezTo>
                      <a:pt x="14778" y="9014"/>
                      <a:pt x="16179" y="11416"/>
                      <a:pt x="16979" y="14085"/>
                    </a:cubicBezTo>
                    <a:cubicBezTo>
                      <a:pt x="16979" y="14094"/>
                      <a:pt x="16985" y="14098"/>
                      <a:pt x="16993" y="14098"/>
                    </a:cubicBezTo>
                    <a:cubicBezTo>
                      <a:pt x="17013" y="14098"/>
                      <a:pt x="17046" y="14075"/>
                      <a:pt x="17046" y="14051"/>
                    </a:cubicBezTo>
                    <a:cubicBezTo>
                      <a:pt x="16179" y="9681"/>
                      <a:pt x="13410" y="5945"/>
                      <a:pt x="9474" y="3844"/>
                    </a:cubicBezTo>
                    <a:cubicBezTo>
                      <a:pt x="9374" y="3677"/>
                      <a:pt x="9241" y="3544"/>
                      <a:pt x="9107" y="3377"/>
                    </a:cubicBezTo>
                    <a:cubicBezTo>
                      <a:pt x="8840" y="3110"/>
                      <a:pt x="8573" y="2810"/>
                      <a:pt x="8307" y="2543"/>
                    </a:cubicBezTo>
                    <a:cubicBezTo>
                      <a:pt x="7739" y="1976"/>
                      <a:pt x="7106" y="1509"/>
                      <a:pt x="6505" y="975"/>
                    </a:cubicBezTo>
                    <a:cubicBezTo>
                      <a:pt x="6495" y="965"/>
                      <a:pt x="6486" y="961"/>
                      <a:pt x="6478" y="961"/>
                    </a:cubicBezTo>
                    <a:cubicBezTo>
                      <a:pt x="6458" y="961"/>
                      <a:pt x="6448" y="985"/>
                      <a:pt x="6472" y="1008"/>
                    </a:cubicBezTo>
                    <a:cubicBezTo>
                      <a:pt x="7039" y="1542"/>
                      <a:pt x="7573" y="2143"/>
                      <a:pt x="8073" y="2710"/>
                    </a:cubicBezTo>
                    <a:cubicBezTo>
                      <a:pt x="8307" y="2977"/>
                      <a:pt x="8540" y="3210"/>
                      <a:pt x="8807" y="3477"/>
                    </a:cubicBezTo>
                    <a:cubicBezTo>
                      <a:pt x="7639" y="2943"/>
                      <a:pt x="6439" y="2543"/>
                      <a:pt x="5204" y="2276"/>
                    </a:cubicBezTo>
                    <a:cubicBezTo>
                      <a:pt x="4937" y="2109"/>
                      <a:pt x="4637" y="1976"/>
                      <a:pt x="4337" y="1809"/>
                    </a:cubicBezTo>
                    <a:cubicBezTo>
                      <a:pt x="3903" y="1609"/>
                      <a:pt x="3470" y="1375"/>
                      <a:pt x="3036" y="1175"/>
                    </a:cubicBezTo>
                    <a:cubicBezTo>
                      <a:pt x="2169" y="775"/>
                      <a:pt x="1235" y="441"/>
                      <a:pt x="368" y="8"/>
                    </a:cubicBezTo>
                    <a:cubicBezTo>
                      <a:pt x="363" y="3"/>
                      <a:pt x="358" y="1"/>
                      <a:pt x="35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9">
                <a:extLst>
                  <a:ext uri="{FF2B5EF4-FFF2-40B4-BE49-F238E27FC236}">
                    <a16:creationId xmlns:a16="http://schemas.microsoft.com/office/drawing/2014/main" id="{0E8C8193-91B0-39D4-2C15-AB470EE0AD3A}"/>
                  </a:ext>
                </a:extLst>
              </p:cNvPr>
              <p:cNvSpPr/>
              <p:nvPr/>
            </p:nvSpPr>
            <p:spPr>
              <a:xfrm>
                <a:off x="4473282" y="2503231"/>
                <a:ext cx="382160" cy="148864"/>
              </a:xfrm>
              <a:custGeom>
                <a:avLst/>
                <a:gdLst/>
                <a:ahLst/>
                <a:cxnLst/>
                <a:rect l="l" t="t" r="r" b="b"/>
                <a:pathLst>
                  <a:path w="18114" h="7056" extrusionOk="0">
                    <a:moveTo>
                      <a:pt x="5956" y="0"/>
                    </a:moveTo>
                    <a:cubicBezTo>
                      <a:pt x="2639" y="0"/>
                      <a:pt x="0" y="742"/>
                      <a:pt x="0" y="742"/>
                    </a:cubicBezTo>
                    <a:cubicBezTo>
                      <a:pt x="0" y="742"/>
                      <a:pt x="4136" y="6013"/>
                      <a:pt x="9307" y="6913"/>
                    </a:cubicBezTo>
                    <a:cubicBezTo>
                      <a:pt x="9858" y="7012"/>
                      <a:pt x="10397" y="7055"/>
                      <a:pt x="10918" y="7055"/>
                    </a:cubicBezTo>
                    <a:cubicBezTo>
                      <a:pt x="14120" y="7055"/>
                      <a:pt x="16694" y="5406"/>
                      <a:pt x="17813" y="4545"/>
                    </a:cubicBezTo>
                    <a:lnTo>
                      <a:pt x="18113" y="4078"/>
                    </a:lnTo>
                    <a:cubicBezTo>
                      <a:pt x="18113" y="4078"/>
                      <a:pt x="15445" y="1810"/>
                      <a:pt x="10374" y="509"/>
                    </a:cubicBezTo>
                    <a:cubicBezTo>
                      <a:pt x="8879" y="133"/>
                      <a:pt x="7357" y="0"/>
                      <a:pt x="595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9">
                <a:extLst>
                  <a:ext uri="{FF2B5EF4-FFF2-40B4-BE49-F238E27FC236}">
                    <a16:creationId xmlns:a16="http://schemas.microsoft.com/office/drawing/2014/main" id="{80C46A2F-4FFE-D4EA-4483-0CDCFAD84355}"/>
                  </a:ext>
                </a:extLst>
              </p:cNvPr>
              <p:cNvSpPr/>
              <p:nvPr/>
            </p:nvSpPr>
            <p:spPr>
              <a:xfrm>
                <a:off x="4653434" y="2432322"/>
                <a:ext cx="51394" cy="40127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902" extrusionOk="0">
                    <a:moveTo>
                      <a:pt x="67" y="0"/>
                    </a:moveTo>
                    <a:cubicBezTo>
                      <a:pt x="34" y="0"/>
                      <a:pt x="1" y="34"/>
                      <a:pt x="34" y="101"/>
                    </a:cubicBezTo>
                    <a:cubicBezTo>
                      <a:pt x="434" y="334"/>
                      <a:pt x="835" y="634"/>
                      <a:pt x="1201" y="934"/>
                    </a:cubicBezTo>
                    <a:cubicBezTo>
                      <a:pt x="1602" y="1235"/>
                      <a:pt x="1969" y="1568"/>
                      <a:pt x="2369" y="1902"/>
                    </a:cubicBezTo>
                    <a:cubicBezTo>
                      <a:pt x="2369" y="1902"/>
                      <a:pt x="2436" y="1868"/>
                      <a:pt x="2402" y="1835"/>
                    </a:cubicBezTo>
                    <a:cubicBezTo>
                      <a:pt x="2069" y="1468"/>
                      <a:pt x="1702" y="1135"/>
                      <a:pt x="1302" y="834"/>
                    </a:cubicBezTo>
                    <a:cubicBezTo>
                      <a:pt x="901" y="534"/>
                      <a:pt x="501" y="267"/>
                      <a:pt x="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9">
                <a:extLst>
                  <a:ext uri="{FF2B5EF4-FFF2-40B4-BE49-F238E27FC236}">
                    <a16:creationId xmlns:a16="http://schemas.microsoft.com/office/drawing/2014/main" id="{D9B5EE8E-F4BF-C5A0-02BA-F66466FACD64}"/>
                  </a:ext>
                </a:extLst>
              </p:cNvPr>
              <p:cNvSpPr/>
              <p:nvPr/>
            </p:nvSpPr>
            <p:spPr>
              <a:xfrm>
                <a:off x="4588263" y="2457471"/>
                <a:ext cx="28587" cy="12321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584" extrusionOk="0">
                    <a:moveTo>
                      <a:pt x="36" y="0"/>
                    </a:moveTo>
                    <a:cubicBezTo>
                      <a:pt x="12" y="0"/>
                      <a:pt x="0" y="49"/>
                      <a:pt x="54" y="76"/>
                    </a:cubicBezTo>
                    <a:cubicBezTo>
                      <a:pt x="254" y="143"/>
                      <a:pt x="454" y="243"/>
                      <a:pt x="655" y="343"/>
                    </a:cubicBezTo>
                    <a:lnTo>
                      <a:pt x="1322" y="576"/>
                    </a:lnTo>
                    <a:cubicBezTo>
                      <a:pt x="1326" y="581"/>
                      <a:pt x="1331" y="583"/>
                      <a:pt x="1334" y="583"/>
                    </a:cubicBezTo>
                    <a:cubicBezTo>
                      <a:pt x="1354" y="583"/>
                      <a:pt x="1350" y="510"/>
                      <a:pt x="1322" y="510"/>
                    </a:cubicBezTo>
                    <a:lnTo>
                      <a:pt x="688" y="243"/>
                    </a:lnTo>
                    <a:cubicBezTo>
                      <a:pt x="488" y="143"/>
                      <a:pt x="254" y="76"/>
                      <a:pt x="54" y="9"/>
                    </a:cubicBezTo>
                    <a:cubicBezTo>
                      <a:pt x="48" y="3"/>
                      <a:pt x="41" y="0"/>
                      <a:pt x="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9">
                <a:extLst>
                  <a:ext uri="{FF2B5EF4-FFF2-40B4-BE49-F238E27FC236}">
                    <a16:creationId xmlns:a16="http://schemas.microsoft.com/office/drawing/2014/main" id="{B3695C3F-9096-CDAB-4BD4-55422D443CD5}"/>
                  </a:ext>
                </a:extLst>
              </p:cNvPr>
              <p:cNvSpPr/>
              <p:nvPr/>
            </p:nvSpPr>
            <p:spPr>
              <a:xfrm>
                <a:off x="4506342" y="2745620"/>
                <a:ext cx="371611" cy="244794"/>
              </a:xfrm>
              <a:custGeom>
                <a:avLst/>
                <a:gdLst/>
                <a:ahLst/>
                <a:cxnLst/>
                <a:rect l="l" t="t" r="r" b="b"/>
                <a:pathLst>
                  <a:path w="17614" h="11603" extrusionOk="0">
                    <a:moveTo>
                      <a:pt x="11327" y="0"/>
                    </a:moveTo>
                    <a:cubicBezTo>
                      <a:pt x="1749" y="0"/>
                      <a:pt x="1" y="10535"/>
                      <a:pt x="1" y="10535"/>
                    </a:cubicBezTo>
                    <a:cubicBezTo>
                      <a:pt x="1" y="10535"/>
                      <a:pt x="2803" y="11603"/>
                      <a:pt x="6203" y="11603"/>
                    </a:cubicBezTo>
                    <a:cubicBezTo>
                      <a:pt x="7903" y="11603"/>
                      <a:pt x="9752" y="11336"/>
                      <a:pt x="11476" y="10535"/>
                    </a:cubicBezTo>
                    <a:cubicBezTo>
                      <a:pt x="16646" y="8134"/>
                      <a:pt x="17614" y="1262"/>
                      <a:pt x="17614" y="1262"/>
                    </a:cubicBezTo>
                    <a:cubicBezTo>
                      <a:pt x="15213" y="374"/>
                      <a:pt x="13132" y="0"/>
                      <a:pt x="11327" y="0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9">
                <a:extLst>
                  <a:ext uri="{FF2B5EF4-FFF2-40B4-BE49-F238E27FC236}">
                    <a16:creationId xmlns:a16="http://schemas.microsoft.com/office/drawing/2014/main" id="{9DD040C6-A265-0B09-276F-26D5A906B91D}"/>
                  </a:ext>
                </a:extLst>
              </p:cNvPr>
              <p:cNvSpPr/>
              <p:nvPr/>
            </p:nvSpPr>
            <p:spPr>
              <a:xfrm>
                <a:off x="4580943" y="2763173"/>
                <a:ext cx="360345" cy="186713"/>
              </a:xfrm>
              <a:custGeom>
                <a:avLst/>
                <a:gdLst/>
                <a:ahLst/>
                <a:cxnLst/>
                <a:rect l="l" t="t" r="r" b="b"/>
                <a:pathLst>
                  <a:path w="17080" h="8850" extrusionOk="0">
                    <a:moveTo>
                      <a:pt x="12423" y="0"/>
                    </a:moveTo>
                    <a:cubicBezTo>
                      <a:pt x="11535" y="0"/>
                      <a:pt x="10653" y="148"/>
                      <a:pt x="9808" y="430"/>
                    </a:cubicBezTo>
                    <a:cubicBezTo>
                      <a:pt x="9508" y="530"/>
                      <a:pt x="9207" y="630"/>
                      <a:pt x="8907" y="730"/>
                    </a:cubicBezTo>
                    <a:lnTo>
                      <a:pt x="8674" y="764"/>
                    </a:lnTo>
                    <a:lnTo>
                      <a:pt x="7840" y="830"/>
                    </a:lnTo>
                    <a:lnTo>
                      <a:pt x="6172" y="997"/>
                    </a:lnTo>
                    <a:cubicBezTo>
                      <a:pt x="5038" y="1097"/>
                      <a:pt x="3937" y="1197"/>
                      <a:pt x="2769" y="1297"/>
                    </a:cubicBezTo>
                    <a:cubicBezTo>
                      <a:pt x="2765" y="1293"/>
                      <a:pt x="2761" y="1290"/>
                      <a:pt x="2757" y="1290"/>
                    </a:cubicBezTo>
                    <a:cubicBezTo>
                      <a:pt x="2737" y="1290"/>
                      <a:pt x="2741" y="1364"/>
                      <a:pt x="2769" y="1364"/>
                    </a:cubicBezTo>
                    <a:cubicBezTo>
                      <a:pt x="3904" y="1264"/>
                      <a:pt x="5038" y="1264"/>
                      <a:pt x="6172" y="1197"/>
                    </a:cubicBezTo>
                    <a:lnTo>
                      <a:pt x="7873" y="1131"/>
                    </a:lnTo>
                    <a:lnTo>
                      <a:pt x="7973" y="1131"/>
                    </a:lnTo>
                    <a:cubicBezTo>
                      <a:pt x="7339" y="1397"/>
                      <a:pt x="6706" y="1731"/>
                      <a:pt x="6072" y="2098"/>
                    </a:cubicBezTo>
                    <a:cubicBezTo>
                      <a:pt x="4971" y="2765"/>
                      <a:pt x="3904" y="3532"/>
                      <a:pt x="2936" y="4400"/>
                    </a:cubicBezTo>
                    <a:cubicBezTo>
                      <a:pt x="2769" y="4533"/>
                      <a:pt x="2636" y="4666"/>
                      <a:pt x="2503" y="4800"/>
                    </a:cubicBezTo>
                    <a:lnTo>
                      <a:pt x="2136" y="4867"/>
                    </a:lnTo>
                    <a:lnTo>
                      <a:pt x="1469" y="5000"/>
                    </a:lnTo>
                    <a:cubicBezTo>
                      <a:pt x="968" y="5067"/>
                      <a:pt x="501" y="5167"/>
                      <a:pt x="34" y="5200"/>
                    </a:cubicBezTo>
                    <a:cubicBezTo>
                      <a:pt x="1" y="5233"/>
                      <a:pt x="1" y="5267"/>
                      <a:pt x="68" y="5267"/>
                    </a:cubicBezTo>
                    <a:cubicBezTo>
                      <a:pt x="535" y="5233"/>
                      <a:pt x="1035" y="5167"/>
                      <a:pt x="1502" y="5133"/>
                    </a:cubicBezTo>
                    <a:lnTo>
                      <a:pt x="2236" y="5000"/>
                    </a:lnTo>
                    <a:lnTo>
                      <a:pt x="2302" y="5000"/>
                    </a:lnTo>
                    <a:cubicBezTo>
                      <a:pt x="2036" y="5267"/>
                      <a:pt x="1769" y="5534"/>
                      <a:pt x="1502" y="5801"/>
                    </a:cubicBezTo>
                    <a:cubicBezTo>
                      <a:pt x="1068" y="6301"/>
                      <a:pt x="635" y="6801"/>
                      <a:pt x="268" y="7335"/>
                    </a:cubicBezTo>
                    <a:cubicBezTo>
                      <a:pt x="245" y="7358"/>
                      <a:pt x="269" y="7397"/>
                      <a:pt x="298" y="7397"/>
                    </a:cubicBezTo>
                    <a:cubicBezTo>
                      <a:pt x="310" y="7397"/>
                      <a:pt x="324" y="7389"/>
                      <a:pt x="334" y="7368"/>
                    </a:cubicBezTo>
                    <a:cubicBezTo>
                      <a:pt x="1268" y="6334"/>
                      <a:pt x="2302" y="5400"/>
                      <a:pt x="3403" y="4566"/>
                    </a:cubicBezTo>
                    <a:cubicBezTo>
                      <a:pt x="4070" y="4099"/>
                      <a:pt x="4738" y="3632"/>
                      <a:pt x="5438" y="3232"/>
                    </a:cubicBezTo>
                    <a:lnTo>
                      <a:pt x="5438" y="3232"/>
                    </a:lnTo>
                    <a:cubicBezTo>
                      <a:pt x="5405" y="3299"/>
                      <a:pt x="5405" y="3399"/>
                      <a:pt x="5405" y="3466"/>
                    </a:cubicBezTo>
                    <a:cubicBezTo>
                      <a:pt x="5338" y="3699"/>
                      <a:pt x="5305" y="3966"/>
                      <a:pt x="5238" y="4233"/>
                    </a:cubicBezTo>
                    <a:cubicBezTo>
                      <a:pt x="5138" y="4733"/>
                      <a:pt x="5038" y="5233"/>
                      <a:pt x="4904" y="5767"/>
                    </a:cubicBezTo>
                    <a:cubicBezTo>
                      <a:pt x="4704" y="6768"/>
                      <a:pt x="4404" y="7802"/>
                      <a:pt x="4170" y="8803"/>
                    </a:cubicBezTo>
                    <a:cubicBezTo>
                      <a:pt x="4170" y="8826"/>
                      <a:pt x="4187" y="8850"/>
                      <a:pt x="4209" y="8850"/>
                    </a:cubicBezTo>
                    <a:cubicBezTo>
                      <a:pt x="4218" y="8850"/>
                      <a:pt x="4227" y="8846"/>
                      <a:pt x="4237" y="8836"/>
                    </a:cubicBezTo>
                    <a:lnTo>
                      <a:pt x="4271" y="8803"/>
                    </a:lnTo>
                    <a:cubicBezTo>
                      <a:pt x="4271" y="8803"/>
                      <a:pt x="4271" y="8769"/>
                      <a:pt x="4271" y="8769"/>
                    </a:cubicBezTo>
                    <a:cubicBezTo>
                      <a:pt x="4604" y="7802"/>
                      <a:pt x="4904" y="6801"/>
                      <a:pt x="5138" y="5801"/>
                    </a:cubicBezTo>
                    <a:cubicBezTo>
                      <a:pt x="5238" y="5267"/>
                      <a:pt x="5371" y="4733"/>
                      <a:pt x="5471" y="4199"/>
                    </a:cubicBezTo>
                    <a:cubicBezTo>
                      <a:pt x="5505" y="3966"/>
                      <a:pt x="5538" y="3732"/>
                      <a:pt x="5571" y="3499"/>
                    </a:cubicBezTo>
                    <a:cubicBezTo>
                      <a:pt x="5605" y="3365"/>
                      <a:pt x="5638" y="3232"/>
                      <a:pt x="5638" y="3099"/>
                    </a:cubicBezTo>
                    <a:cubicBezTo>
                      <a:pt x="6272" y="2732"/>
                      <a:pt x="6872" y="2431"/>
                      <a:pt x="7540" y="2131"/>
                    </a:cubicBezTo>
                    <a:lnTo>
                      <a:pt x="7540" y="2131"/>
                    </a:lnTo>
                    <a:cubicBezTo>
                      <a:pt x="7439" y="2598"/>
                      <a:pt x="7339" y="3032"/>
                      <a:pt x="7239" y="3499"/>
                    </a:cubicBezTo>
                    <a:cubicBezTo>
                      <a:pt x="7139" y="4033"/>
                      <a:pt x="7006" y="4600"/>
                      <a:pt x="6906" y="5167"/>
                    </a:cubicBezTo>
                    <a:cubicBezTo>
                      <a:pt x="6906" y="5200"/>
                      <a:pt x="6906" y="5233"/>
                      <a:pt x="6906" y="5267"/>
                    </a:cubicBezTo>
                    <a:cubicBezTo>
                      <a:pt x="6906" y="5283"/>
                      <a:pt x="6914" y="5292"/>
                      <a:pt x="6922" y="5292"/>
                    </a:cubicBezTo>
                    <a:cubicBezTo>
                      <a:pt x="6931" y="5292"/>
                      <a:pt x="6939" y="5283"/>
                      <a:pt x="6939" y="5267"/>
                    </a:cubicBezTo>
                    <a:cubicBezTo>
                      <a:pt x="7139" y="4700"/>
                      <a:pt x="7306" y="4099"/>
                      <a:pt x="7439" y="3466"/>
                    </a:cubicBezTo>
                    <a:cubicBezTo>
                      <a:pt x="7540" y="2999"/>
                      <a:pt x="7673" y="2498"/>
                      <a:pt x="7740" y="2031"/>
                    </a:cubicBezTo>
                    <a:cubicBezTo>
                      <a:pt x="8507" y="1698"/>
                      <a:pt x="9274" y="1397"/>
                      <a:pt x="10075" y="1164"/>
                    </a:cubicBezTo>
                    <a:cubicBezTo>
                      <a:pt x="10508" y="1030"/>
                      <a:pt x="10975" y="930"/>
                      <a:pt x="11409" y="864"/>
                    </a:cubicBezTo>
                    <a:lnTo>
                      <a:pt x="11409" y="864"/>
                    </a:lnTo>
                    <a:cubicBezTo>
                      <a:pt x="11309" y="1164"/>
                      <a:pt x="11209" y="1497"/>
                      <a:pt x="11142" y="1798"/>
                    </a:cubicBezTo>
                    <a:lnTo>
                      <a:pt x="10775" y="3232"/>
                    </a:lnTo>
                    <a:cubicBezTo>
                      <a:pt x="10542" y="4199"/>
                      <a:pt x="10342" y="5200"/>
                      <a:pt x="10108" y="6167"/>
                    </a:cubicBezTo>
                    <a:lnTo>
                      <a:pt x="10175" y="6167"/>
                    </a:lnTo>
                    <a:cubicBezTo>
                      <a:pt x="10442" y="5200"/>
                      <a:pt x="10775" y="4233"/>
                      <a:pt x="11075" y="3265"/>
                    </a:cubicBezTo>
                    <a:cubicBezTo>
                      <a:pt x="11209" y="2798"/>
                      <a:pt x="11342" y="2298"/>
                      <a:pt x="11476" y="1831"/>
                    </a:cubicBezTo>
                    <a:cubicBezTo>
                      <a:pt x="11609" y="1464"/>
                      <a:pt x="11676" y="1131"/>
                      <a:pt x="11743" y="764"/>
                    </a:cubicBezTo>
                    <a:cubicBezTo>
                      <a:pt x="12077" y="720"/>
                      <a:pt x="12419" y="695"/>
                      <a:pt x="12761" y="695"/>
                    </a:cubicBezTo>
                    <a:cubicBezTo>
                      <a:pt x="13202" y="695"/>
                      <a:pt x="13645" y="736"/>
                      <a:pt x="14078" y="830"/>
                    </a:cubicBezTo>
                    <a:cubicBezTo>
                      <a:pt x="15245" y="1064"/>
                      <a:pt x="16513" y="1631"/>
                      <a:pt x="17013" y="2798"/>
                    </a:cubicBezTo>
                    <a:cubicBezTo>
                      <a:pt x="17013" y="2808"/>
                      <a:pt x="17019" y="2812"/>
                      <a:pt x="17027" y="2812"/>
                    </a:cubicBezTo>
                    <a:cubicBezTo>
                      <a:pt x="17046" y="2812"/>
                      <a:pt x="17080" y="2789"/>
                      <a:pt x="17080" y="2765"/>
                    </a:cubicBezTo>
                    <a:cubicBezTo>
                      <a:pt x="16779" y="1364"/>
                      <a:pt x="15479" y="530"/>
                      <a:pt x="14178" y="197"/>
                    </a:cubicBezTo>
                    <a:cubicBezTo>
                      <a:pt x="13595" y="64"/>
                      <a:pt x="13008" y="0"/>
                      <a:pt x="1242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9">
                <a:extLst>
                  <a:ext uri="{FF2B5EF4-FFF2-40B4-BE49-F238E27FC236}">
                    <a16:creationId xmlns:a16="http://schemas.microsoft.com/office/drawing/2014/main" id="{C85D3314-BD75-2275-0A92-287340DCFF10}"/>
                  </a:ext>
                </a:extLst>
              </p:cNvPr>
              <p:cNvSpPr/>
              <p:nvPr/>
            </p:nvSpPr>
            <p:spPr>
              <a:xfrm>
                <a:off x="4658370" y="2884315"/>
                <a:ext cx="8460" cy="37849"/>
              </a:xfrm>
              <a:custGeom>
                <a:avLst/>
                <a:gdLst/>
                <a:ahLst/>
                <a:cxnLst/>
                <a:rect l="l" t="t" r="r" b="b"/>
                <a:pathLst>
                  <a:path w="401" h="1794" extrusionOk="0">
                    <a:moveTo>
                      <a:pt x="384" y="0"/>
                    </a:moveTo>
                    <a:cubicBezTo>
                      <a:pt x="375" y="0"/>
                      <a:pt x="367" y="8"/>
                      <a:pt x="367" y="25"/>
                    </a:cubicBezTo>
                    <a:cubicBezTo>
                      <a:pt x="267" y="492"/>
                      <a:pt x="200" y="926"/>
                      <a:pt x="67" y="1393"/>
                    </a:cubicBezTo>
                    <a:cubicBezTo>
                      <a:pt x="67" y="1460"/>
                      <a:pt x="33" y="1560"/>
                      <a:pt x="33" y="1626"/>
                    </a:cubicBezTo>
                    <a:cubicBezTo>
                      <a:pt x="0" y="1693"/>
                      <a:pt x="0" y="1760"/>
                      <a:pt x="0" y="1793"/>
                    </a:cubicBezTo>
                    <a:lnTo>
                      <a:pt x="33" y="1793"/>
                    </a:lnTo>
                    <a:cubicBezTo>
                      <a:pt x="234" y="1226"/>
                      <a:pt x="367" y="626"/>
                      <a:pt x="400" y="25"/>
                    </a:cubicBezTo>
                    <a:cubicBezTo>
                      <a:pt x="400" y="8"/>
                      <a:pt x="392" y="0"/>
                      <a:pt x="38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9">
                <a:extLst>
                  <a:ext uri="{FF2B5EF4-FFF2-40B4-BE49-F238E27FC236}">
                    <a16:creationId xmlns:a16="http://schemas.microsoft.com/office/drawing/2014/main" id="{656E233B-2405-F206-1FCE-77F021D8D17A}"/>
                  </a:ext>
                </a:extLst>
              </p:cNvPr>
              <p:cNvSpPr/>
              <p:nvPr/>
            </p:nvSpPr>
            <p:spPr>
              <a:xfrm>
                <a:off x="4749153" y="2839800"/>
                <a:ext cx="19726" cy="84285"/>
              </a:xfrm>
              <a:custGeom>
                <a:avLst/>
                <a:gdLst/>
                <a:ahLst/>
                <a:cxnLst/>
                <a:rect l="l" t="t" r="r" b="b"/>
                <a:pathLst>
                  <a:path w="935" h="3995" extrusionOk="0">
                    <a:moveTo>
                      <a:pt x="867" y="0"/>
                    </a:moveTo>
                    <a:cubicBezTo>
                      <a:pt x="801" y="167"/>
                      <a:pt x="767" y="301"/>
                      <a:pt x="734" y="467"/>
                    </a:cubicBezTo>
                    <a:cubicBezTo>
                      <a:pt x="734" y="634"/>
                      <a:pt x="701" y="801"/>
                      <a:pt x="667" y="968"/>
                    </a:cubicBezTo>
                    <a:cubicBezTo>
                      <a:pt x="601" y="1301"/>
                      <a:pt x="534" y="1635"/>
                      <a:pt x="467" y="1935"/>
                    </a:cubicBezTo>
                    <a:cubicBezTo>
                      <a:pt x="334" y="2569"/>
                      <a:pt x="200" y="3169"/>
                      <a:pt x="34" y="3770"/>
                    </a:cubicBezTo>
                    <a:cubicBezTo>
                      <a:pt x="34" y="3770"/>
                      <a:pt x="0" y="3770"/>
                      <a:pt x="0" y="3803"/>
                    </a:cubicBezTo>
                    <a:lnTo>
                      <a:pt x="0" y="3970"/>
                    </a:lnTo>
                    <a:cubicBezTo>
                      <a:pt x="0" y="3986"/>
                      <a:pt x="17" y="3995"/>
                      <a:pt x="34" y="3995"/>
                    </a:cubicBezTo>
                    <a:cubicBezTo>
                      <a:pt x="50" y="3995"/>
                      <a:pt x="67" y="3986"/>
                      <a:pt x="67" y="3970"/>
                    </a:cubicBezTo>
                    <a:cubicBezTo>
                      <a:pt x="267" y="3303"/>
                      <a:pt x="434" y="2602"/>
                      <a:pt x="601" y="1935"/>
                    </a:cubicBezTo>
                    <a:cubicBezTo>
                      <a:pt x="667" y="1601"/>
                      <a:pt x="734" y="1268"/>
                      <a:pt x="801" y="934"/>
                    </a:cubicBezTo>
                    <a:cubicBezTo>
                      <a:pt x="867" y="634"/>
                      <a:pt x="934" y="334"/>
                      <a:pt x="9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9">
                <a:extLst>
                  <a:ext uri="{FF2B5EF4-FFF2-40B4-BE49-F238E27FC236}">
                    <a16:creationId xmlns:a16="http://schemas.microsoft.com/office/drawing/2014/main" id="{6769DD27-658A-95CA-CE22-359B54083A4D}"/>
                  </a:ext>
                </a:extLst>
              </p:cNvPr>
              <p:cNvSpPr/>
              <p:nvPr/>
            </p:nvSpPr>
            <p:spPr>
              <a:xfrm>
                <a:off x="4590795" y="2823618"/>
                <a:ext cx="61963" cy="915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434" extrusionOk="0">
                    <a:moveTo>
                      <a:pt x="2870" y="0"/>
                    </a:moveTo>
                    <a:cubicBezTo>
                      <a:pt x="1936" y="100"/>
                      <a:pt x="968" y="234"/>
                      <a:pt x="34" y="367"/>
                    </a:cubicBezTo>
                    <a:cubicBezTo>
                      <a:pt x="1" y="367"/>
                      <a:pt x="1" y="434"/>
                      <a:pt x="34" y="434"/>
                    </a:cubicBezTo>
                    <a:cubicBezTo>
                      <a:pt x="968" y="300"/>
                      <a:pt x="1936" y="200"/>
                      <a:pt x="2870" y="33"/>
                    </a:cubicBezTo>
                    <a:cubicBezTo>
                      <a:pt x="2936" y="33"/>
                      <a:pt x="2903" y="0"/>
                      <a:pt x="287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9">
                <a:extLst>
                  <a:ext uri="{FF2B5EF4-FFF2-40B4-BE49-F238E27FC236}">
                    <a16:creationId xmlns:a16="http://schemas.microsoft.com/office/drawing/2014/main" id="{A1FD70CC-C1A8-3B1C-D38A-A4E71BF42F7E}"/>
                  </a:ext>
                </a:extLst>
              </p:cNvPr>
              <p:cNvSpPr/>
              <p:nvPr/>
            </p:nvSpPr>
            <p:spPr>
              <a:xfrm>
                <a:off x="4599255" y="2021322"/>
                <a:ext cx="401148" cy="410325"/>
              </a:xfrm>
              <a:custGeom>
                <a:avLst/>
                <a:gdLst/>
                <a:ahLst/>
                <a:cxnLst/>
                <a:rect l="l" t="t" r="r" b="b"/>
                <a:pathLst>
                  <a:path w="19014" h="19449" extrusionOk="0">
                    <a:moveTo>
                      <a:pt x="4136" y="1"/>
                    </a:moveTo>
                    <a:cubicBezTo>
                      <a:pt x="4136" y="1"/>
                      <a:pt x="0" y="18247"/>
                      <a:pt x="15878" y="19448"/>
                    </a:cubicBezTo>
                    <a:cubicBezTo>
                      <a:pt x="15878" y="19448"/>
                      <a:pt x="19014" y="5605"/>
                      <a:pt x="4136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9">
                <a:extLst>
                  <a:ext uri="{FF2B5EF4-FFF2-40B4-BE49-F238E27FC236}">
                    <a16:creationId xmlns:a16="http://schemas.microsoft.com/office/drawing/2014/main" id="{84F403D6-12B4-0BD1-EBBC-B6D7449C8F5F}"/>
                  </a:ext>
                </a:extLst>
              </p:cNvPr>
              <p:cNvSpPr/>
              <p:nvPr/>
            </p:nvSpPr>
            <p:spPr>
              <a:xfrm>
                <a:off x="4736051" y="2124911"/>
                <a:ext cx="204540" cy="366548"/>
              </a:xfrm>
              <a:custGeom>
                <a:avLst/>
                <a:gdLst/>
                <a:ahLst/>
                <a:cxnLst/>
                <a:rect l="l" t="t" r="r" b="b"/>
                <a:pathLst>
                  <a:path w="9695" h="17374" extrusionOk="0">
                    <a:moveTo>
                      <a:pt x="1866" y="0"/>
                    </a:moveTo>
                    <a:cubicBezTo>
                      <a:pt x="1825" y="0"/>
                      <a:pt x="1798" y="47"/>
                      <a:pt x="1822" y="94"/>
                    </a:cubicBezTo>
                    <a:cubicBezTo>
                      <a:pt x="2723" y="1195"/>
                      <a:pt x="3557" y="2329"/>
                      <a:pt x="4324" y="3497"/>
                    </a:cubicBezTo>
                    <a:cubicBezTo>
                      <a:pt x="4924" y="4398"/>
                      <a:pt x="5458" y="5332"/>
                      <a:pt x="5958" y="6266"/>
                    </a:cubicBezTo>
                    <a:lnTo>
                      <a:pt x="5258" y="5899"/>
                    </a:lnTo>
                    <a:lnTo>
                      <a:pt x="3557" y="4998"/>
                    </a:lnTo>
                    <a:cubicBezTo>
                      <a:pt x="2389" y="4398"/>
                      <a:pt x="1222" y="3797"/>
                      <a:pt x="87" y="3197"/>
                    </a:cubicBezTo>
                    <a:cubicBezTo>
                      <a:pt x="81" y="3190"/>
                      <a:pt x="73" y="3187"/>
                      <a:pt x="65" y="3187"/>
                    </a:cubicBezTo>
                    <a:cubicBezTo>
                      <a:pt x="33" y="3187"/>
                      <a:pt x="1" y="3230"/>
                      <a:pt x="54" y="3230"/>
                    </a:cubicBezTo>
                    <a:cubicBezTo>
                      <a:pt x="1188" y="3864"/>
                      <a:pt x="2322" y="4531"/>
                      <a:pt x="3457" y="5165"/>
                    </a:cubicBezTo>
                    <a:lnTo>
                      <a:pt x="5191" y="6132"/>
                    </a:lnTo>
                    <a:cubicBezTo>
                      <a:pt x="5458" y="6266"/>
                      <a:pt x="5725" y="6432"/>
                      <a:pt x="6025" y="6599"/>
                    </a:cubicBezTo>
                    <a:cubicBezTo>
                      <a:pt x="6058" y="6632"/>
                      <a:pt x="6125" y="6666"/>
                      <a:pt x="6158" y="6699"/>
                    </a:cubicBezTo>
                    <a:cubicBezTo>
                      <a:pt x="6759" y="7800"/>
                      <a:pt x="7259" y="8934"/>
                      <a:pt x="7760" y="10102"/>
                    </a:cubicBezTo>
                    <a:cubicBezTo>
                      <a:pt x="7926" y="10502"/>
                      <a:pt x="8060" y="10969"/>
                      <a:pt x="8193" y="11369"/>
                    </a:cubicBezTo>
                    <a:cubicBezTo>
                      <a:pt x="7726" y="11036"/>
                      <a:pt x="7193" y="10735"/>
                      <a:pt x="6659" y="10469"/>
                    </a:cubicBezTo>
                    <a:cubicBezTo>
                      <a:pt x="6025" y="10102"/>
                      <a:pt x="5425" y="9768"/>
                      <a:pt x="4791" y="9434"/>
                    </a:cubicBezTo>
                    <a:cubicBezTo>
                      <a:pt x="3490" y="8801"/>
                      <a:pt x="2189" y="8234"/>
                      <a:pt x="888" y="7667"/>
                    </a:cubicBezTo>
                    <a:cubicBezTo>
                      <a:pt x="881" y="7660"/>
                      <a:pt x="875" y="7657"/>
                      <a:pt x="869" y="7657"/>
                    </a:cubicBezTo>
                    <a:cubicBezTo>
                      <a:pt x="844" y="7657"/>
                      <a:pt x="828" y="7700"/>
                      <a:pt x="855" y="7700"/>
                    </a:cubicBezTo>
                    <a:cubicBezTo>
                      <a:pt x="2122" y="8300"/>
                      <a:pt x="3356" y="9001"/>
                      <a:pt x="4624" y="9701"/>
                    </a:cubicBezTo>
                    <a:cubicBezTo>
                      <a:pt x="5224" y="10035"/>
                      <a:pt x="5892" y="10368"/>
                      <a:pt x="6492" y="10702"/>
                    </a:cubicBezTo>
                    <a:cubicBezTo>
                      <a:pt x="7092" y="11036"/>
                      <a:pt x="7693" y="11403"/>
                      <a:pt x="8293" y="11703"/>
                    </a:cubicBezTo>
                    <a:cubicBezTo>
                      <a:pt x="8493" y="12337"/>
                      <a:pt x="8694" y="13004"/>
                      <a:pt x="8894" y="13637"/>
                    </a:cubicBezTo>
                    <a:cubicBezTo>
                      <a:pt x="9261" y="14872"/>
                      <a:pt x="9528" y="16106"/>
                      <a:pt x="9694" y="17373"/>
                    </a:cubicBezTo>
                    <a:cubicBezTo>
                      <a:pt x="9561" y="15972"/>
                      <a:pt x="9394" y="14605"/>
                      <a:pt x="9127" y="13204"/>
                    </a:cubicBezTo>
                    <a:cubicBezTo>
                      <a:pt x="8860" y="11903"/>
                      <a:pt x="8460" y="10635"/>
                      <a:pt x="7993" y="9401"/>
                    </a:cubicBezTo>
                    <a:lnTo>
                      <a:pt x="8026" y="9001"/>
                    </a:lnTo>
                    <a:cubicBezTo>
                      <a:pt x="8060" y="8601"/>
                      <a:pt x="8093" y="8234"/>
                      <a:pt x="8093" y="7867"/>
                    </a:cubicBezTo>
                    <a:lnTo>
                      <a:pt x="8093" y="5565"/>
                    </a:lnTo>
                    <a:cubicBezTo>
                      <a:pt x="8093" y="5548"/>
                      <a:pt x="8076" y="5540"/>
                      <a:pt x="8060" y="5540"/>
                    </a:cubicBezTo>
                    <a:cubicBezTo>
                      <a:pt x="8043" y="5540"/>
                      <a:pt x="8026" y="5548"/>
                      <a:pt x="8026" y="5565"/>
                    </a:cubicBezTo>
                    <a:cubicBezTo>
                      <a:pt x="7993" y="6332"/>
                      <a:pt x="7893" y="7099"/>
                      <a:pt x="7860" y="7833"/>
                    </a:cubicBezTo>
                    <a:cubicBezTo>
                      <a:pt x="7826" y="8200"/>
                      <a:pt x="7793" y="8534"/>
                      <a:pt x="7793" y="8867"/>
                    </a:cubicBezTo>
                    <a:cubicBezTo>
                      <a:pt x="7393" y="7933"/>
                      <a:pt x="6959" y="6999"/>
                      <a:pt x="6459" y="6099"/>
                    </a:cubicBezTo>
                    <a:cubicBezTo>
                      <a:pt x="6158" y="5598"/>
                      <a:pt x="5892" y="5098"/>
                      <a:pt x="5558" y="4598"/>
                    </a:cubicBezTo>
                    <a:lnTo>
                      <a:pt x="5558" y="4031"/>
                    </a:lnTo>
                    <a:cubicBezTo>
                      <a:pt x="5558" y="3697"/>
                      <a:pt x="5525" y="3363"/>
                      <a:pt x="5525" y="3030"/>
                    </a:cubicBezTo>
                    <a:cubicBezTo>
                      <a:pt x="5491" y="2363"/>
                      <a:pt x="5425" y="1696"/>
                      <a:pt x="5391" y="1028"/>
                    </a:cubicBezTo>
                    <a:cubicBezTo>
                      <a:pt x="5391" y="1012"/>
                      <a:pt x="5375" y="1003"/>
                      <a:pt x="5358" y="1003"/>
                    </a:cubicBezTo>
                    <a:cubicBezTo>
                      <a:pt x="5341" y="1003"/>
                      <a:pt x="5325" y="1012"/>
                      <a:pt x="5325" y="1028"/>
                    </a:cubicBezTo>
                    <a:lnTo>
                      <a:pt x="5325" y="3063"/>
                    </a:lnTo>
                    <a:cubicBezTo>
                      <a:pt x="5325" y="3397"/>
                      <a:pt x="5358" y="3764"/>
                      <a:pt x="5358" y="4097"/>
                    </a:cubicBezTo>
                    <a:lnTo>
                      <a:pt x="5358" y="4231"/>
                    </a:lnTo>
                    <a:cubicBezTo>
                      <a:pt x="4357" y="2696"/>
                      <a:pt x="3223" y="1295"/>
                      <a:pt x="1922" y="28"/>
                    </a:cubicBezTo>
                    <a:cubicBezTo>
                      <a:pt x="1903" y="8"/>
                      <a:pt x="1883" y="0"/>
                      <a:pt x="186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9">
                <a:extLst>
                  <a:ext uri="{FF2B5EF4-FFF2-40B4-BE49-F238E27FC236}">
                    <a16:creationId xmlns:a16="http://schemas.microsoft.com/office/drawing/2014/main" id="{FCD9D545-3E03-8D02-1A42-08FCCE4B1B75}"/>
                  </a:ext>
                </a:extLst>
              </p:cNvPr>
              <p:cNvSpPr/>
              <p:nvPr/>
            </p:nvSpPr>
            <p:spPr>
              <a:xfrm>
                <a:off x="4889198" y="2198330"/>
                <a:ext cx="4937" cy="51562"/>
              </a:xfrm>
              <a:custGeom>
                <a:avLst/>
                <a:gdLst/>
                <a:ahLst/>
                <a:cxnLst/>
                <a:rect l="l" t="t" r="r" b="b"/>
                <a:pathLst>
                  <a:path w="234" h="2444" extrusionOk="0">
                    <a:moveTo>
                      <a:pt x="200" y="0"/>
                    </a:moveTo>
                    <a:cubicBezTo>
                      <a:pt x="184" y="0"/>
                      <a:pt x="167" y="17"/>
                      <a:pt x="167" y="50"/>
                    </a:cubicBezTo>
                    <a:cubicBezTo>
                      <a:pt x="100" y="817"/>
                      <a:pt x="34" y="1618"/>
                      <a:pt x="0" y="2419"/>
                    </a:cubicBezTo>
                    <a:cubicBezTo>
                      <a:pt x="0" y="2435"/>
                      <a:pt x="17" y="2444"/>
                      <a:pt x="34" y="2444"/>
                    </a:cubicBezTo>
                    <a:cubicBezTo>
                      <a:pt x="50" y="2444"/>
                      <a:pt x="67" y="2435"/>
                      <a:pt x="67" y="2419"/>
                    </a:cubicBezTo>
                    <a:cubicBezTo>
                      <a:pt x="134" y="1618"/>
                      <a:pt x="167" y="817"/>
                      <a:pt x="234" y="50"/>
                    </a:cubicBezTo>
                    <a:cubicBezTo>
                      <a:pt x="234" y="17"/>
                      <a:pt x="217" y="0"/>
                      <a:pt x="20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9">
                <a:extLst>
                  <a:ext uri="{FF2B5EF4-FFF2-40B4-BE49-F238E27FC236}">
                    <a16:creationId xmlns:a16="http://schemas.microsoft.com/office/drawing/2014/main" id="{ACD78302-B15C-D037-B42F-98EDA3ED044D}"/>
                  </a:ext>
                </a:extLst>
              </p:cNvPr>
              <p:cNvSpPr/>
              <p:nvPr/>
            </p:nvSpPr>
            <p:spPr>
              <a:xfrm>
                <a:off x="4740693" y="2254977"/>
                <a:ext cx="61246" cy="24642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1168" extrusionOk="0">
                    <a:moveTo>
                      <a:pt x="68" y="0"/>
                    </a:moveTo>
                    <a:cubicBezTo>
                      <a:pt x="34" y="0"/>
                      <a:pt x="1" y="34"/>
                      <a:pt x="68" y="67"/>
                    </a:cubicBezTo>
                    <a:cubicBezTo>
                      <a:pt x="1002" y="434"/>
                      <a:pt x="1936" y="801"/>
                      <a:pt x="2870" y="1168"/>
                    </a:cubicBezTo>
                    <a:cubicBezTo>
                      <a:pt x="2870" y="1168"/>
                      <a:pt x="2903" y="1135"/>
                      <a:pt x="2870" y="1135"/>
                    </a:cubicBezTo>
                    <a:cubicBezTo>
                      <a:pt x="1936" y="734"/>
                      <a:pt x="1002" y="367"/>
                      <a:pt x="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9">
                <a:extLst>
                  <a:ext uri="{FF2B5EF4-FFF2-40B4-BE49-F238E27FC236}">
                    <a16:creationId xmlns:a16="http://schemas.microsoft.com/office/drawing/2014/main" id="{4B751471-B7C5-7336-542B-0258E6C84ED0}"/>
                  </a:ext>
                </a:extLst>
              </p:cNvPr>
              <p:cNvSpPr/>
              <p:nvPr/>
            </p:nvSpPr>
            <p:spPr>
              <a:xfrm>
                <a:off x="4710439" y="2119847"/>
                <a:ext cx="58292" cy="31899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1512" extrusionOk="0">
                    <a:moveTo>
                      <a:pt x="67" y="1"/>
                    </a:moveTo>
                    <a:cubicBezTo>
                      <a:pt x="34" y="1"/>
                      <a:pt x="1" y="68"/>
                      <a:pt x="34" y="68"/>
                    </a:cubicBezTo>
                    <a:cubicBezTo>
                      <a:pt x="935" y="501"/>
                      <a:pt x="1835" y="1002"/>
                      <a:pt x="2702" y="1502"/>
                    </a:cubicBezTo>
                    <a:cubicBezTo>
                      <a:pt x="2709" y="1508"/>
                      <a:pt x="2715" y="1511"/>
                      <a:pt x="2721" y="1511"/>
                    </a:cubicBezTo>
                    <a:cubicBezTo>
                      <a:pt x="2746" y="1511"/>
                      <a:pt x="2763" y="1462"/>
                      <a:pt x="2736" y="1435"/>
                    </a:cubicBezTo>
                    <a:cubicBezTo>
                      <a:pt x="1869" y="902"/>
                      <a:pt x="1001" y="435"/>
                      <a:pt x="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9">
                <a:extLst>
                  <a:ext uri="{FF2B5EF4-FFF2-40B4-BE49-F238E27FC236}">
                    <a16:creationId xmlns:a16="http://schemas.microsoft.com/office/drawing/2014/main" id="{E5819394-6209-64D0-AD44-376999B4A611}"/>
                  </a:ext>
                </a:extLst>
              </p:cNvPr>
              <p:cNvSpPr/>
              <p:nvPr/>
            </p:nvSpPr>
            <p:spPr>
              <a:xfrm>
                <a:off x="4716768" y="3064298"/>
                <a:ext cx="453238" cy="477858"/>
              </a:xfrm>
              <a:custGeom>
                <a:avLst/>
                <a:gdLst/>
                <a:ahLst/>
                <a:cxnLst/>
                <a:rect l="l" t="t" r="r" b="b"/>
                <a:pathLst>
                  <a:path w="21483" h="22650" extrusionOk="0">
                    <a:moveTo>
                      <a:pt x="1" y="0"/>
                    </a:moveTo>
                    <a:lnTo>
                      <a:pt x="1" y="22650"/>
                    </a:lnTo>
                    <a:lnTo>
                      <a:pt x="21483" y="22650"/>
                    </a:lnTo>
                    <a:lnTo>
                      <a:pt x="21483" y="0"/>
                    </a:lnTo>
                    <a:close/>
                  </a:path>
                </a:pathLst>
              </a:custGeom>
              <a:solidFill>
                <a:srgbClr val="3747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9">
                <a:extLst>
                  <a:ext uri="{FF2B5EF4-FFF2-40B4-BE49-F238E27FC236}">
                    <a16:creationId xmlns:a16="http://schemas.microsoft.com/office/drawing/2014/main" id="{C6A7DFBB-9391-A556-3B01-B3365244F51E}"/>
                  </a:ext>
                </a:extLst>
              </p:cNvPr>
              <p:cNvSpPr/>
              <p:nvPr/>
            </p:nvSpPr>
            <p:spPr>
              <a:xfrm>
                <a:off x="5178445" y="3233901"/>
                <a:ext cx="23228" cy="818478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38795" extrusionOk="0">
                    <a:moveTo>
                      <a:pt x="0" y="0"/>
                    </a:moveTo>
                    <a:lnTo>
                      <a:pt x="0" y="38795"/>
                    </a:lnTo>
                    <a:lnTo>
                      <a:pt x="1101" y="38795"/>
                    </a:lnTo>
                    <a:lnTo>
                      <a:pt x="1101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9">
                <a:extLst>
                  <a:ext uri="{FF2B5EF4-FFF2-40B4-BE49-F238E27FC236}">
                    <a16:creationId xmlns:a16="http://schemas.microsoft.com/office/drawing/2014/main" id="{BF23B2F5-396A-0564-1EA3-F8299DDE1B00}"/>
                  </a:ext>
                </a:extLst>
              </p:cNvPr>
              <p:cNvSpPr/>
              <p:nvPr/>
            </p:nvSpPr>
            <p:spPr>
              <a:xfrm>
                <a:off x="4687928" y="3233901"/>
                <a:ext cx="23228" cy="818478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38795" extrusionOk="0">
                    <a:moveTo>
                      <a:pt x="0" y="0"/>
                    </a:moveTo>
                    <a:lnTo>
                      <a:pt x="0" y="38795"/>
                    </a:lnTo>
                    <a:lnTo>
                      <a:pt x="1101" y="38795"/>
                    </a:lnTo>
                    <a:lnTo>
                      <a:pt x="1101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9">
                <a:extLst>
                  <a:ext uri="{FF2B5EF4-FFF2-40B4-BE49-F238E27FC236}">
                    <a16:creationId xmlns:a16="http://schemas.microsoft.com/office/drawing/2014/main" id="{F98096FC-4212-A883-E28E-8C27BD27662E}"/>
                  </a:ext>
                </a:extLst>
              </p:cNvPr>
              <p:cNvSpPr/>
              <p:nvPr/>
            </p:nvSpPr>
            <p:spPr>
              <a:xfrm>
                <a:off x="4920865" y="3233901"/>
                <a:ext cx="23249" cy="818478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8795" extrusionOk="0">
                    <a:moveTo>
                      <a:pt x="0" y="0"/>
                    </a:moveTo>
                    <a:lnTo>
                      <a:pt x="0" y="38795"/>
                    </a:lnTo>
                    <a:lnTo>
                      <a:pt x="1101" y="38795"/>
                    </a:lnTo>
                    <a:lnTo>
                      <a:pt x="1101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9">
                <a:extLst>
                  <a:ext uri="{FF2B5EF4-FFF2-40B4-BE49-F238E27FC236}">
                    <a16:creationId xmlns:a16="http://schemas.microsoft.com/office/drawing/2014/main" id="{E6D87782-998A-A885-F7FB-511C3D4B17BC}"/>
                  </a:ext>
                </a:extLst>
              </p:cNvPr>
              <p:cNvSpPr/>
              <p:nvPr/>
            </p:nvSpPr>
            <p:spPr>
              <a:xfrm>
                <a:off x="4699890" y="3511881"/>
                <a:ext cx="489821" cy="66183"/>
              </a:xfrm>
              <a:custGeom>
                <a:avLst/>
                <a:gdLst/>
                <a:ahLst/>
                <a:cxnLst/>
                <a:rect l="l" t="t" r="r" b="b"/>
                <a:pathLst>
                  <a:path w="23217" h="3137" extrusionOk="0">
                    <a:moveTo>
                      <a:pt x="0" y="0"/>
                    </a:moveTo>
                    <a:lnTo>
                      <a:pt x="0" y="3136"/>
                    </a:lnTo>
                    <a:lnTo>
                      <a:pt x="23217" y="3136"/>
                    </a:lnTo>
                    <a:lnTo>
                      <a:pt x="23217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9">
                <a:extLst>
                  <a:ext uri="{FF2B5EF4-FFF2-40B4-BE49-F238E27FC236}">
                    <a16:creationId xmlns:a16="http://schemas.microsoft.com/office/drawing/2014/main" id="{6FA49907-6E56-A22B-1FD6-89FF492293C6}"/>
                  </a:ext>
                </a:extLst>
              </p:cNvPr>
              <p:cNvSpPr/>
              <p:nvPr/>
            </p:nvSpPr>
            <p:spPr>
              <a:xfrm>
                <a:off x="4998968" y="2561102"/>
                <a:ext cx="444102" cy="1164751"/>
              </a:xfrm>
              <a:custGeom>
                <a:avLst/>
                <a:gdLst/>
                <a:ahLst/>
                <a:cxnLst/>
                <a:rect l="l" t="t" r="r" b="b"/>
                <a:pathLst>
                  <a:path w="21050" h="55208" extrusionOk="0">
                    <a:moveTo>
                      <a:pt x="1" y="1"/>
                    </a:moveTo>
                    <a:lnTo>
                      <a:pt x="1" y="55207"/>
                    </a:lnTo>
                    <a:lnTo>
                      <a:pt x="21049" y="55207"/>
                    </a:lnTo>
                    <a:lnTo>
                      <a:pt x="21049" y="1"/>
                    </a:ln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0" name="Google Shape;1360;p39">
              <a:extLst>
                <a:ext uri="{FF2B5EF4-FFF2-40B4-BE49-F238E27FC236}">
                  <a16:creationId xmlns:a16="http://schemas.microsoft.com/office/drawing/2014/main" id="{94D19ED2-DA39-21FE-4DC9-9D543622AB76}"/>
                </a:ext>
              </a:extLst>
            </p:cNvPr>
            <p:cNvSpPr/>
            <p:nvPr/>
          </p:nvSpPr>
          <p:spPr>
            <a:xfrm>
              <a:off x="4998968" y="2561102"/>
              <a:ext cx="444102" cy="1164751"/>
            </a:xfrm>
            <a:custGeom>
              <a:avLst/>
              <a:gdLst/>
              <a:ahLst/>
              <a:cxnLst/>
              <a:rect l="l" t="t" r="r" b="b"/>
              <a:pathLst>
                <a:path w="21050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21049" y="55207"/>
                  </a:lnTo>
                  <a:lnTo>
                    <a:pt x="210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9">
              <a:extLst>
                <a:ext uri="{FF2B5EF4-FFF2-40B4-BE49-F238E27FC236}">
                  <a16:creationId xmlns:a16="http://schemas.microsoft.com/office/drawing/2014/main" id="{AF5F1F26-7605-2944-6F88-42989710AD76}"/>
                </a:ext>
              </a:extLst>
            </p:cNvPr>
            <p:cNvSpPr/>
            <p:nvPr/>
          </p:nvSpPr>
          <p:spPr>
            <a:xfrm>
              <a:off x="7302351" y="2561102"/>
              <a:ext cx="444102" cy="1164751"/>
            </a:xfrm>
            <a:custGeom>
              <a:avLst/>
              <a:gdLst/>
              <a:ahLst/>
              <a:cxnLst/>
              <a:rect l="l" t="t" r="r" b="b"/>
              <a:pathLst>
                <a:path w="21050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21049" y="55207"/>
                  </a:lnTo>
                  <a:lnTo>
                    <a:pt x="21049" y="1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9">
              <a:extLst>
                <a:ext uri="{FF2B5EF4-FFF2-40B4-BE49-F238E27FC236}">
                  <a16:creationId xmlns:a16="http://schemas.microsoft.com/office/drawing/2014/main" id="{2E488BEC-F1C5-DCCD-8355-75CD47ECDB76}"/>
                </a:ext>
              </a:extLst>
            </p:cNvPr>
            <p:cNvSpPr/>
            <p:nvPr/>
          </p:nvSpPr>
          <p:spPr>
            <a:xfrm>
              <a:off x="7302351" y="2561102"/>
              <a:ext cx="444102" cy="1164751"/>
            </a:xfrm>
            <a:custGeom>
              <a:avLst/>
              <a:gdLst/>
              <a:ahLst/>
              <a:cxnLst/>
              <a:rect l="l" t="t" r="r" b="b"/>
              <a:pathLst>
                <a:path w="21050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21049" y="55207"/>
                  </a:lnTo>
                  <a:lnTo>
                    <a:pt x="210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9">
              <a:extLst>
                <a:ext uri="{FF2B5EF4-FFF2-40B4-BE49-F238E27FC236}">
                  <a16:creationId xmlns:a16="http://schemas.microsoft.com/office/drawing/2014/main" id="{41BAB4FF-308A-0B6E-4FA7-4C3D444F35B3}"/>
                </a:ext>
              </a:extLst>
            </p:cNvPr>
            <p:cNvSpPr/>
            <p:nvPr/>
          </p:nvSpPr>
          <p:spPr>
            <a:xfrm>
              <a:off x="5443050" y="1740535"/>
              <a:ext cx="1859323" cy="1985317"/>
            </a:xfrm>
            <a:custGeom>
              <a:avLst/>
              <a:gdLst/>
              <a:ahLst/>
              <a:cxnLst/>
              <a:rect l="l" t="t" r="r" b="b"/>
              <a:pathLst>
                <a:path w="88130" h="94102" extrusionOk="0">
                  <a:moveTo>
                    <a:pt x="0" y="0"/>
                  </a:moveTo>
                  <a:lnTo>
                    <a:pt x="0" y="94101"/>
                  </a:lnTo>
                  <a:lnTo>
                    <a:pt x="88130" y="94101"/>
                  </a:lnTo>
                  <a:lnTo>
                    <a:pt x="88130" y="0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9">
              <a:extLst>
                <a:ext uri="{FF2B5EF4-FFF2-40B4-BE49-F238E27FC236}">
                  <a16:creationId xmlns:a16="http://schemas.microsoft.com/office/drawing/2014/main" id="{F1D27F93-863D-97EF-741F-A8D15710BE60}"/>
                </a:ext>
              </a:extLst>
            </p:cNvPr>
            <p:cNvSpPr/>
            <p:nvPr/>
          </p:nvSpPr>
          <p:spPr>
            <a:xfrm>
              <a:off x="5443050" y="1740535"/>
              <a:ext cx="1859323" cy="1985317"/>
            </a:xfrm>
            <a:custGeom>
              <a:avLst/>
              <a:gdLst/>
              <a:ahLst/>
              <a:cxnLst/>
              <a:rect l="l" t="t" r="r" b="b"/>
              <a:pathLst>
                <a:path w="88130" h="94102" extrusionOk="0">
                  <a:moveTo>
                    <a:pt x="0" y="0"/>
                  </a:moveTo>
                  <a:lnTo>
                    <a:pt x="0" y="94101"/>
                  </a:lnTo>
                  <a:lnTo>
                    <a:pt x="88130" y="94101"/>
                  </a:lnTo>
                  <a:lnTo>
                    <a:pt x="881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9">
              <a:extLst>
                <a:ext uri="{FF2B5EF4-FFF2-40B4-BE49-F238E27FC236}">
                  <a16:creationId xmlns:a16="http://schemas.microsoft.com/office/drawing/2014/main" id="{4A114E76-1A5D-9F61-C8C5-C36E8868F18C}"/>
                </a:ext>
              </a:extLst>
            </p:cNvPr>
            <p:cNvSpPr/>
            <p:nvPr/>
          </p:nvSpPr>
          <p:spPr>
            <a:xfrm>
              <a:off x="7302351" y="2561102"/>
              <a:ext cx="10591" cy="1164751"/>
            </a:xfrm>
            <a:custGeom>
              <a:avLst/>
              <a:gdLst/>
              <a:ahLst/>
              <a:cxnLst/>
              <a:rect l="l" t="t" r="r" b="b"/>
              <a:pathLst>
                <a:path w="502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501" y="5520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9">
              <a:extLst>
                <a:ext uri="{FF2B5EF4-FFF2-40B4-BE49-F238E27FC236}">
                  <a16:creationId xmlns:a16="http://schemas.microsoft.com/office/drawing/2014/main" id="{A876BDDE-81DB-7870-51FB-28C6F07686B3}"/>
                </a:ext>
              </a:extLst>
            </p:cNvPr>
            <p:cNvSpPr/>
            <p:nvPr/>
          </p:nvSpPr>
          <p:spPr>
            <a:xfrm>
              <a:off x="5438113" y="2561102"/>
              <a:ext cx="10591" cy="1164751"/>
            </a:xfrm>
            <a:custGeom>
              <a:avLst/>
              <a:gdLst/>
              <a:ahLst/>
              <a:cxnLst/>
              <a:rect l="l" t="t" r="r" b="b"/>
              <a:pathLst>
                <a:path w="502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501" y="5520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9">
              <a:extLst>
                <a:ext uri="{FF2B5EF4-FFF2-40B4-BE49-F238E27FC236}">
                  <a16:creationId xmlns:a16="http://schemas.microsoft.com/office/drawing/2014/main" id="{354855B1-564F-0006-C14A-B533C5EC5276}"/>
                </a:ext>
              </a:extLst>
            </p:cNvPr>
            <p:cNvSpPr/>
            <p:nvPr/>
          </p:nvSpPr>
          <p:spPr>
            <a:xfrm>
              <a:off x="5438113" y="3026280"/>
              <a:ext cx="1874829" cy="361759"/>
            </a:xfrm>
            <a:custGeom>
              <a:avLst/>
              <a:gdLst/>
              <a:ahLst/>
              <a:cxnLst/>
              <a:rect l="l" t="t" r="r" b="b"/>
              <a:pathLst>
                <a:path w="88865" h="17147" extrusionOk="0">
                  <a:moveTo>
                    <a:pt x="88364" y="535"/>
                  </a:moveTo>
                  <a:lnTo>
                    <a:pt x="88364" y="16613"/>
                  </a:lnTo>
                  <a:lnTo>
                    <a:pt x="535" y="16613"/>
                  </a:lnTo>
                  <a:lnTo>
                    <a:pt x="535" y="535"/>
                  </a:lnTo>
                  <a:close/>
                  <a:moveTo>
                    <a:pt x="1" y="1"/>
                  </a:moveTo>
                  <a:lnTo>
                    <a:pt x="1" y="17147"/>
                  </a:lnTo>
                  <a:lnTo>
                    <a:pt x="88864" y="17147"/>
                  </a:lnTo>
                  <a:lnTo>
                    <a:pt x="8886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9">
              <a:extLst>
                <a:ext uri="{FF2B5EF4-FFF2-40B4-BE49-F238E27FC236}">
                  <a16:creationId xmlns:a16="http://schemas.microsoft.com/office/drawing/2014/main" id="{D3D5CF8C-5FB7-9347-A77C-0645046D8EC3}"/>
                </a:ext>
              </a:extLst>
            </p:cNvPr>
            <p:cNvSpPr/>
            <p:nvPr/>
          </p:nvSpPr>
          <p:spPr>
            <a:xfrm>
              <a:off x="5550014" y="2378123"/>
              <a:ext cx="17616" cy="14114"/>
            </a:xfrm>
            <a:custGeom>
              <a:avLst/>
              <a:gdLst/>
              <a:ahLst/>
              <a:cxnLst/>
              <a:rect l="l" t="t" r="r" b="b"/>
              <a:pathLst>
                <a:path w="835" h="669" extrusionOk="0">
                  <a:moveTo>
                    <a:pt x="434" y="1"/>
                  </a:moveTo>
                  <a:cubicBezTo>
                    <a:pt x="1" y="34"/>
                    <a:pt x="1" y="635"/>
                    <a:pt x="434" y="668"/>
                  </a:cubicBezTo>
                  <a:cubicBezTo>
                    <a:pt x="835" y="635"/>
                    <a:pt x="835" y="34"/>
                    <a:pt x="4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9">
              <a:extLst>
                <a:ext uri="{FF2B5EF4-FFF2-40B4-BE49-F238E27FC236}">
                  <a16:creationId xmlns:a16="http://schemas.microsoft.com/office/drawing/2014/main" id="{2011A971-B351-6B09-1C21-AE9BBDF9DA7A}"/>
                </a:ext>
              </a:extLst>
            </p:cNvPr>
            <p:cNvSpPr/>
            <p:nvPr/>
          </p:nvSpPr>
          <p:spPr>
            <a:xfrm>
              <a:off x="5562694" y="3277530"/>
              <a:ext cx="17595" cy="14789"/>
            </a:xfrm>
            <a:custGeom>
              <a:avLst/>
              <a:gdLst/>
              <a:ahLst/>
              <a:cxnLst/>
              <a:rect l="l" t="t" r="r" b="b"/>
              <a:pathLst>
                <a:path w="834" h="701" extrusionOk="0">
                  <a:moveTo>
                    <a:pt x="434" y="0"/>
                  </a:moveTo>
                  <a:cubicBezTo>
                    <a:pt x="0" y="34"/>
                    <a:pt x="0" y="634"/>
                    <a:pt x="434" y="701"/>
                  </a:cubicBezTo>
                  <a:cubicBezTo>
                    <a:pt x="834" y="634"/>
                    <a:pt x="834" y="34"/>
                    <a:pt x="4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9">
              <a:extLst>
                <a:ext uri="{FF2B5EF4-FFF2-40B4-BE49-F238E27FC236}">
                  <a16:creationId xmlns:a16="http://schemas.microsoft.com/office/drawing/2014/main" id="{2D7D4F6D-CE66-2F09-8777-D293105DF691}"/>
                </a:ext>
              </a:extLst>
            </p:cNvPr>
            <p:cNvSpPr/>
            <p:nvPr/>
          </p:nvSpPr>
          <p:spPr>
            <a:xfrm>
              <a:off x="6063759" y="3133076"/>
              <a:ext cx="12680" cy="10064"/>
            </a:xfrm>
            <a:custGeom>
              <a:avLst/>
              <a:gdLst/>
              <a:ahLst/>
              <a:cxnLst/>
              <a:rect l="l" t="t" r="r" b="b"/>
              <a:pathLst>
                <a:path w="601" h="477" extrusionOk="0">
                  <a:moveTo>
                    <a:pt x="301" y="1"/>
                  </a:moveTo>
                  <a:cubicBezTo>
                    <a:pt x="251" y="1"/>
                    <a:pt x="200" y="26"/>
                    <a:pt x="167" y="76"/>
                  </a:cubicBezTo>
                  <a:cubicBezTo>
                    <a:pt x="134" y="109"/>
                    <a:pt x="134" y="143"/>
                    <a:pt x="100" y="176"/>
                  </a:cubicBezTo>
                  <a:cubicBezTo>
                    <a:pt x="0" y="376"/>
                    <a:pt x="150" y="476"/>
                    <a:pt x="301" y="476"/>
                  </a:cubicBezTo>
                  <a:cubicBezTo>
                    <a:pt x="451" y="476"/>
                    <a:pt x="601" y="376"/>
                    <a:pt x="501" y="176"/>
                  </a:cubicBezTo>
                  <a:cubicBezTo>
                    <a:pt x="501" y="143"/>
                    <a:pt x="467" y="109"/>
                    <a:pt x="434" y="76"/>
                  </a:cubicBezTo>
                  <a:cubicBezTo>
                    <a:pt x="401" y="26"/>
                    <a:pt x="351" y="1"/>
                    <a:pt x="3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9">
              <a:extLst>
                <a:ext uri="{FF2B5EF4-FFF2-40B4-BE49-F238E27FC236}">
                  <a16:creationId xmlns:a16="http://schemas.microsoft.com/office/drawing/2014/main" id="{5C714225-CBC7-5222-6380-9E0AB9FC5C47}"/>
                </a:ext>
              </a:extLst>
            </p:cNvPr>
            <p:cNvSpPr/>
            <p:nvPr/>
          </p:nvSpPr>
          <p:spPr>
            <a:xfrm>
              <a:off x="5330094" y="3292130"/>
              <a:ext cx="12342" cy="10042"/>
            </a:xfrm>
            <a:custGeom>
              <a:avLst/>
              <a:gdLst/>
              <a:ahLst/>
              <a:cxnLst/>
              <a:rect l="l" t="t" r="r" b="b"/>
              <a:pathLst>
                <a:path w="585" h="476" extrusionOk="0">
                  <a:moveTo>
                    <a:pt x="284" y="1"/>
                  </a:moveTo>
                  <a:cubicBezTo>
                    <a:pt x="234" y="1"/>
                    <a:pt x="184" y="26"/>
                    <a:pt x="151" y="76"/>
                  </a:cubicBezTo>
                  <a:cubicBezTo>
                    <a:pt x="117" y="109"/>
                    <a:pt x="117" y="142"/>
                    <a:pt x="84" y="176"/>
                  </a:cubicBezTo>
                  <a:cubicBezTo>
                    <a:pt x="0" y="376"/>
                    <a:pt x="151" y="476"/>
                    <a:pt x="297" y="476"/>
                  </a:cubicBezTo>
                  <a:cubicBezTo>
                    <a:pt x="442" y="476"/>
                    <a:pt x="584" y="376"/>
                    <a:pt x="484" y="176"/>
                  </a:cubicBezTo>
                  <a:cubicBezTo>
                    <a:pt x="484" y="142"/>
                    <a:pt x="451" y="109"/>
                    <a:pt x="417" y="76"/>
                  </a:cubicBezTo>
                  <a:cubicBezTo>
                    <a:pt x="384" y="26"/>
                    <a:pt x="334" y="1"/>
                    <a:pt x="2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9">
              <a:extLst>
                <a:ext uri="{FF2B5EF4-FFF2-40B4-BE49-F238E27FC236}">
                  <a16:creationId xmlns:a16="http://schemas.microsoft.com/office/drawing/2014/main" id="{8E397648-5F8E-4A0D-29DF-A1CD4790651C}"/>
                </a:ext>
              </a:extLst>
            </p:cNvPr>
            <p:cNvSpPr/>
            <p:nvPr/>
          </p:nvSpPr>
          <p:spPr>
            <a:xfrm>
              <a:off x="5614762" y="2422470"/>
              <a:ext cx="14789" cy="11287"/>
            </a:xfrm>
            <a:custGeom>
              <a:avLst/>
              <a:gdLst/>
              <a:ahLst/>
              <a:cxnLst/>
              <a:rect l="l" t="t" r="r" b="b"/>
              <a:pathLst>
                <a:path w="701" h="535" extrusionOk="0">
                  <a:moveTo>
                    <a:pt x="367" y="0"/>
                  </a:moveTo>
                  <a:cubicBezTo>
                    <a:pt x="0" y="0"/>
                    <a:pt x="0" y="534"/>
                    <a:pt x="367" y="534"/>
                  </a:cubicBezTo>
                  <a:cubicBezTo>
                    <a:pt x="701" y="534"/>
                    <a:pt x="701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9">
              <a:extLst>
                <a:ext uri="{FF2B5EF4-FFF2-40B4-BE49-F238E27FC236}">
                  <a16:creationId xmlns:a16="http://schemas.microsoft.com/office/drawing/2014/main" id="{80DFC707-2142-B1DF-0706-54F151775A51}"/>
                </a:ext>
              </a:extLst>
            </p:cNvPr>
            <p:cNvSpPr/>
            <p:nvPr/>
          </p:nvSpPr>
          <p:spPr>
            <a:xfrm>
              <a:off x="5224184" y="2992503"/>
              <a:ext cx="13397" cy="11287"/>
            </a:xfrm>
            <a:custGeom>
              <a:avLst/>
              <a:gdLst/>
              <a:ahLst/>
              <a:cxnLst/>
              <a:rect l="l" t="t" r="r" b="b"/>
              <a:pathLst>
                <a:path w="635" h="535" extrusionOk="0">
                  <a:moveTo>
                    <a:pt x="334" y="1"/>
                  </a:moveTo>
                  <a:cubicBezTo>
                    <a:pt x="0" y="68"/>
                    <a:pt x="0" y="501"/>
                    <a:pt x="334" y="535"/>
                  </a:cubicBezTo>
                  <a:cubicBezTo>
                    <a:pt x="634" y="501"/>
                    <a:pt x="634" y="68"/>
                    <a:pt x="3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9">
              <a:extLst>
                <a:ext uri="{FF2B5EF4-FFF2-40B4-BE49-F238E27FC236}">
                  <a16:creationId xmlns:a16="http://schemas.microsoft.com/office/drawing/2014/main" id="{1BEA6779-BF59-EDD7-9DE8-9D2FD55E5FEE}"/>
                </a:ext>
              </a:extLst>
            </p:cNvPr>
            <p:cNvSpPr/>
            <p:nvPr/>
          </p:nvSpPr>
          <p:spPr>
            <a:xfrm>
              <a:off x="5953272" y="2107189"/>
              <a:ext cx="18313" cy="18503"/>
            </a:xfrm>
            <a:custGeom>
              <a:avLst/>
              <a:gdLst/>
              <a:ahLst/>
              <a:cxnLst/>
              <a:rect l="l" t="t" r="r" b="b"/>
              <a:pathLst>
                <a:path w="868" h="877" extrusionOk="0">
                  <a:moveTo>
                    <a:pt x="446" y="0"/>
                  </a:moveTo>
                  <a:cubicBezTo>
                    <a:pt x="351" y="0"/>
                    <a:pt x="250" y="34"/>
                    <a:pt x="167" y="101"/>
                  </a:cubicBezTo>
                  <a:cubicBezTo>
                    <a:pt x="67" y="234"/>
                    <a:pt x="0" y="434"/>
                    <a:pt x="67" y="601"/>
                  </a:cubicBezTo>
                  <a:cubicBezTo>
                    <a:pt x="134" y="784"/>
                    <a:pt x="292" y="876"/>
                    <a:pt x="451" y="876"/>
                  </a:cubicBezTo>
                  <a:cubicBezTo>
                    <a:pt x="609" y="876"/>
                    <a:pt x="767" y="784"/>
                    <a:pt x="834" y="601"/>
                  </a:cubicBezTo>
                  <a:cubicBezTo>
                    <a:pt x="868" y="434"/>
                    <a:pt x="834" y="234"/>
                    <a:pt x="701" y="101"/>
                  </a:cubicBezTo>
                  <a:cubicBezTo>
                    <a:pt x="634" y="34"/>
                    <a:pt x="542" y="0"/>
                    <a:pt x="4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9">
              <a:extLst>
                <a:ext uri="{FF2B5EF4-FFF2-40B4-BE49-F238E27FC236}">
                  <a16:creationId xmlns:a16="http://schemas.microsoft.com/office/drawing/2014/main" id="{0ED5B5CA-3C99-C16B-F451-CADBC95C530E}"/>
                </a:ext>
              </a:extLst>
            </p:cNvPr>
            <p:cNvSpPr/>
            <p:nvPr/>
          </p:nvSpPr>
          <p:spPr>
            <a:xfrm>
              <a:off x="5618285" y="3233373"/>
              <a:ext cx="18313" cy="18481"/>
            </a:xfrm>
            <a:custGeom>
              <a:avLst/>
              <a:gdLst/>
              <a:ahLst/>
              <a:cxnLst/>
              <a:rect l="l" t="t" r="r" b="b"/>
              <a:pathLst>
                <a:path w="868" h="876" extrusionOk="0">
                  <a:moveTo>
                    <a:pt x="451" y="0"/>
                  </a:moveTo>
                  <a:cubicBezTo>
                    <a:pt x="359" y="0"/>
                    <a:pt x="267" y="42"/>
                    <a:pt x="200" y="125"/>
                  </a:cubicBezTo>
                  <a:cubicBezTo>
                    <a:pt x="67" y="225"/>
                    <a:pt x="0" y="426"/>
                    <a:pt x="67" y="626"/>
                  </a:cubicBezTo>
                  <a:cubicBezTo>
                    <a:pt x="134" y="793"/>
                    <a:pt x="292" y="876"/>
                    <a:pt x="451" y="876"/>
                  </a:cubicBezTo>
                  <a:cubicBezTo>
                    <a:pt x="609" y="876"/>
                    <a:pt x="767" y="793"/>
                    <a:pt x="834" y="626"/>
                  </a:cubicBezTo>
                  <a:cubicBezTo>
                    <a:pt x="868" y="426"/>
                    <a:pt x="834" y="225"/>
                    <a:pt x="701" y="125"/>
                  </a:cubicBezTo>
                  <a:cubicBezTo>
                    <a:pt x="634" y="42"/>
                    <a:pt x="542" y="0"/>
                    <a:pt x="45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9">
              <a:extLst>
                <a:ext uri="{FF2B5EF4-FFF2-40B4-BE49-F238E27FC236}">
                  <a16:creationId xmlns:a16="http://schemas.microsoft.com/office/drawing/2014/main" id="{69BB3FF1-91AC-18B2-B39C-58670964FFDE}"/>
                </a:ext>
              </a:extLst>
            </p:cNvPr>
            <p:cNvSpPr/>
            <p:nvPr/>
          </p:nvSpPr>
          <p:spPr>
            <a:xfrm>
              <a:off x="7167939" y="3296539"/>
              <a:ext cx="19726" cy="14789"/>
            </a:xfrm>
            <a:custGeom>
              <a:avLst/>
              <a:gdLst/>
              <a:ahLst/>
              <a:cxnLst/>
              <a:rect l="l" t="t" r="r" b="b"/>
              <a:pathLst>
                <a:path w="935" h="701" extrusionOk="0">
                  <a:moveTo>
                    <a:pt x="468" y="0"/>
                  </a:moveTo>
                  <a:cubicBezTo>
                    <a:pt x="1" y="0"/>
                    <a:pt x="1" y="701"/>
                    <a:pt x="468" y="701"/>
                  </a:cubicBezTo>
                  <a:cubicBezTo>
                    <a:pt x="935" y="701"/>
                    <a:pt x="935" y="0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9">
              <a:extLst>
                <a:ext uri="{FF2B5EF4-FFF2-40B4-BE49-F238E27FC236}">
                  <a16:creationId xmlns:a16="http://schemas.microsoft.com/office/drawing/2014/main" id="{3A91EDB1-9F7E-AD19-75FB-848AAED8AC76}"/>
                </a:ext>
              </a:extLst>
            </p:cNvPr>
            <p:cNvSpPr/>
            <p:nvPr/>
          </p:nvSpPr>
          <p:spPr>
            <a:xfrm>
              <a:off x="6722465" y="2315506"/>
              <a:ext cx="17616" cy="14789"/>
            </a:xfrm>
            <a:custGeom>
              <a:avLst/>
              <a:gdLst/>
              <a:ahLst/>
              <a:cxnLst/>
              <a:rect l="l" t="t" r="r" b="b"/>
              <a:pathLst>
                <a:path w="835" h="701" extrusionOk="0">
                  <a:moveTo>
                    <a:pt x="434" y="0"/>
                  </a:moveTo>
                  <a:cubicBezTo>
                    <a:pt x="1" y="34"/>
                    <a:pt x="1" y="634"/>
                    <a:pt x="434" y="701"/>
                  </a:cubicBezTo>
                  <a:cubicBezTo>
                    <a:pt x="835" y="634"/>
                    <a:pt x="835" y="34"/>
                    <a:pt x="4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9">
              <a:extLst>
                <a:ext uri="{FF2B5EF4-FFF2-40B4-BE49-F238E27FC236}">
                  <a16:creationId xmlns:a16="http://schemas.microsoft.com/office/drawing/2014/main" id="{DB2E755C-2625-1673-706E-4409F36F0086}"/>
                </a:ext>
              </a:extLst>
            </p:cNvPr>
            <p:cNvSpPr/>
            <p:nvPr/>
          </p:nvSpPr>
          <p:spPr>
            <a:xfrm>
              <a:off x="7413556" y="3235483"/>
              <a:ext cx="12680" cy="10570"/>
            </a:xfrm>
            <a:custGeom>
              <a:avLst/>
              <a:gdLst/>
              <a:ahLst/>
              <a:cxnLst/>
              <a:rect l="l" t="t" r="r" b="b"/>
              <a:pathLst>
                <a:path w="601" h="501" extrusionOk="0">
                  <a:moveTo>
                    <a:pt x="301" y="0"/>
                  </a:moveTo>
                  <a:cubicBezTo>
                    <a:pt x="150" y="0"/>
                    <a:pt x="0" y="109"/>
                    <a:pt x="100" y="326"/>
                  </a:cubicBezTo>
                  <a:cubicBezTo>
                    <a:pt x="100" y="359"/>
                    <a:pt x="134" y="392"/>
                    <a:pt x="167" y="426"/>
                  </a:cubicBezTo>
                  <a:cubicBezTo>
                    <a:pt x="200" y="476"/>
                    <a:pt x="251" y="501"/>
                    <a:pt x="301" y="501"/>
                  </a:cubicBezTo>
                  <a:cubicBezTo>
                    <a:pt x="351" y="501"/>
                    <a:pt x="401" y="476"/>
                    <a:pt x="434" y="426"/>
                  </a:cubicBezTo>
                  <a:cubicBezTo>
                    <a:pt x="467" y="392"/>
                    <a:pt x="467" y="359"/>
                    <a:pt x="501" y="326"/>
                  </a:cubicBezTo>
                  <a:cubicBezTo>
                    <a:pt x="601" y="109"/>
                    <a:pt x="451" y="0"/>
                    <a:pt x="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9">
              <a:extLst>
                <a:ext uri="{FF2B5EF4-FFF2-40B4-BE49-F238E27FC236}">
                  <a16:creationId xmlns:a16="http://schemas.microsoft.com/office/drawing/2014/main" id="{5FFF3456-5C32-71EC-0BF5-56C840247525}"/>
                </a:ext>
              </a:extLst>
            </p:cNvPr>
            <p:cNvSpPr/>
            <p:nvPr/>
          </p:nvSpPr>
          <p:spPr>
            <a:xfrm>
              <a:off x="6503600" y="2783153"/>
              <a:ext cx="18313" cy="18481"/>
            </a:xfrm>
            <a:custGeom>
              <a:avLst/>
              <a:gdLst/>
              <a:ahLst/>
              <a:cxnLst/>
              <a:rect l="l" t="t" r="r" b="b"/>
              <a:pathLst>
                <a:path w="868" h="876" extrusionOk="0">
                  <a:moveTo>
                    <a:pt x="418" y="0"/>
                  </a:moveTo>
                  <a:cubicBezTo>
                    <a:pt x="259" y="0"/>
                    <a:pt x="101" y="83"/>
                    <a:pt x="34" y="250"/>
                  </a:cubicBezTo>
                  <a:cubicBezTo>
                    <a:pt x="1" y="417"/>
                    <a:pt x="34" y="617"/>
                    <a:pt x="167" y="751"/>
                  </a:cubicBezTo>
                  <a:cubicBezTo>
                    <a:pt x="234" y="834"/>
                    <a:pt x="326" y="876"/>
                    <a:pt x="422" y="876"/>
                  </a:cubicBezTo>
                  <a:cubicBezTo>
                    <a:pt x="518" y="876"/>
                    <a:pt x="618" y="834"/>
                    <a:pt x="701" y="751"/>
                  </a:cubicBezTo>
                  <a:cubicBezTo>
                    <a:pt x="801" y="617"/>
                    <a:pt x="868" y="417"/>
                    <a:pt x="801" y="250"/>
                  </a:cubicBezTo>
                  <a:cubicBezTo>
                    <a:pt x="734" y="83"/>
                    <a:pt x="576" y="0"/>
                    <a:pt x="4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9">
              <a:extLst>
                <a:ext uri="{FF2B5EF4-FFF2-40B4-BE49-F238E27FC236}">
                  <a16:creationId xmlns:a16="http://schemas.microsoft.com/office/drawing/2014/main" id="{373EF16E-7B94-0CE7-3856-B7B36B8E2022}"/>
                </a:ext>
              </a:extLst>
            </p:cNvPr>
            <p:cNvSpPr/>
            <p:nvPr/>
          </p:nvSpPr>
          <p:spPr>
            <a:xfrm>
              <a:off x="5449379" y="3388018"/>
              <a:ext cx="1852993" cy="91500"/>
            </a:xfrm>
            <a:custGeom>
              <a:avLst/>
              <a:gdLst/>
              <a:ahLst/>
              <a:cxnLst/>
              <a:rect l="l" t="t" r="r" b="b"/>
              <a:pathLst>
                <a:path w="87830" h="4337" extrusionOk="0">
                  <a:moveTo>
                    <a:pt x="1" y="1"/>
                  </a:moveTo>
                  <a:cubicBezTo>
                    <a:pt x="1" y="1"/>
                    <a:pt x="22183" y="4337"/>
                    <a:pt x="43899" y="4337"/>
                  </a:cubicBezTo>
                  <a:cubicBezTo>
                    <a:pt x="65614" y="4337"/>
                    <a:pt x="87830" y="1"/>
                    <a:pt x="878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9">
              <a:extLst>
                <a:ext uri="{FF2B5EF4-FFF2-40B4-BE49-F238E27FC236}">
                  <a16:creationId xmlns:a16="http://schemas.microsoft.com/office/drawing/2014/main" id="{EEAF2774-A26C-89F9-6563-AF30C38C767E}"/>
                </a:ext>
              </a:extLst>
            </p:cNvPr>
            <p:cNvSpPr/>
            <p:nvPr/>
          </p:nvSpPr>
          <p:spPr>
            <a:xfrm>
              <a:off x="4998968" y="3623065"/>
              <a:ext cx="2746768" cy="102787"/>
            </a:xfrm>
            <a:custGeom>
              <a:avLst/>
              <a:gdLst/>
              <a:ahLst/>
              <a:cxnLst/>
              <a:rect l="l" t="t" r="r" b="b"/>
              <a:pathLst>
                <a:path w="130194" h="4872" extrusionOk="0">
                  <a:moveTo>
                    <a:pt x="1" y="1"/>
                  </a:moveTo>
                  <a:lnTo>
                    <a:pt x="1" y="4871"/>
                  </a:lnTo>
                  <a:lnTo>
                    <a:pt x="130194" y="4871"/>
                  </a:lnTo>
                  <a:lnTo>
                    <a:pt x="130194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9">
              <a:extLst>
                <a:ext uri="{FF2B5EF4-FFF2-40B4-BE49-F238E27FC236}">
                  <a16:creationId xmlns:a16="http://schemas.microsoft.com/office/drawing/2014/main" id="{4840DA73-FEF0-9310-73B7-B8FAD6E58DED}"/>
                </a:ext>
              </a:extLst>
            </p:cNvPr>
            <p:cNvSpPr/>
            <p:nvPr/>
          </p:nvSpPr>
          <p:spPr>
            <a:xfrm>
              <a:off x="5269227" y="3725831"/>
              <a:ext cx="324437" cy="463786"/>
            </a:xfrm>
            <a:custGeom>
              <a:avLst/>
              <a:gdLst/>
              <a:ahLst/>
              <a:cxnLst/>
              <a:rect l="l" t="t" r="r" b="b"/>
              <a:pathLst>
                <a:path w="15378" h="21983" extrusionOk="0">
                  <a:moveTo>
                    <a:pt x="3469" y="0"/>
                  </a:moveTo>
                  <a:lnTo>
                    <a:pt x="1735" y="10941"/>
                  </a:lnTo>
                  <a:lnTo>
                    <a:pt x="0" y="21982"/>
                  </a:lnTo>
                  <a:lnTo>
                    <a:pt x="4670" y="21982"/>
                  </a:lnTo>
                  <a:lnTo>
                    <a:pt x="10041" y="10941"/>
                  </a:lnTo>
                  <a:lnTo>
                    <a:pt x="1537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9">
              <a:extLst>
                <a:ext uri="{FF2B5EF4-FFF2-40B4-BE49-F238E27FC236}">
                  <a16:creationId xmlns:a16="http://schemas.microsoft.com/office/drawing/2014/main" id="{B3753BF1-1761-BE29-647F-7EFCB7CB4AE5}"/>
                </a:ext>
              </a:extLst>
            </p:cNvPr>
            <p:cNvSpPr/>
            <p:nvPr/>
          </p:nvSpPr>
          <p:spPr>
            <a:xfrm>
              <a:off x="5319882" y="3725831"/>
              <a:ext cx="274500" cy="140066"/>
            </a:xfrm>
            <a:custGeom>
              <a:avLst/>
              <a:gdLst/>
              <a:ahLst/>
              <a:cxnLst/>
              <a:rect l="l" t="t" r="r" b="b"/>
              <a:pathLst>
                <a:path w="13011" h="6639" extrusionOk="0">
                  <a:moveTo>
                    <a:pt x="1068" y="0"/>
                  </a:moveTo>
                  <a:lnTo>
                    <a:pt x="1" y="6638"/>
                  </a:lnTo>
                  <a:lnTo>
                    <a:pt x="9741" y="6638"/>
                  </a:lnTo>
                  <a:lnTo>
                    <a:pt x="1301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9">
              <a:extLst>
                <a:ext uri="{FF2B5EF4-FFF2-40B4-BE49-F238E27FC236}">
                  <a16:creationId xmlns:a16="http://schemas.microsoft.com/office/drawing/2014/main" id="{CE290269-C1EA-46CE-E4B7-57EB0F998CF4}"/>
                </a:ext>
              </a:extLst>
            </p:cNvPr>
            <p:cNvSpPr/>
            <p:nvPr/>
          </p:nvSpPr>
          <p:spPr>
            <a:xfrm>
              <a:off x="7108824" y="3725831"/>
              <a:ext cx="325155" cy="463786"/>
            </a:xfrm>
            <a:custGeom>
              <a:avLst/>
              <a:gdLst/>
              <a:ahLst/>
              <a:cxnLst/>
              <a:rect l="l" t="t" r="r" b="b"/>
              <a:pathLst>
                <a:path w="15412" h="21983" extrusionOk="0">
                  <a:moveTo>
                    <a:pt x="1" y="0"/>
                  </a:moveTo>
                  <a:lnTo>
                    <a:pt x="5371" y="10941"/>
                  </a:lnTo>
                  <a:lnTo>
                    <a:pt x="10742" y="21982"/>
                  </a:lnTo>
                  <a:lnTo>
                    <a:pt x="15412" y="21982"/>
                  </a:lnTo>
                  <a:lnTo>
                    <a:pt x="13677" y="10941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9">
              <a:extLst>
                <a:ext uri="{FF2B5EF4-FFF2-40B4-BE49-F238E27FC236}">
                  <a16:creationId xmlns:a16="http://schemas.microsoft.com/office/drawing/2014/main" id="{14B61503-E265-0D35-4761-692686459FA0}"/>
                </a:ext>
              </a:extLst>
            </p:cNvPr>
            <p:cNvSpPr/>
            <p:nvPr/>
          </p:nvSpPr>
          <p:spPr>
            <a:xfrm>
              <a:off x="7108824" y="3725831"/>
              <a:ext cx="274478" cy="140066"/>
            </a:xfrm>
            <a:custGeom>
              <a:avLst/>
              <a:gdLst/>
              <a:ahLst/>
              <a:cxnLst/>
              <a:rect l="l" t="t" r="r" b="b"/>
              <a:pathLst>
                <a:path w="13010" h="6639" extrusionOk="0">
                  <a:moveTo>
                    <a:pt x="1" y="0"/>
                  </a:moveTo>
                  <a:lnTo>
                    <a:pt x="3270" y="6638"/>
                  </a:lnTo>
                  <a:lnTo>
                    <a:pt x="13010" y="6638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9">
              <a:extLst>
                <a:ext uri="{FF2B5EF4-FFF2-40B4-BE49-F238E27FC236}">
                  <a16:creationId xmlns:a16="http://schemas.microsoft.com/office/drawing/2014/main" id="{CDA8FD20-C72C-569A-BA6D-5A20F16FDFC0}"/>
                </a:ext>
              </a:extLst>
            </p:cNvPr>
            <p:cNvSpPr/>
            <p:nvPr/>
          </p:nvSpPr>
          <p:spPr>
            <a:xfrm>
              <a:off x="6414231" y="2620913"/>
              <a:ext cx="1050255" cy="647778"/>
            </a:xfrm>
            <a:custGeom>
              <a:avLst/>
              <a:gdLst/>
              <a:ahLst/>
              <a:cxnLst/>
              <a:rect l="l" t="t" r="r" b="b"/>
              <a:pathLst>
                <a:path w="49781" h="30704" extrusionOk="0">
                  <a:moveTo>
                    <a:pt x="27216" y="1"/>
                  </a:moveTo>
                  <a:cubicBezTo>
                    <a:pt x="26960" y="1"/>
                    <a:pt x="17913" y="6439"/>
                    <a:pt x="17913" y="6439"/>
                  </a:cubicBezTo>
                  <a:cubicBezTo>
                    <a:pt x="17890" y="6471"/>
                    <a:pt x="17797" y="6486"/>
                    <a:pt x="17644" y="6486"/>
                  </a:cubicBezTo>
                  <a:cubicBezTo>
                    <a:pt x="15398" y="6486"/>
                    <a:pt x="167" y="3270"/>
                    <a:pt x="167" y="3270"/>
                  </a:cubicBezTo>
                  <a:lnTo>
                    <a:pt x="0" y="24252"/>
                  </a:lnTo>
                  <a:lnTo>
                    <a:pt x="31656" y="23551"/>
                  </a:lnTo>
                  <a:cubicBezTo>
                    <a:pt x="31656" y="23551"/>
                    <a:pt x="35926" y="26053"/>
                    <a:pt x="39829" y="28121"/>
                  </a:cubicBezTo>
                  <a:cubicBezTo>
                    <a:pt x="42230" y="29389"/>
                    <a:pt x="44365" y="30456"/>
                    <a:pt x="44966" y="30623"/>
                  </a:cubicBezTo>
                  <a:cubicBezTo>
                    <a:pt x="45185" y="30678"/>
                    <a:pt x="45436" y="30703"/>
                    <a:pt x="45704" y="30703"/>
                  </a:cubicBezTo>
                  <a:cubicBezTo>
                    <a:pt x="47394" y="30703"/>
                    <a:pt x="49781" y="29696"/>
                    <a:pt x="49435" y="28688"/>
                  </a:cubicBezTo>
                  <a:cubicBezTo>
                    <a:pt x="49069" y="27554"/>
                    <a:pt x="28621" y="535"/>
                    <a:pt x="27220" y="1"/>
                  </a:cubicBezTo>
                  <a:cubicBezTo>
                    <a:pt x="27219" y="1"/>
                    <a:pt x="27218" y="1"/>
                    <a:pt x="27216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9">
              <a:extLst>
                <a:ext uri="{FF2B5EF4-FFF2-40B4-BE49-F238E27FC236}">
                  <a16:creationId xmlns:a16="http://schemas.microsoft.com/office/drawing/2014/main" id="{CE3A6FF4-EC64-DD6C-6BF3-9DB008369B35}"/>
                </a:ext>
              </a:extLst>
            </p:cNvPr>
            <p:cNvSpPr/>
            <p:nvPr/>
          </p:nvSpPr>
          <p:spPr>
            <a:xfrm>
              <a:off x="6700651" y="2620913"/>
              <a:ext cx="763835" cy="647778"/>
            </a:xfrm>
            <a:custGeom>
              <a:avLst/>
              <a:gdLst/>
              <a:ahLst/>
              <a:cxnLst/>
              <a:rect l="l" t="t" r="r" b="b"/>
              <a:pathLst>
                <a:path w="36205" h="30704" extrusionOk="0">
                  <a:moveTo>
                    <a:pt x="13640" y="1"/>
                  </a:moveTo>
                  <a:cubicBezTo>
                    <a:pt x="13384" y="1"/>
                    <a:pt x="4337" y="6439"/>
                    <a:pt x="4337" y="6439"/>
                  </a:cubicBezTo>
                  <a:cubicBezTo>
                    <a:pt x="4316" y="6474"/>
                    <a:pt x="4223" y="6490"/>
                    <a:pt x="4065" y="6490"/>
                  </a:cubicBezTo>
                  <a:cubicBezTo>
                    <a:pt x="3463" y="6490"/>
                    <a:pt x="1931" y="6256"/>
                    <a:pt x="1" y="5939"/>
                  </a:cubicBezTo>
                  <a:lnTo>
                    <a:pt x="1" y="5939"/>
                  </a:lnTo>
                  <a:lnTo>
                    <a:pt x="11042" y="23718"/>
                  </a:lnTo>
                  <a:lnTo>
                    <a:pt x="18080" y="23551"/>
                  </a:lnTo>
                  <a:cubicBezTo>
                    <a:pt x="18080" y="23551"/>
                    <a:pt x="22350" y="26087"/>
                    <a:pt x="26286" y="28121"/>
                  </a:cubicBezTo>
                  <a:cubicBezTo>
                    <a:pt x="28688" y="29389"/>
                    <a:pt x="30789" y="30456"/>
                    <a:pt x="31423" y="30623"/>
                  </a:cubicBezTo>
                  <a:cubicBezTo>
                    <a:pt x="31638" y="30678"/>
                    <a:pt x="31885" y="30703"/>
                    <a:pt x="32150" y="30703"/>
                  </a:cubicBezTo>
                  <a:cubicBezTo>
                    <a:pt x="33818" y="30703"/>
                    <a:pt x="36205" y="29696"/>
                    <a:pt x="35859" y="28688"/>
                  </a:cubicBezTo>
                  <a:cubicBezTo>
                    <a:pt x="35493" y="27521"/>
                    <a:pt x="15045" y="535"/>
                    <a:pt x="13644" y="1"/>
                  </a:cubicBezTo>
                  <a:cubicBezTo>
                    <a:pt x="13643" y="1"/>
                    <a:pt x="13642" y="1"/>
                    <a:pt x="13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9">
              <a:extLst>
                <a:ext uri="{FF2B5EF4-FFF2-40B4-BE49-F238E27FC236}">
                  <a16:creationId xmlns:a16="http://schemas.microsoft.com/office/drawing/2014/main" id="{8C1E751E-763F-2F11-BAD3-CA5E8073B340}"/>
                </a:ext>
              </a:extLst>
            </p:cNvPr>
            <p:cNvSpPr/>
            <p:nvPr/>
          </p:nvSpPr>
          <p:spPr>
            <a:xfrm>
              <a:off x="6792129" y="2621335"/>
              <a:ext cx="676639" cy="650098"/>
            </a:xfrm>
            <a:custGeom>
              <a:avLst/>
              <a:gdLst/>
              <a:ahLst/>
              <a:cxnLst/>
              <a:rect l="l" t="t" r="r" b="b"/>
              <a:pathLst>
                <a:path w="32072" h="30814" extrusionOk="0">
                  <a:moveTo>
                    <a:pt x="9260" y="1"/>
                  </a:moveTo>
                  <a:cubicBezTo>
                    <a:pt x="8455" y="1"/>
                    <a:pt x="4167" y="2702"/>
                    <a:pt x="1" y="6419"/>
                  </a:cubicBezTo>
                  <a:lnTo>
                    <a:pt x="13277" y="23832"/>
                  </a:lnTo>
                  <a:cubicBezTo>
                    <a:pt x="13277" y="23832"/>
                    <a:pt x="25519" y="30303"/>
                    <a:pt x="27154" y="30737"/>
                  </a:cubicBezTo>
                  <a:cubicBezTo>
                    <a:pt x="27368" y="30789"/>
                    <a:pt x="27612" y="30813"/>
                    <a:pt x="27873" y="30813"/>
                  </a:cubicBezTo>
                  <a:cubicBezTo>
                    <a:pt x="29599" y="30813"/>
                    <a:pt x="32071" y="29745"/>
                    <a:pt x="31724" y="28702"/>
                  </a:cubicBezTo>
                  <a:cubicBezTo>
                    <a:pt x="31290" y="27534"/>
                    <a:pt x="10775" y="548"/>
                    <a:pt x="9341" y="15"/>
                  </a:cubicBezTo>
                  <a:cubicBezTo>
                    <a:pt x="9320" y="5"/>
                    <a:pt x="9293" y="1"/>
                    <a:pt x="9260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9">
              <a:extLst>
                <a:ext uri="{FF2B5EF4-FFF2-40B4-BE49-F238E27FC236}">
                  <a16:creationId xmlns:a16="http://schemas.microsoft.com/office/drawing/2014/main" id="{4745640E-2523-6F1C-CDDE-E6B83A9096A2}"/>
                </a:ext>
              </a:extLst>
            </p:cNvPr>
            <p:cNvSpPr/>
            <p:nvPr/>
          </p:nvSpPr>
          <p:spPr>
            <a:xfrm>
              <a:off x="6996522" y="2658466"/>
              <a:ext cx="438301" cy="579147"/>
            </a:xfrm>
            <a:custGeom>
              <a:avLst/>
              <a:gdLst/>
              <a:ahLst/>
              <a:cxnLst/>
              <a:rect l="l" t="t" r="r" b="b"/>
              <a:pathLst>
                <a:path w="20775" h="27451" extrusionOk="0">
                  <a:moveTo>
                    <a:pt x="17" y="1"/>
                  </a:moveTo>
                  <a:cubicBezTo>
                    <a:pt x="4" y="1"/>
                    <a:pt x="0" y="17"/>
                    <a:pt x="20" y="56"/>
                  </a:cubicBezTo>
                  <a:cubicBezTo>
                    <a:pt x="3189" y="4693"/>
                    <a:pt x="17099" y="22939"/>
                    <a:pt x="20668" y="27375"/>
                  </a:cubicBezTo>
                  <a:cubicBezTo>
                    <a:pt x="20695" y="27429"/>
                    <a:pt x="20721" y="27450"/>
                    <a:pt x="20740" y="27450"/>
                  </a:cubicBezTo>
                  <a:cubicBezTo>
                    <a:pt x="20767" y="27450"/>
                    <a:pt x="20775" y="27402"/>
                    <a:pt x="20735" y="27342"/>
                  </a:cubicBezTo>
                  <a:cubicBezTo>
                    <a:pt x="17432" y="22705"/>
                    <a:pt x="3656" y="4359"/>
                    <a:pt x="53" y="22"/>
                  </a:cubicBezTo>
                  <a:cubicBezTo>
                    <a:pt x="39" y="9"/>
                    <a:pt x="26" y="1"/>
                    <a:pt x="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9">
              <a:extLst>
                <a:ext uri="{FF2B5EF4-FFF2-40B4-BE49-F238E27FC236}">
                  <a16:creationId xmlns:a16="http://schemas.microsoft.com/office/drawing/2014/main" id="{78461F11-6583-E437-AA12-29AF9486D491}"/>
                </a:ext>
              </a:extLst>
            </p:cNvPr>
            <p:cNvSpPr/>
            <p:nvPr/>
          </p:nvSpPr>
          <p:spPr>
            <a:xfrm>
              <a:off x="7292499" y="3113561"/>
              <a:ext cx="40149" cy="135319"/>
            </a:xfrm>
            <a:custGeom>
              <a:avLst/>
              <a:gdLst/>
              <a:ahLst/>
              <a:cxnLst/>
              <a:rect l="l" t="t" r="r" b="b"/>
              <a:pathLst>
                <a:path w="1903" h="6414" extrusionOk="0">
                  <a:moveTo>
                    <a:pt x="1836" y="0"/>
                  </a:moveTo>
                  <a:cubicBezTo>
                    <a:pt x="935" y="701"/>
                    <a:pt x="334" y="1701"/>
                    <a:pt x="168" y="2836"/>
                  </a:cubicBezTo>
                  <a:cubicBezTo>
                    <a:pt x="1" y="4103"/>
                    <a:pt x="334" y="5404"/>
                    <a:pt x="1135" y="6405"/>
                  </a:cubicBezTo>
                  <a:cubicBezTo>
                    <a:pt x="1141" y="6411"/>
                    <a:pt x="1149" y="6414"/>
                    <a:pt x="1157" y="6414"/>
                  </a:cubicBezTo>
                  <a:cubicBezTo>
                    <a:pt x="1190" y="6414"/>
                    <a:pt x="1229" y="6365"/>
                    <a:pt x="1202" y="6338"/>
                  </a:cubicBezTo>
                  <a:cubicBezTo>
                    <a:pt x="1" y="4337"/>
                    <a:pt x="268" y="1768"/>
                    <a:pt x="1869" y="34"/>
                  </a:cubicBezTo>
                  <a:cubicBezTo>
                    <a:pt x="1902" y="34"/>
                    <a:pt x="1836" y="0"/>
                    <a:pt x="18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9">
              <a:extLst>
                <a:ext uri="{FF2B5EF4-FFF2-40B4-BE49-F238E27FC236}">
                  <a16:creationId xmlns:a16="http://schemas.microsoft.com/office/drawing/2014/main" id="{3B9175A6-47D3-7302-D0B2-BF53A55B3F3A}"/>
                </a:ext>
              </a:extLst>
            </p:cNvPr>
            <p:cNvSpPr/>
            <p:nvPr/>
          </p:nvSpPr>
          <p:spPr>
            <a:xfrm>
              <a:off x="7054645" y="3005309"/>
              <a:ext cx="55908" cy="142197"/>
            </a:xfrm>
            <a:custGeom>
              <a:avLst/>
              <a:gdLst/>
              <a:ahLst/>
              <a:cxnLst/>
              <a:rect l="l" t="t" r="r" b="b"/>
              <a:pathLst>
                <a:path w="2650" h="6740" extrusionOk="0">
                  <a:moveTo>
                    <a:pt x="701" y="1"/>
                  </a:moveTo>
                  <a:cubicBezTo>
                    <a:pt x="674" y="1"/>
                    <a:pt x="648" y="19"/>
                    <a:pt x="634" y="61"/>
                  </a:cubicBezTo>
                  <a:cubicBezTo>
                    <a:pt x="0" y="2329"/>
                    <a:pt x="968" y="4898"/>
                    <a:pt x="2369" y="6699"/>
                  </a:cubicBezTo>
                  <a:cubicBezTo>
                    <a:pt x="2397" y="6727"/>
                    <a:pt x="2433" y="6740"/>
                    <a:pt x="2469" y="6740"/>
                  </a:cubicBezTo>
                  <a:cubicBezTo>
                    <a:pt x="2561" y="6740"/>
                    <a:pt x="2650" y="6661"/>
                    <a:pt x="2602" y="6566"/>
                  </a:cubicBezTo>
                  <a:cubicBezTo>
                    <a:pt x="1768" y="4464"/>
                    <a:pt x="1168" y="2296"/>
                    <a:pt x="801" y="94"/>
                  </a:cubicBezTo>
                  <a:cubicBezTo>
                    <a:pt x="781" y="36"/>
                    <a:pt x="739" y="1"/>
                    <a:pt x="7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9">
              <a:extLst>
                <a:ext uri="{FF2B5EF4-FFF2-40B4-BE49-F238E27FC236}">
                  <a16:creationId xmlns:a16="http://schemas.microsoft.com/office/drawing/2014/main" id="{675545B2-3B79-5295-906D-3408DD2CB116}"/>
                </a:ext>
              </a:extLst>
            </p:cNvPr>
            <p:cNvSpPr/>
            <p:nvPr/>
          </p:nvSpPr>
          <p:spPr>
            <a:xfrm>
              <a:off x="7088423" y="3026365"/>
              <a:ext cx="55866" cy="142007"/>
            </a:xfrm>
            <a:custGeom>
              <a:avLst/>
              <a:gdLst/>
              <a:ahLst/>
              <a:cxnLst/>
              <a:rect l="l" t="t" r="r" b="b"/>
              <a:pathLst>
                <a:path w="2648" h="6731" extrusionOk="0">
                  <a:moveTo>
                    <a:pt x="691" y="1"/>
                  </a:moveTo>
                  <a:cubicBezTo>
                    <a:pt x="661" y="1"/>
                    <a:pt x="634" y="19"/>
                    <a:pt x="634" y="64"/>
                  </a:cubicBezTo>
                  <a:cubicBezTo>
                    <a:pt x="0" y="2299"/>
                    <a:pt x="968" y="4867"/>
                    <a:pt x="2369" y="6668"/>
                  </a:cubicBezTo>
                  <a:cubicBezTo>
                    <a:pt x="2390" y="6712"/>
                    <a:pt x="2429" y="6730"/>
                    <a:pt x="2470" y="6730"/>
                  </a:cubicBezTo>
                  <a:cubicBezTo>
                    <a:pt x="2555" y="6730"/>
                    <a:pt x="2647" y="6648"/>
                    <a:pt x="2602" y="6535"/>
                  </a:cubicBezTo>
                  <a:cubicBezTo>
                    <a:pt x="1768" y="4467"/>
                    <a:pt x="1168" y="2299"/>
                    <a:pt x="768" y="64"/>
                  </a:cubicBezTo>
                  <a:cubicBezTo>
                    <a:pt x="768" y="27"/>
                    <a:pt x="727" y="1"/>
                    <a:pt x="6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9">
              <a:extLst>
                <a:ext uri="{FF2B5EF4-FFF2-40B4-BE49-F238E27FC236}">
                  <a16:creationId xmlns:a16="http://schemas.microsoft.com/office/drawing/2014/main" id="{55DD0DEE-540D-B38D-39D5-D7C12BC1E681}"/>
                </a:ext>
              </a:extLst>
            </p:cNvPr>
            <p:cNvSpPr/>
            <p:nvPr/>
          </p:nvSpPr>
          <p:spPr>
            <a:xfrm>
              <a:off x="7122200" y="3046829"/>
              <a:ext cx="56605" cy="142514"/>
            </a:xfrm>
            <a:custGeom>
              <a:avLst/>
              <a:gdLst/>
              <a:ahLst/>
              <a:cxnLst/>
              <a:rect l="l" t="t" r="r" b="b"/>
              <a:pathLst>
                <a:path w="2683" h="6755" extrusionOk="0">
                  <a:moveTo>
                    <a:pt x="712" y="1"/>
                  </a:moveTo>
                  <a:cubicBezTo>
                    <a:pt x="680" y="1"/>
                    <a:pt x="648" y="19"/>
                    <a:pt x="634" y="61"/>
                  </a:cubicBezTo>
                  <a:cubicBezTo>
                    <a:pt x="0" y="2329"/>
                    <a:pt x="968" y="4898"/>
                    <a:pt x="2369" y="6699"/>
                  </a:cubicBezTo>
                  <a:cubicBezTo>
                    <a:pt x="2398" y="6738"/>
                    <a:pt x="2439" y="6754"/>
                    <a:pt x="2480" y="6754"/>
                  </a:cubicBezTo>
                  <a:cubicBezTo>
                    <a:pt x="2580" y="6754"/>
                    <a:pt x="2683" y="6660"/>
                    <a:pt x="2636" y="6566"/>
                  </a:cubicBezTo>
                  <a:cubicBezTo>
                    <a:pt x="1802" y="4464"/>
                    <a:pt x="1168" y="2296"/>
                    <a:pt x="801" y="94"/>
                  </a:cubicBezTo>
                  <a:cubicBezTo>
                    <a:pt x="801" y="36"/>
                    <a:pt x="756" y="1"/>
                    <a:pt x="7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9">
              <a:extLst>
                <a:ext uri="{FF2B5EF4-FFF2-40B4-BE49-F238E27FC236}">
                  <a16:creationId xmlns:a16="http://schemas.microsoft.com/office/drawing/2014/main" id="{EF325B6F-6BF9-9783-447D-AB9AE65E3013}"/>
                </a:ext>
              </a:extLst>
            </p:cNvPr>
            <p:cNvSpPr/>
            <p:nvPr/>
          </p:nvSpPr>
          <p:spPr>
            <a:xfrm>
              <a:off x="7156673" y="3067758"/>
              <a:ext cx="55866" cy="142134"/>
            </a:xfrm>
            <a:custGeom>
              <a:avLst/>
              <a:gdLst/>
              <a:ahLst/>
              <a:cxnLst/>
              <a:rect l="l" t="t" r="r" b="b"/>
              <a:pathLst>
                <a:path w="2648" h="6737" extrusionOk="0">
                  <a:moveTo>
                    <a:pt x="678" y="0"/>
                  </a:moveTo>
                  <a:cubicBezTo>
                    <a:pt x="654" y="0"/>
                    <a:pt x="635" y="11"/>
                    <a:pt x="635" y="36"/>
                  </a:cubicBezTo>
                  <a:cubicBezTo>
                    <a:pt x="1" y="2305"/>
                    <a:pt x="935" y="4907"/>
                    <a:pt x="2369" y="6674"/>
                  </a:cubicBezTo>
                  <a:cubicBezTo>
                    <a:pt x="2391" y="6718"/>
                    <a:pt x="2430" y="6736"/>
                    <a:pt x="2470" y="6736"/>
                  </a:cubicBezTo>
                  <a:cubicBezTo>
                    <a:pt x="2556" y="6736"/>
                    <a:pt x="2648" y="6654"/>
                    <a:pt x="2603" y="6541"/>
                  </a:cubicBezTo>
                  <a:cubicBezTo>
                    <a:pt x="1769" y="4473"/>
                    <a:pt x="1135" y="2305"/>
                    <a:pt x="768" y="70"/>
                  </a:cubicBezTo>
                  <a:cubicBezTo>
                    <a:pt x="768" y="29"/>
                    <a:pt x="717" y="0"/>
                    <a:pt x="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9">
              <a:extLst>
                <a:ext uri="{FF2B5EF4-FFF2-40B4-BE49-F238E27FC236}">
                  <a16:creationId xmlns:a16="http://schemas.microsoft.com/office/drawing/2014/main" id="{FA893A21-7246-5895-3FFB-B2E84322449E}"/>
                </a:ext>
              </a:extLst>
            </p:cNvPr>
            <p:cNvSpPr/>
            <p:nvPr/>
          </p:nvSpPr>
          <p:spPr>
            <a:xfrm>
              <a:off x="6900760" y="2685556"/>
              <a:ext cx="114201" cy="83398"/>
            </a:xfrm>
            <a:custGeom>
              <a:avLst/>
              <a:gdLst/>
              <a:ahLst/>
              <a:cxnLst/>
              <a:rect l="l" t="t" r="r" b="b"/>
              <a:pathLst>
                <a:path w="5413" h="3953" extrusionOk="0">
                  <a:moveTo>
                    <a:pt x="2826" y="1"/>
                  </a:moveTo>
                  <a:cubicBezTo>
                    <a:pt x="1396" y="1"/>
                    <a:pt x="0" y="1686"/>
                    <a:pt x="1123" y="3175"/>
                  </a:cubicBezTo>
                  <a:cubicBezTo>
                    <a:pt x="1546" y="3724"/>
                    <a:pt x="2084" y="3953"/>
                    <a:pt x="2613" y="3953"/>
                  </a:cubicBezTo>
                  <a:cubicBezTo>
                    <a:pt x="4044" y="3953"/>
                    <a:pt x="5412" y="2283"/>
                    <a:pt x="4292" y="773"/>
                  </a:cubicBezTo>
                  <a:cubicBezTo>
                    <a:pt x="3880" y="227"/>
                    <a:pt x="3351" y="1"/>
                    <a:pt x="28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9">
              <a:extLst>
                <a:ext uri="{FF2B5EF4-FFF2-40B4-BE49-F238E27FC236}">
                  <a16:creationId xmlns:a16="http://schemas.microsoft.com/office/drawing/2014/main" id="{622CBF85-5CA1-80A3-0E98-CD9B3802994C}"/>
                </a:ext>
              </a:extLst>
            </p:cNvPr>
            <p:cNvSpPr/>
            <p:nvPr/>
          </p:nvSpPr>
          <p:spPr>
            <a:xfrm>
              <a:off x="7000446" y="3088096"/>
              <a:ext cx="97850" cy="178400"/>
            </a:xfrm>
            <a:custGeom>
              <a:avLst/>
              <a:gdLst/>
              <a:ahLst/>
              <a:cxnLst/>
              <a:rect l="l" t="t" r="r" b="b"/>
              <a:pathLst>
                <a:path w="4638" h="8456" extrusionOk="0">
                  <a:moveTo>
                    <a:pt x="3670" y="340"/>
                  </a:moveTo>
                  <a:cubicBezTo>
                    <a:pt x="3670" y="1307"/>
                    <a:pt x="3737" y="2275"/>
                    <a:pt x="3737" y="3275"/>
                  </a:cubicBezTo>
                  <a:cubicBezTo>
                    <a:pt x="3770" y="4410"/>
                    <a:pt x="3870" y="6745"/>
                    <a:pt x="2703" y="7478"/>
                  </a:cubicBezTo>
                  <a:cubicBezTo>
                    <a:pt x="2331" y="7709"/>
                    <a:pt x="2029" y="7806"/>
                    <a:pt x="1785" y="7806"/>
                  </a:cubicBezTo>
                  <a:cubicBezTo>
                    <a:pt x="654" y="7806"/>
                    <a:pt x="788" y="5696"/>
                    <a:pt x="1035" y="5010"/>
                  </a:cubicBezTo>
                  <a:cubicBezTo>
                    <a:pt x="1235" y="4443"/>
                    <a:pt x="1502" y="3943"/>
                    <a:pt x="1769" y="3409"/>
                  </a:cubicBezTo>
                  <a:cubicBezTo>
                    <a:pt x="2336" y="2375"/>
                    <a:pt x="3003" y="1341"/>
                    <a:pt x="3670" y="340"/>
                  </a:cubicBezTo>
                  <a:close/>
                  <a:moveTo>
                    <a:pt x="3974" y="0"/>
                  </a:moveTo>
                  <a:cubicBezTo>
                    <a:pt x="3929" y="0"/>
                    <a:pt x="3881" y="13"/>
                    <a:pt x="3837" y="40"/>
                  </a:cubicBezTo>
                  <a:cubicBezTo>
                    <a:pt x="3820" y="23"/>
                    <a:pt x="3803" y="15"/>
                    <a:pt x="3787" y="15"/>
                  </a:cubicBezTo>
                  <a:cubicBezTo>
                    <a:pt x="3770" y="15"/>
                    <a:pt x="3753" y="23"/>
                    <a:pt x="3737" y="40"/>
                  </a:cubicBezTo>
                  <a:cubicBezTo>
                    <a:pt x="2169" y="1407"/>
                    <a:pt x="1001" y="3209"/>
                    <a:pt x="334" y="5210"/>
                  </a:cubicBezTo>
                  <a:cubicBezTo>
                    <a:pt x="1" y="6378"/>
                    <a:pt x="134" y="8079"/>
                    <a:pt x="1602" y="8412"/>
                  </a:cubicBezTo>
                  <a:cubicBezTo>
                    <a:pt x="1735" y="8442"/>
                    <a:pt x="1863" y="8455"/>
                    <a:pt x="1986" y="8455"/>
                  </a:cubicBezTo>
                  <a:cubicBezTo>
                    <a:pt x="3133" y="8455"/>
                    <a:pt x="3866" y="7268"/>
                    <a:pt x="4137" y="6244"/>
                  </a:cubicBezTo>
                  <a:cubicBezTo>
                    <a:pt x="4637" y="4309"/>
                    <a:pt x="4304" y="2208"/>
                    <a:pt x="4204" y="240"/>
                  </a:cubicBezTo>
                  <a:cubicBezTo>
                    <a:pt x="4204" y="93"/>
                    <a:pt x="4096" y="0"/>
                    <a:pt x="39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9">
              <a:extLst>
                <a:ext uri="{FF2B5EF4-FFF2-40B4-BE49-F238E27FC236}">
                  <a16:creationId xmlns:a16="http://schemas.microsoft.com/office/drawing/2014/main" id="{5D8DF147-895C-8347-825F-2E4CECD2137A}"/>
                </a:ext>
              </a:extLst>
            </p:cNvPr>
            <p:cNvSpPr/>
            <p:nvPr/>
          </p:nvSpPr>
          <p:spPr>
            <a:xfrm>
              <a:off x="6928672" y="2961173"/>
              <a:ext cx="161185" cy="138336"/>
            </a:xfrm>
            <a:custGeom>
              <a:avLst/>
              <a:gdLst/>
              <a:ahLst/>
              <a:cxnLst/>
              <a:rect l="l" t="t" r="r" b="b"/>
              <a:pathLst>
                <a:path w="7640" h="6557" extrusionOk="0">
                  <a:moveTo>
                    <a:pt x="2436" y="717"/>
                  </a:moveTo>
                  <a:cubicBezTo>
                    <a:pt x="2469" y="717"/>
                    <a:pt x="2502" y="718"/>
                    <a:pt x="2535" y="719"/>
                  </a:cubicBezTo>
                  <a:cubicBezTo>
                    <a:pt x="3903" y="719"/>
                    <a:pt x="5004" y="2787"/>
                    <a:pt x="5604" y="3787"/>
                  </a:cubicBezTo>
                  <a:cubicBezTo>
                    <a:pt x="6071" y="4621"/>
                    <a:pt x="6505" y="5489"/>
                    <a:pt x="7039" y="6289"/>
                  </a:cubicBezTo>
                  <a:cubicBezTo>
                    <a:pt x="5938" y="5789"/>
                    <a:pt x="4870" y="5255"/>
                    <a:pt x="3803" y="4655"/>
                  </a:cubicBezTo>
                  <a:cubicBezTo>
                    <a:pt x="3303" y="4355"/>
                    <a:pt x="2836" y="4021"/>
                    <a:pt x="2369" y="3654"/>
                  </a:cubicBezTo>
                  <a:cubicBezTo>
                    <a:pt x="1678" y="3095"/>
                    <a:pt x="78" y="717"/>
                    <a:pt x="2436" y="717"/>
                  </a:cubicBezTo>
                  <a:close/>
                  <a:moveTo>
                    <a:pt x="2253" y="0"/>
                  </a:moveTo>
                  <a:cubicBezTo>
                    <a:pt x="1846" y="0"/>
                    <a:pt x="1447" y="139"/>
                    <a:pt x="1101" y="485"/>
                  </a:cubicBezTo>
                  <a:cubicBezTo>
                    <a:pt x="0" y="1519"/>
                    <a:pt x="801" y="3054"/>
                    <a:pt x="1701" y="3888"/>
                  </a:cubicBezTo>
                  <a:cubicBezTo>
                    <a:pt x="3269" y="5222"/>
                    <a:pt x="5204" y="6156"/>
                    <a:pt x="7239" y="6556"/>
                  </a:cubicBezTo>
                  <a:cubicBezTo>
                    <a:pt x="7305" y="6556"/>
                    <a:pt x="7339" y="6523"/>
                    <a:pt x="7339" y="6489"/>
                  </a:cubicBezTo>
                  <a:cubicBezTo>
                    <a:pt x="7506" y="6489"/>
                    <a:pt x="7639" y="6289"/>
                    <a:pt x="7539" y="6122"/>
                  </a:cubicBezTo>
                  <a:cubicBezTo>
                    <a:pt x="6605" y="4388"/>
                    <a:pt x="5838" y="2420"/>
                    <a:pt x="4370" y="1019"/>
                  </a:cubicBezTo>
                  <a:cubicBezTo>
                    <a:pt x="3825" y="495"/>
                    <a:pt x="3023" y="0"/>
                    <a:pt x="225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9">
              <a:extLst>
                <a:ext uri="{FF2B5EF4-FFF2-40B4-BE49-F238E27FC236}">
                  <a16:creationId xmlns:a16="http://schemas.microsoft.com/office/drawing/2014/main" id="{D3BE6EEE-7DE0-135D-7978-486756F0B99C}"/>
                </a:ext>
              </a:extLst>
            </p:cNvPr>
            <p:cNvSpPr/>
            <p:nvPr/>
          </p:nvSpPr>
          <p:spPr>
            <a:xfrm>
              <a:off x="5205872" y="2450361"/>
              <a:ext cx="1710142" cy="709340"/>
            </a:xfrm>
            <a:custGeom>
              <a:avLst/>
              <a:gdLst/>
              <a:ahLst/>
              <a:cxnLst/>
              <a:rect l="l" t="t" r="r" b="b"/>
              <a:pathLst>
                <a:path w="81059" h="33622" extrusionOk="0">
                  <a:moveTo>
                    <a:pt x="21636" y="0"/>
                  </a:moveTo>
                  <a:cubicBezTo>
                    <a:pt x="19557" y="0"/>
                    <a:pt x="17477" y="200"/>
                    <a:pt x="15479" y="680"/>
                  </a:cubicBezTo>
                  <a:cubicBezTo>
                    <a:pt x="1736" y="3949"/>
                    <a:pt x="1" y="21195"/>
                    <a:pt x="10242" y="27299"/>
                  </a:cubicBezTo>
                  <a:cubicBezTo>
                    <a:pt x="19603" y="32844"/>
                    <a:pt x="52165" y="33621"/>
                    <a:pt x="69688" y="33621"/>
                  </a:cubicBezTo>
                  <a:cubicBezTo>
                    <a:pt x="76515" y="33621"/>
                    <a:pt x="81059" y="33503"/>
                    <a:pt x="81059" y="33503"/>
                  </a:cubicBezTo>
                  <a:lnTo>
                    <a:pt x="68550" y="12322"/>
                  </a:lnTo>
                  <a:cubicBezTo>
                    <a:pt x="68550" y="12322"/>
                    <a:pt x="63618" y="11286"/>
                    <a:pt x="56483" y="10337"/>
                  </a:cubicBezTo>
                  <a:lnTo>
                    <a:pt x="56483" y="10337"/>
                  </a:lnTo>
                  <a:lnTo>
                    <a:pt x="56508" y="4950"/>
                  </a:lnTo>
                  <a:lnTo>
                    <a:pt x="42298" y="4950"/>
                  </a:lnTo>
                  <a:cubicBezTo>
                    <a:pt x="42298" y="4950"/>
                    <a:pt x="31982" y="0"/>
                    <a:pt x="216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9">
              <a:extLst>
                <a:ext uri="{FF2B5EF4-FFF2-40B4-BE49-F238E27FC236}">
                  <a16:creationId xmlns:a16="http://schemas.microsoft.com/office/drawing/2014/main" id="{7827DF09-27DD-5E0F-5960-8B4F0ACDC37E}"/>
                </a:ext>
              </a:extLst>
            </p:cNvPr>
            <p:cNvSpPr/>
            <p:nvPr/>
          </p:nvSpPr>
          <p:spPr>
            <a:xfrm>
              <a:off x="5694996" y="2610364"/>
              <a:ext cx="975422" cy="130931"/>
            </a:xfrm>
            <a:custGeom>
              <a:avLst/>
              <a:gdLst/>
              <a:ahLst/>
              <a:cxnLst/>
              <a:rect l="l" t="t" r="r" b="b"/>
              <a:pathLst>
                <a:path w="46234" h="6206" extrusionOk="0">
                  <a:moveTo>
                    <a:pt x="1635" y="1"/>
                  </a:moveTo>
                  <a:cubicBezTo>
                    <a:pt x="1601" y="1"/>
                    <a:pt x="1601" y="68"/>
                    <a:pt x="1635" y="68"/>
                  </a:cubicBezTo>
                  <a:cubicBezTo>
                    <a:pt x="2469" y="268"/>
                    <a:pt x="3269" y="501"/>
                    <a:pt x="4070" y="668"/>
                  </a:cubicBezTo>
                  <a:cubicBezTo>
                    <a:pt x="4337" y="735"/>
                    <a:pt x="4570" y="768"/>
                    <a:pt x="4804" y="835"/>
                  </a:cubicBezTo>
                  <a:cubicBezTo>
                    <a:pt x="3202" y="901"/>
                    <a:pt x="1635" y="1035"/>
                    <a:pt x="34" y="1168"/>
                  </a:cubicBezTo>
                  <a:cubicBezTo>
                    <a:pt x="0" y="1168"/>
                    <a:pt x="0" y="1235"/>
                    <a:pt x="34" y="1235"/>
                  </a:cubicBezTo>
                  <a:cubicBezTo>
                    <a:pt x="1660" y="1160"/>
                    <a:pt x="3286" y="1122"/>
                    <a:pt x="4912" y="1122"/>
                  </a:cubicBezTo>
                  <a:cubicBezTo>
                    <a:pt x="5454" y="1122"/>
                    <a:pt x="5996" y="1127"/>
                    <a:pt x="6538" y="1135"/>
                  </a:cubicBezTo>
                  <a:cubicBezTo>
                    <a:pt x="8673" y="1168"/>
                    <a:pt x="10808" y="1235"/>
                    <a:pt x="12943" y="1335"/>
                  </a:cubicBezTo>
                  <a:cubicBezTo>
                    <a:pt x="17279" y="1602"/>
                    <a:pt x="21582" y="1969"/>
                    <a:pt x="25885" y="2436"/>
                  </a:cubicBezTo>
                  <a:cubicBezTo>
                    <a:pt x="28320" y="2703"/>
                    <a:pt x="42964" y="4838"/>
                    <a:pt x="45399" y="4938"/>
                  </a:cubicBezTo>
                  <a:lnTo>
                    <a:pt x="45433" y="4938"/>
                  </a:lnTo>
                  <a:cubicBezTo>
                    <a:pt x="45433" y="5004"/>
                    <a:pt x="45466" y="5038"/>
                    <a:pt x="45499" y="5105"/>
                  </a:cubicBezTo>
                  <a:cubicBezTo>
                    <a:pt x="45566" y="5238"/>
                    <a:pt x="45633" y="5371"/>
                    <a:pt x="45699" y="5505"/>
                  </a:cubicBezTo>
                  <a:cubicBezTo>
                    <a:pt x="45766" y="5605"/>
                    <a:pt x="45833" y="5738"/>
                    <a:pt x="45900" y="5872"/>
                  </a:cubicBezTo>
                  <a:cubicBezTo>
                    <a:pt x="45933" y="5905"/>
                    <a:pt x="46000" y="5972"/>
                    <a:pt x="46033" y="6039"/>
                  </a:cubicBezTo>
                  <a:lnTo>
                    <a:pt x="46100" y="6105"/>
                  </a:lnTo>
                  <a:cubicBezTo>
                    <a:pt x="46100" y="6139"/>
                    <a:pt x="46133" y="6172"/>
                    <a:pt x="46166" y="6205"/>
                  </a:cubicBezTo>
                  <a:cubicBezTo>
                    <a:pt x="46166" y="6205"/>
                    <a:pt x="46233" y="6172"/>
                    <a:pt x="46200" y="6139"/>
                  </a:cubicBezTo>
                  <a:cubicBezTo>
                    <a:pt x="46200" y="6072"/>
                    <a:pt x="46166" y="6039"/>
                    <a:pt x="46166" y="6005"/>
                  </a:cubicBezTo>
                  <a:lnTo>
                    <a:pt x="46166" y="5938"/>
                  </a:lnTo>
                  <a:cubicBezTo>
                    <a:pt x="46166" y="5872"/>
                    <a:pt x="46133" y="5805"/>
                    <a:pt x="46100" y="5705"/>
                  </a:cubicBezTo>
                  <a:cubicBezTo>
                    <a:pt x="46066" y="5572"/>
                    <a:pt x="46000" y="5438"/>
                    <a:pt x="45966" y="5305"/>
                  </a:cubicBezTo>
                  <a:cubicBezTo>
                    <a:pt x="45900" y="5171"/>
                    <a:pt x="45833" y="5038"/>
                    <a:pt x="45766" y="4871"/>
                  </a:cubicBezTo>
                  <a:cubicBezTo>
                    <a:pt x="45699" y="4738"/>
                    <a:pt x="45633" y="4638"/>
                    <a:pt x="45533" y="4504"/>
                  </a:cubicBezTo>
                  <a:lnTo>
                    <a:pt x="45433" y="4504"/>
                  </a:lnTo>
                  <a:cubicBezTo>
                    <a:pt x="43298" y="4104"/>
                    <a:pt x="28954" y="2069"/>
                    <a:pt x="26819" y="1802"/>
                  </a:cubicBezTo>
                  <a:cubicBezTo>
                    <a:pt x="24684" y="1569"/>
                    <a:pt x="22483" y="1368"/>
                    <a:pt x="20348" y="1202"/>
                  </a:cubicBezTo>
                  <a:cubicBezTo>
                    <a:pt x="16715" y="866"/>
                    <a:pt x="13106" y="718"/>
                    <a:pt x="9481" y="718"/>
                  </a:cubicBezTo>
                  <a:cubicBezTo>
                    <a:pt x="8779" y="718"/>
                    <a:pt x="8076" y="724"/>
                    <a:pt x="7372" y="735"/>
                  </a:cubicBezTo>
                  <a:cubicBezTo>
                    <a:pt x="6938" y="735"/>
                    <a:pt x="6572" y="735"/>
                    <a:pt x="6171" y="768"/>
                  </a:cubicBezTo>
                  <a:cubicBezTo>
                    <a:pt x="6071" y="735"/>
                    <a:pt x="5971" y="701"/>
                    <a:pt x="5904" y="701"/>
                  </a:cubicBezTo>
                  <a:cubicBezTo>
                    <a:pt x="5671" y="635"/>
                    <a:pt x="5471" y="601"/>
                    <a:pt x="5271" y="568"/>
                  </a:cubicBezTo>
                  <a:cubicBezTo>
                    <a:pt x="4870" y="468"/>
                    <a:pt x="4470" y="434"/>
                    <a:pt x="4103" y="368"/>
                  </a:cubicBezTo>
                  <a:cubicBezTo>
                    <a:pt x="3269" y="234"/>
                    <a:pt x="2435" y="134"/>
                    <a:pt x="16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9">
              <a:extLst>
                <a:ext uri="{FF2B5EF4-FFF2-40B4-BE49-F238E27FC236}">
                  <a16:creationId xmlns:a16="http://schemas.microsoft.com/office/drawing/2014/main" id="{7C5F684F-E6F9-4161-40B3-EF35EF439468}"/>
                </a:ext>
              </a:extLst>
            </p:cNvPr>
            <p:cNvSpPr/>
            <p:nvPr/>
          </p:nvSpPr>
          <p:spPr>
            <a:xfrm>
              <a:off x="6580310" y="2720578"/>
              <a:ext cx="241187" cy="411190"/>
            </a:xfrm>
            <a:custGeom>
              <a:avLst/>
              <a:gdLst/>
              <a:ahLst/>
              <a:cxnLst/>
              <a:rect l="l" t="t" r="r" b="b"/>
              <a:pathLst>
                <a:path w="11432" h="19490" extrusionOk="0">
                  <a:moveTo>
                    <a:pt x="68" y="1"/>
                  </a:moveTo>
                  <a:cubicBezTo>
                    <a:pt x="36" y="1"/>
                    <a:pt x="0" y="32"/>
                    <a:pt x="0" y="81"/>
                  </a:cubicBezTo>
                  <a:cubicBezTo>
                    <a:pt x="267" y="748"/>
                    <a:pt x="3436" y="6419"/>
                    <a:pt x="4170" y="7686"/>
                  </a:cubicBezTo>
                  <a:cubicBezTo>
                    <a:pt x="5638" y="10221"/>
                    <a:pt x="7172" y="12690"/>
                    <a:pt x="8707" y="15191"/>
                  </a:cubicBezTo>
                  <a:cubicBezTo>
                    <a:pt x="9140" y="15892"/>
                    <a:pt x="9574" y="16592"/>
                    <a:pt x="10041" y="17326"/>
                  </a:cubicBezTo>
                  <a:cubicBezTo>
                    <a:pt x="10475" y="18027"/>
                    <a:pt x="10942" y="18727"/>
                    <a:pt x="11342" y="19461"/>
                  </a:cubicBezTo>
                  <a:cubicBezTo>
                    <a:pt x="11342" y="19482"/>
                    <a:pt x="11352" y="19490"/>
                    <a:pt x="11364" y="19490"/>
                  </a:cubicBezTo>
                  <a:cubicBezTo>
                    <a:pt x="11391" y="19490"/>
                    <a:pt x="11432" y="19451"/>
                    <a:pt x="11409" y="19428"/>
                  </a:cubicBezTo>
                  <a:cubicBezTo>
                    <a:pt x="10641" y="18160"/>
                    <a:pt x="9974" y="16859"/>
                    <a:pt x="9274" y="15592"/>
                  </a:cubicBezTo>
                  <a:cubicBezTo>
                    <a:pt x="8540" y="14324"/>
                    <a:pt x="7839" y="13023"/>
                    <a:pt x="7139" y="11756"/>
                  </a:cubicBezTo>
                  <a:cubicBezTo>
                    <a:pt x="5705" y="9187"/>
                    <a:pt x="601" y="614"/>
                    <a:pt x="101" y="14"/>
                  </a:cubicBezTo>
                  <a:cubicBezTo>
                    <a:pt x="92" y="5"/>
                    <a:pt x="80" y="1"/>
                    <a:pt x="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9">
              <a:extLst>
                <a:ext uri="{FF2B5EF4-FFF2-40B4-BE49-F238E27FC236}">
                  <a16:creationId xmlns:a16="http://schemas.microsoft.com/office/drawing/2014/main" id="{58A410C7-7D35-D390-2F7C-089C9E20200C}"/>
                </a:ext>
              </a:extLst>
            </p:cNvPr>
            <p:cNvSpPr/>
            <p:nvPr/>
          </p:nvSpPr>
          <p:spPr>
            <a:xfrm>
              <a:off x="5734406" y="2647665"/>
              <a:ext cx="845925" cy="120361"/>
            </a:xfrm>
            <a:custGeom>
              <a:avLst/>
              <a:gdLst/>
              <a:ahLst/>
              <a:cxnLst/>
              <a:rect l="l" t="t" r="r" b="b"/>
              <a:pathLst>
                <a:path w="40096" h="5705" extrusionOk="0">
                  <a:moveTo>
                    <a:pt x="67" y="1"/>
                  </a:moveTo>
                  <a:cubicBezTo>
                    <a:pt x="0" y="1"/>
                    <a:pt x="34" y="67"/>
                    <a:pt x="67" y="67"/>
                  </a:cubicBezTo>
                  <a:cubicBezTo>
                    <a:pt x="5337" y="334"/>
                    <a:pt x="10574" y="1035"/>
                    <a:pt x="15811" y="1769"/>
                  </a:cubicBezTo>
                  <a:cubicBezTo>
                    <a:pt x="21015" y="2536"/>
                    <a:pt x="26119" y="3337"/>
                    <a:pt x="31222" y="4204"/>
                  </a:cubicBezTo>
                  <a:cubicBezTo>
                    <a:pt x="32690" y="4437"/>
                    <a:pt x="34125" y="4704"/>
                    <a:pt x="35592" y="4938"/>
                  </a:cubicBezTo>
                  <a:cubicBezTo>
                    <a:pt x="37060" y="5205"/>
                    <a:pt x="38528" y="5505"/>
                    <a:pt x="39995" y="5705"/>
                  </a:cubicBezTo>
                  <a:cubicBezTo>
                    <a:pt x="40062" y="5705"/>
                    <a:pt x="40095" y="5638"/>
                    <a:pt x="40029" y="5605"/>
                  </a:cubicBezTo>
                  <a:cubicBezTo>
                    <a:pt x="38761" y="5305"/>
                    <a:pt x="37460" y="5104"/>
                    <a:pt x="36159" y="4871"/>
                  </a:cubicBezTo>
                  <a:cubicBezTo>
                    <a:pt x="34892" y="4604"/>
                    <a:pt x="33591" y="4371"/>
                    <a:pt x="32290" y="4137"/>
                  </a:cubicBezTo>
                  <a:cubicBezTo>
                    <a:pt x="29721" y="3637"/>
                    <a:pt x="27120" y="3203"/>
                    <a:pt x="24518" y="2769"/>
                  </a:cubicBezTo>
                  <a:cubicBezTo>
                    <a:pt x="19347" y="1902"/>
                    <a:pt x="14144" y="1168"/>
                    <a:pt x="8940" y="668"/>
                  </a:cubicBezTo>
                  <a:cubicBezTo>
                    <a:pt x="5971" y="401"/>
                    <a:pt x="3036" y="20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9">
              <a:extLst>
                <a:ext uri="{FF2B5EF4-FFF2-40B4-BE49-F238E27FC236}">
                  <a16:creationId xmlns:a16="http://schemas.microsoft.com/office/drawing/2014/main" id="{90A8590A-08FE-70E0-3996-E32CFBF1ABB6}"/>
                </a:ext>
              </a:extLst>
            </p:cNvPr>
            <p:cNvSpPr/>
            <p:nvPr/>
          </p:nvSpPr>
          <p:spPr>
            <a:xfrm>
              <a:off x="6184796" y="3704713"/>
              <a:ext cx="740079" cy="976202"/>
            </a:xfrm>
            <a:custGeom>
              <a:avLst/>
              <a:gdLst/>
              <a:ahLst/>
              <a:cxnLst/>
              <a:rect l="l" t="t" r="r" b="b"/>
              <a:pathLst>
                <a:path w="35079" h="46271" extrusionOk="0">
                  <a:moveTo>
                    <a:pt x="12943" y="0"/>
                  </a:moveTo>
                  <a:cubicBezTo>
                    <a:pt x="12943" y="0"/>
                    <a:pt x="9074" y="8506"/>
                    <a:pt x="5638" y="16612"/>
                  </a:cubicBezTo>
                  <a:cubicBezTo>
                    <a:pt x="5104" y="17880"/>
                    <a:pt x="4571" y="19081"/>
                    <a:pt x="4070" y="20282"/>
                  </a:cubicBezTo>
                  <a:cubicBezTo>
                    <a:pt x="1769" y="25819"/>
                    <a:pt x="1" y="30455"/>
                    <a:pt x="334" y="30922"/>
                  </a:cubicBezTo>
                  <a:cubicBezTo>
                    <a:pt x="1168" y="32223"/>
                    <a:pt x="32124" y="46133"/>
                    <a:pt x="33391" y="46267"/>
                  </a:cubicBezTo>
                  <a:cubicBezTo>
                    <a:pt x="33414" y="46269"/>
                    <a:pt x="33436" y="46270"/>
                    <a:pt x="33458" y="46270"/>
                  </a:cubicBezTo>
                  <a:cubicBezTo>
                    <a:pt x="34642" y="46270"/>
                    <a:pt x="35078" y="42804"/>
                    <a:pt x="34325" y="41330"/>
                  </a:cubicBezTo>
                  <a:cubicBezTo>
                    <a:pt x="33558" y="39829"/>
                    <a:pt x="24085" y="29221"/>
                    <a:pt x="24085" y="29221"/>
                  </a:cubicBezTo>
                  <a:lnTo>
                    <a:pt x="25786" y="25619"/>
                  </a:lnTo>
                  <a:lnTo>
                    <a:pt x="33658" y="9240"/>
                  </a:lnTo>
                  <a:lnTo>
                    <a:pt x="12943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9">
              <a:extLst>
                <a:ext uri="{FF2B5EF4-FFF2-40B4-BE49-F238E27FC236}">
                  <a16:creationId xmlns:a16="http://schemas.microsoft.com/office/drawing/2014/main" id="{647302BD-E1DA-B837-BF21-2F18CCA0CB62}"/>
                </a:ext>
              </a:extLst>
            </p:cNvPr>
            <p:cNvSpPr/>
            <p:nvPr/>
          </p:nvSpPr>
          <p:spPr>
            <a:xfrm>
              <a:off x="6183403" y="4055184"/>
              <a:ext cx="741451" cy="625731"/>
            </a:xfrm>
            <a:custGeom>
              <a:avLst/>
              <a:gdLst/>
              <a:ahLst/>
              <a:cxnLst/>
              <a:rect l="l" t="t" r="r" b="b"/>
              <a:pathLst>
                <a:path w="35144" h="29659" extrusionOk="0">
                  <a:moveTo>
                    <a:pt x="5671" y="0"/>
                  </a:moveTo>
                  <a:cubicBezTo>
                    <a:pt x="2669" y="7039"/>
                    <a:pt x="0" y="13743"/>
                    <a:pt x="400" y="14310"/>
                  </a:cubicBezTo>
                  <a:cubicBezTo>
                    <a:pt x="1234" y="15611"/>
                    <a:pt x="32190" y="29521"/>
                    <a:pt x="33457" y="29655"/>
                  </a:cubicBezTo>
                  <a:cubicBezTo>
                    <a:pt x="33480" y="29657"/>
                    <a:pt x="33502" y="29658"/>
                    <a:pt x="33524" y="29658"/>
                  </a:cubicBezTo>
                  <a:cubicBezTo>
                    <a:pt x="34708" y="29658"/>
                    <a:pt x="35144" y="26192"/>
                    <a:pt x="34358" y="24718"/>
                  </a:cubicBezTo>
                  <a:cubicBezTo>
                    <a:pt x="33591" y="23217"/>
                    <a:pt x="24117" y="12609"/>
                    <a:pt x="24117" y="12609"/>
                  </a:cubicBezTo>
                  <a:lnTo>
                    <a:pt x="25852" y="9007"/>
                  </a:lnTo>
                  <a:lnTo>
                    <a:pt x="56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9">
              <a:extLst>
                <a:ext uri="{FF2B5EF4-FFF2-40B4-BE49-F238E27FC236}">
                  <a16:creationId xmlns:a16="http://schemas.microsoft.com/office/drawing/2014/main" id="{3DC007E0-8CC7-26C0-43B9-FCEEFCE946EF}"/>
                </a:ext>
              </a:extLst>
            </p:cNvPr>
            <p:cNvSpPr/>
            <p:nvPr/>
          </p:nvSpPr>
          <p:spPr>
            <a:xfrm>
              <a:off x="6184796" y="4132591"/>
              <a:ext cx="740079" cy="548324"/>
            </a:xfrm>
            <a:custGeom>
              <a:avLst/>
              <a:gdLst/>
              <a:ahLst/>
              <a:cxnLst/>
              <a:rect l="l" t="t" r="r" b="b"/>
              <a:pathLst>
                <a:path w="35079" h="25990" extrusionOk="0">
                  <a:moveTo>
                    <a:pt x="4070" y="1"/>
                  </a:moveTo>
                  <a:cubicBezTo>
                    <a:pt x="1769" y="5538"/>
                    <a:pt x="1" y="10174"/>
                    <a:pt x="334" y="10641"/>
                  </a:cubicBezTo>
                  <a:cubicBezTo>
                    <a:pt x="1168" y="11942"/>
                    <a:pt x="32124" y="25852"/>
                    <a:pt x="33391" y="25986"/>
                  </a:cubicBezTo>
                  <a:cubicBezTo>
                    <a:pt x="33414" y="25988"/>
                    <a:pt x="33436" y="25989"/>
                    <a:pt x="33458" y="25989"/>
                  </a:cubicBezTo>
                  <a:cubicBezTo>
                    <a:pt x="34642" y="25989"/>
                    <a:pt x="35078" y="22523"/>
                    <a:pt x="34325" y="21049"/>
                  </a:cubicBezTo>
                  <a:cubicBezTo>
                    <a:pt x="33558" y="19548"/>
                    <a:pt x="24085" y="8940"/>
                    <a:pt x="24085" y="8940"/>
                  </a:cubicBezTo>
                  <a:lnTo>
                    <a:pt x="4070" y="1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9">
              <a:extLst>
                <a:ext uri="{FF2B5EF4-FFF2-40B4-BE49-F238E27FC236}">
                  <a16:creationId xmlns:a16="http://schemas.microsoft.com/office/drawing/2014/main" id="{45F83BD3-66E8-6B7D-AC02-C34EAD2A3E1C}"/>
                </a:ext>
              </a:extLst>
            </p:cNvPr>
            <p:cNvSpPr/>
            <p:nvPr/>
          </p:nvSpPr>
          <p:spPr>
            <a:xfrm>
              <a:off x="6229143" y="4356393"/>
              <a:ext cx="664550" cy="296061"/>
            </a:xfrm>
            <a:custGeom>
              <a:avLst/>
              <a:gdLst/>
              <a:ahLst/>
              <a:cxnLst/>
              <a:rect l="l" t="t" r="r" b="b"/>
              <a:pathLst>
                <a:path w="31499" h="14033" extrusionOk="0">
                  <a:moveTo>
                    <a:pt x="67" y="0"/>
                  </a:moveTo>
                  <a:cubicBezTo>
                    <a:pt x="34" y="0"/>
                    <a:pt x="0" y="0"/>
                    <a:pt x="67" y="33"/>
                  </a:cubicBezTo>
                  <a:cubicBezTo>
                    <a:pt x="5104" y="2569"/>
                    <a:pt x="26119" y="11842"/>
                    <a:pt x="31389" y="14010"/>
                  </a:cubicBezTo>
                  <a:cubicBezTo>
                    <a:pt x="31413" y="14026"/>
                    <a:pt x="31434" y="14033"/>
                    <a:pt x="31449" y="14033"/>
                  </a:cubicBezTo>
                  <a:cubicBezTo>
                    <a:pt x="31498" y="14033"/>
                    <a:pt x="31499" y="13969"/>
                    <a:pt x="31423" y="13943"/>
                  </a:cubicBezTo>
                  <a:cubicBezTo>
                    <a:pt x="26286" y="11475"/>
                    <a:pt x="5337" y="2035"/>
                    <a:pt x="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9">
              <a:extLst>
                <a:ext uri="{FF2B5EF4-FFF2-40B4-BE49-F238E27FC236}">
                  <a16:creationId xmlns:a16="http://schemas.microsoft.com/office/drawing/2014/main" id="{8C16C5B8-BFB0-B649-FC86-D39DA7137032}"/>
                </a:ext>
              </a:extLst>
            </p:cNvPr>
            <p:cNvSpPr/>
            <p:nvPr/>
          </p:nvSpPr>
          <p:spPr>
            <a:xfrm>
              <a:off x="6748500" y="4525026"/>
              <a:ext cx="129518" cy="55170"/>
            </a:xfrm>
            <a:custGeom>
              <a:avLst/>
              <a:gdLst/>
              <a:ahLst/>
              <a:cxnLst/>
              <a:rect l="l" t="t" r="r" b="b"/>
              <a:pathLst>
                <a:path w="6139" h="2615" extrusionOk="0">
                  <a:moveTo>
                    <a:pt x="4078" y="1"/>
                  </a:moveTo>
                  <a:cubicBezTo>
                    <a:pt x="3511" y="1"/>
                    <a:pt x="2943" y="103"/>
                    <a:pt x="2403" y="313"/>
                  </a:cubicBezTo>
                  <a:cubicBezTo>
                    <a:pt x="1368" y="747"/>
                    <a:pt x="501" y="1547"/>
                    <a:pt x="1" y="2581"/>
                  </a:cubicBezTo>
                  <a:cubicBezTo>
                    <a:pt x="1" y="2615"/>
                    <a:pt x="68" y="2615"/>
                    <a:pt x="68" y="2615"/>
                  </a:cubicBezTo>
                  <a:cubicBezTo>
                    <a:pt x="1062" y="1110"/>
                    <a:pt x="2739" y="268"/>
                    <a:pt x="4472" y="268"/>
                  </a:cubicBezTo>
                  <a:cubicBezTo>
                    <a:pt x="5006" y="268"/>
                    <a:pt x="5546" y="348"/>
                    <a:pt x="6072" y="513"/>
                  </a:cubicBezTo>
                  <a:cubicBezTo>
                    <a:pt x="6105" y="513"/>
                    <a:pt x="6139" y="480"/>
                    <a:pt x="6105" y="446"/>
                  </a:cubicBezTo>
                  <a:cubicBezTo>
                    <a:pt x="5463" y="153"/>
                    <a:pt x="4771" y="1"/>
                    <a:pt x="407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9">
              <a:extLst>
                <a:ext uri="{FF2B5EF4-FFF2-40B4-BE49-F238E27FC236}">
                  <a16:creationId xmlns:a16="http://schemas.microsoft.com/office/drawing/2014/main" id="{F4C046C7-CB29-6963-7DBE-AEE295CE2212}"/>
                </a:ext>
              </a:extLst>
            </p:cNvPr>
            <p:cNvSpPr/>
            <p:nvPr/>
          </p:nvSpPr>
          <p:spPr>
            <a:xfrm>
              <a:off x="6583116" y="4332131"/>
              <a:ext cx="149687" cy="24347"/>
            </a:xfrm>
            <a:custGeom>
              <a:avLst/>
              <a:gdLst/>
              <a:ahLst/>
              <a:cxnLst/>
              <a:rect l="l" t="t" r="r" b="b"/>
              <a:pathLst>
                <a:path w="7095" h="1154" extrusionOk="0">
                  <a:moveTo>
                    <a:pt x="3101" y="1"/>
                  </a:moveTo>
                  <a:cubicBezTo>
                    <a:pt x="2042" y="1"/>
                    <a:pt x="1000" y="215"/>
                    <a:pt x="101" y="716"/>
                  </a:cubicBezTo>
                  <a:cubicBezTo>
                    <a:pt x="1" y="750"/>
                    <a:pt x="101" y="850"/>
                    <a:pt x="168" y="850"/>
                  </a:cubicBezTo>
                  <a:cubicBezTo>
                    <a:pt x="806" y="812"/>
                    <a:pt x="1445" y="793"/>
                    <a:pt x="2083" y="793"/>
                  </a:cubicBezTo>
                  <a:cubicBezTo>
                    <a:pt x="3680" y="793"/>
                    <a:pt x="5276" y="912"/>
                    <a:pt x="6872" y="1150"/>
                  </a:cubicBezTo>
                  <a:cubicBezTo>
                    <a:pt x="6883" y="1152"/>
                    <a:pt x="6894" y="1153"/>
                    <a:pt x="6904" y="1153"/>
                  </a:cubicBezTo>
                  <a:cubicBezTo>
                    <a:pt x="7047" y="1153"/>
                    <a:pt x="7095" y="946"/>
                    <a:pt x="6939" y="883"/>
                  </a:cubicBezTo>
                  <a:cubicBezTo>
                    <a:pt x="5803" y="343"/>
                    <a:pt x="4439" y="1"/>
                    <a:pt x="31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9">
              <a:extLst>
                <a:ext uri="{FF2B5EF4-FFF2-40B4-BE49-F238E27FC236}">
                  <a16:creationId xmlns:a16="http://schemas.microsoft.com/office/drawing/2014/main" id="{141C3357-36F3-EACD-E42B-5A0603C80B0F}"/>
                </a:ext>
              </a:extLst>
            </p:cNvPr>
            <p:cNvSpPr/>
            <p:nvPr/>
          </p:nvSpPr>
          <p:spPr>
            <a:xfrm>
              <a:off x="6611514" y="4360571"/>
              <a:ext cx="149455" cy="24747"/>
            </a:xfrm>
            <a:custGeom>
              <a:avLst/>
              <a:gdLst/>
              <a:ahLst/>
              <a:cxnLst/>
              <a:rect l="l" t="t" r="r" b="b"/>
              <a:pathLst>
                <a:path w="7084" h="1173" extrusionOk="0">
                  <a:moveTo>
                    <a:pt x="3025" y="1"/>
                  </a:moveTo>
                  <a:cubicBezTo>
                    <a:pt x="1989" y="1"/>
                    <a:pt x="973" y="210"/>
                    <a:pt x="89" y="703"/>
                  </a:cubicBezTo>
                  <a:cubicBezTo>
                    <a:pt x="0" y="732"/>
                    <a:pt x="70" y="841"/>
                    <a:pt x="110" y="841"/>
                  </a:cubicBezTo>
                  <a:cubicBezTo>
                    <a:pt x="115" y="841"/>
                    <a:pt x="119" y="840"/>
                    <a:pt x="123" y="836"/>
                  </a:cubicBezTo>
                  <a:cubicBezTo>
                    <a:pt x="758" y="799"/>
                    <a:pt x="1391" y="780"/>
                    <a:pt x="2022" y="780"/>
                  </a:cubicBezTo>
                  <a:cubicBezTo>
                    <a:pt x="3643" y="780"/>
                    <a:pt x="5252" y="906"/>
                    <a:pt x="6861" y="1170"/>
                  </a:cubicBezTo>
                  <a:cubicBezTo>
                    <a:pt x="6872" y="1172"/>
                    <a:pt x="6882" y="1173"/>
                    <a:pt x="6892" y="1173"/>
                  </a:cubicBezTo>
                  <a:cubicBezTo>
                    <a:pt x="7035" y="1173"/>
                    <a:pt x="7083" y="965"/>
                    <a:pt x="6927" y="903"/>
                  </a:cubicBezTo>
                  <a:cubicBezTo>
                    <a:pt x="5758" y="356"/>
                    <a:pt x="4374" y="1"/>
                    <a:pt x="30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9">
              <a:extLst>
                <a:ext uri="{FF2B5EF4-FFF2-40B4-BE49-F238E27FC236}">
                  <a16:creationId xmlns:a16="http://schemas.microsoft.com/office/drawing/2014/main" id="{C655B004-B79A-41AA-1115-CBE68734F763}"/>
                </a:ext>
              </a:extLst>
            </p:cNvPr>
            <p:cNvSpPr/>
            <p:nvPr/>
          </p:nvSpPr>
          <p:spPr>
            <a:xfrm>
              <a:off x="6639426" y="4389010"/>
              <a:ext cx="149687" cy="24473"/>
            </a:xfrm>
            <a:custGeom>
              <a:avLst/>
              <a:gdLst/>
              <a:ahLst/>
              <a:cxnLst/>
              <a:rect l="l" t="t" r="r" b="b"/>
              <a:pathLst>
                <a:path w="7095" h="1160" extrusionOk="0">
                  <a:moveTo>
                    <a:pt x="3050" y="1"/>
                  </a:moveTo>
                  <a:cubicBezTo>
                    <a:pt x="2002" y="1"/>
                    <a:pt x="971" y="208"/>
                    <a:pt x="67" y="689"/>
                  </a:cubicBezTo>
                  <a:cubicBezTo>
                    <a:pt x="0" y="756"/>
                    <a:pt x="67" y="856"/>
                    <a:pt x="134" y="856"/>
                  </a:cubicBezTo>
                  <a:cubicBezTo>
                    <a:pt x="772" y="818"/>
                    <a:pt x="1414" y="799"/>
                    <a:pt x="2055" y="799"/>
                  </a:cubicBezTo>
                  <a:cubicBezTo>
                    <a:pt x="3660" y="799"/>
                    <a:pt x="5266" y="918"/>
                    <a:pt x="6839" y="1156"/>
                  </a:cubicBezTo>
                  <a:cubicBezTo>
                    <a:pt x="6850" y="1158"/>
                    <a:pt x="6860" y="1159"/>
                    <a:pt x="6871" y="1159"/>
                  </a:cubicBezTo>
                  <a:cubicBezTo>
                    <a:pt x="7018" y="1159"/>
                    <a:pt x="7095" y="951"/>
                    <a:pt x="6939" y="889"/>
                  </a:cubicBezTo>
                  <a:cubicBezTo>
                    <a:pt x="5774" y="345"/>
                    <a:pt x="4399" y="1"/>
                    <a:pt x="30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9">
              <a:extLst>
                <a:ext uri="{FF2B5EF4-FFF2-40B4-BE49-F238E27FC236}">
                  <a16:creationId xmlns:a16="http://schemas.microsoft.com/office/drawing/2014/main" id="{D5F66D0B-DEEC-8581-909B-AE2047257C18}"/>
                </a:ext>
              </a:extLst>
            </p:cNvPr>
            <p:cNvSpPr/>
            <p:nvPr/>
          </p:nvSpPr>
          <p:spPr>
            <a:xfrm>
              <a:off x="6666873" y="4417386"/>
              <a:ext cx="149687" cy="24241"/>
            </a:xfrm>
            <a:custGeom>
              <a:avLst/>
              <a:gdLst/>
              <a:ahLst/>
              <a:cxnLst/>
              <a:rect l="l" t="t" r="r" b="b"/>
              <a:pathLst>
                <a:path w="7095" h="1149" extrusionOk="0">
                  <a:moveTo>
                    <a:pt x="3033" y="1"/>
                  </a:moveTo>
                  <a:cubicBezTo>
                    <a:pt x="1997" y="1"/>
                    <a:pt x="980" y="202"/>
                    <a:pt x="100" y="678"/>
                  </a:cubicBezTo>
                  <a:cubicBezTo>
                    <a:pt x="0" y="745"/>
                    <a:pt x="100" y="845"/>
                    <a:pt x="167" y="845"/>
                  </a:cubicBezTo>
                  <a:cubicBezTo>
                    <a:pt x="806" y="807"/>
                    <a:pt x="1444" y="788"/>
                    <a:pt x="2083" y="788"/>
                  </a:cubicBezTo>
                  <a:cubicBezTo>
                    <a:pt x="3679" y="788"/>
                    <a:pt x="5276" y="907"/>
                    <a:pt x="6872" y="1145"/>
                  </a:cubicBezTo>
                  <a:cubicBezTo>
                    <a:pt x="6883" y="1148"/>
                    <a:pt x="6894" y="1149"/>
                    <a:pt x="6904" y="1149"/>
                  </a:cubicBezTo>
                  <a:cubicBezTo>
                    <a:pt x="7047" y="1149"/>
                    <a:pt x="7094" y="941"/>
                    <a:pt x="6939" y="878"/>
                  </a:cubicBezTo>
                  <a:cubicBezTo>
                    <a:pt x="5784" y="348"/>
                    <a:pt x="4392" y="1"/>
                    <a:pt x="30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9">
              <a:extLst>
                <a:ext uri="{FF2B5EF4-FFF2-40B4-BE49-F238E27FC236}">
                  <a16:creationId xmlns:a16="http://schemas.microsoft.com/office/drawing/2014/main" id="{7289F646-B8CE-9264-47D6-C24EF9D4D556}"/>
                </a:ext>
              </a:extLst>
            </p:cNvPr>
            <p:cNvSpPr/>
            <p:nvPr/>
          </p:nvSpPr>
          <p:spPr>
            <a:xfrm>
              <a:off x="6227581" y="4260801"/>
              <a:ext cx="120657" cy="84221"/>
            </a:xfrm>
            <a:custGeom>
              <a:avLst/>
              <a:gdLst/>
              <a:ahLst/>
              <a:cxnLst/>
              <a:rect l="l" t="t" r="r" b="b"/>
              <a:pathLst>
                <a:path w="5719" h="3992" extrusionOk="0">
                  <a:moveTo>
                    <a:pt x="2836" y="1"/>
                  </a:moveTo>
                  <a:cubicBezTo>
                    <a:pt x="994" y="1"/>
                    <a:pt x="1" y="2893"/>
                    <a:pt x="2042" y="3797"/>
                  </a:cubicBezTo>
                  <a:cubicBezTo>
                    <a:pt x="2340" y="3931"/>
                    <a:pt x="2626" y="3991"/>
                    <a:pt x="2893" y="3991"/>
                  </a:cubicBezTo>
                  <a:cubicBezTo>
                    <a:pt x="4751" y="3991"/>
                    <a:pt x="5718" y="1099"/>
                    <a:pt x="3677" y="195"/>
                  </a:cubicBezTo>
                  <a:cubicBezTo>
                    <a:pt x="3383" y="60"/>
                    <a:pt x="3101" y="1"/>
                    <a:pt x="28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9">
              <a:extLst>
                <a:ext uri="{FF2B5EF4-FFF2-40B4-BE49-F238E27FC236}">
                  <a16:creationId xmlns:a16="http://schemas.microsoft.com/office/drawing/2014/main" id="{8A9FD006-BC59-6D0C-424D-4776E9ECF9DE}"/>
                </a:ext>
              </a:extLst>
            </p:cNvPr>
            <p:cNvSpPr/>
            <p:nvPr/>
          </p:nvSpPr>
          <p:spPr>
            <a:xfrm>
              <a:off x="6667570" y="4234766"/>
              <a:ext cx="175257" cy="113969"/>
            </a:xfrm>
            <a:custGeom>
              <a:avLst/>
              <a:gdLst/>
              <a:ahLst/>
              <a:cxnLst/>
              <a:rect l="l" t="t" r="r" b="b"/>
              <a:pathLst>
                <a:path w="8307" h="5402" extrusionOk="0">
                  <a:moveTo>
                    <a:pt x="6153" y="680"/>
                  </a:moveTo>
                  <a:cubicBezTo>
                    <a:pt x="6895" y="680"/>
                    <a:pt x="7456" y="1046"/>
                    <a:pt x="7039" y="2263"/>
                  </a:cubicBezTo>
                  <a:cubicBezTo>
                    <a:pt x="6572" y="3564"/>
                    <a:pt x="4304" y="3997"/>
                    <a:pt x="3170" y="4231"/>
                  </a:cubicBezTo>
                  <a:cubicBezTo>
                    <a:pt x="2236" y="4431"/>
                    <a:pt x="1268" y="4598"/>
                    <a:pt x="334" y="4831"/>
                  </a:cubicBezTo>
                  <a:cubicBezTo>
                    <a:pt x="1135" y="3930"/>
                    <a:pt x="2002" y="3097"/>
                    <a:pt x="2869" y="2263"/>
                  </a:cubicBezTo>
                  <a:cubicBezTo>
                    <a:pt x="3336" y="1896"/>
                    <a:pt x="3770" y="1529"/>
                    <a:pt x="4270" y="1229"/>
                  </a:cubicBezTo>
                  <a:cubicBezTo>
                    <a:pt x="4638" y="989"/>
                    <a:pt x="5472" y="680"/>
                    <a:pt x="6153" y="680"/>
                  </a:cubicBezTo>
                  <a:close/>
                  <a:moveTo>
                    <a:pt x="6037" y="1"/>
                  </a:moveTo>
                  <a:cubicBezTo>
                    <a:pt x="5424" y="1"/>
                    <a:pt x="4776" y="210"/>
                    <a:pt x="4270" y="495"/>
                  </a:cubicBezTo>
                  <a:cubicBezTo>
                    <a:pt x="2503" y="1595"/>
                    <a:pt x="1001" y="3130"/>
                    <a:pt x="1" y="4965"/>
                  </a:cubicBezTo>
                  <a:cubicBezTo>
                    <a:pt x="1" y="4998"/>
                    <a:pt x="1" y="5031"/>
                    <a:pt x="34" y="5065"/>
                  </a:cubicBezTo>
                  <a:cubicBezTo>
                    <a:pt x="34" y="5219"/>
                    <a:pt x="120" y="5402"/>
                    <a:pt x="291" y="5402"/>
                  </a:cubicBezTo>
                  <a:cubicBezTo>
                    <a:pt x="305" y="5402"/>
                    <a:pt x="319" y="5401"/>
                    <a:pt x="334" y="5398"/>
                  </a:cubicBezTo>
                  <a:cubicBezTo>
                    <a:pt x="2269" y="5031"/>
                    <a:pt x="4404" y="4898"/>
                    <a:pt x="6172" y="3930"/>
                  </a:cubicBezTo>
                  <a:cubicBezTo>
                    <a:pt x="7206" y="3397"/>
                    <a:pt x="8307" y="2229"/>
                    <a:pt x="7706" y="962"/>
                  </a:cubicBezTo>
                  <a:cubicBezTo>
                    <a:pt x="7355" y="259"/>
                    <a:pt x="6718" y="1"/>
                    <a:pt x="60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9">
              <a:extLst>
                <a:ext uri="{FF2B5EF4-FFF2-40B4-BE49-F238E27FC236}">
                  <a16:creationId xmlns:a16="http://schemas.microsoft.com/office/drawing/2014/main" id="{D8DF7B27-8C0F-BC4B-B1B9-2D292F9381AE}"/>
                </a:ext>
              </a:extLst>
            </p:cNvPr>
            <p:cNvSpPr/>
            <p:nvPr/>
          </p:nvSpPr>
          <p:spPr>
            <a:xfrm>
              <a:off x="6508537" y="4223690"/>
              <a:ext cx="171016" cy="124349"/>
            </a:xfrm>
            <a:custGeom>
              <a:avLst/>
              <a:gdLst/>
              <a:ahLst/>
              <a:cxnLst/>
              <a:rect l="l" t="t" r="r" b="b"/>
              <a:pathLst>
                <a:path w="8106" h="5894" extrusionOk="0">
                  <a:moveTo>
                    <a:pt x="2140" y="684"/>
                  </a:moveTo>
                  <a:cubicBezTo>
                    <a:pt x="2850" y="684"/>
                    <a:pt x="3771" y="1108"/>
                    <a:pt x="4136" y="1387"/>
                  </a:cubicBezTo>
                  <a:cubicBezTo>
                    <a:pt x="4603" y="1754"/>
                    <a:pt x="5037" y="2154"/>
                    <a:pt x="5437" y="2554"/>
                  </a:cubicBezTo>
                  <a:cubicBezTo>
                    <a:pt x="6271" y="3421"/>
                    <a:pt x="7038" y="4355"/>
                    <a:pt x="7772" y="5323"/>
                  </a:cubicBezTo>
                  <a:cubicBezTo>
                    <a:pt x="6838" y="5023"/>
                    <a:pt x="5904" y="4789"/>
                    <a:pt x="4970" y="4489"/>
                  </a:cubicBezTo>
                  <a:cubicBezTo>
                    <a:pt x="3869" y="4189"/>
                    <a:pt x="1635" y="3521"/>
                    <a:pt x="1301" y="2187"/>
                  </a:cubicBezTo>
                  <a:cubicBezTo>
                    <a:pt x="1014" y="1039"/>
                    <a:pt x="1489" y="684"/>
                    <a:pt x="2140" y="684"/>
                  </a:cubicBezTo>
                  <a:close/>
                  <a:moveTo>
                    <a:pt x="2286" y="0"/>
                  </a:moveTo>
                  <a:cubicBezTo>
                    <a:pt x="1675" y="0"/>
                    <a:pt x="1099" y="234"/>
                    <a:pt x="734" y="853"/>
                  </a:cubicBezTo>
                  <a:cubicBezTo>
                    <a:pt x="0" y="2054"/>
                    <a:pt x="1034" y="3288"/>
                    <a:pt x="2001" y="3955"/>
                  </a:cubicBezTo>
                  <a:cubicBezTo>
                    <a:pt x="3669" y="5023"/>
                    <a:pt x="5804" y="5356"/>
                    <a:pt x="7706" y="5890"/>
                  </a:cubicBezTo>
                  <a:cubicBezTo>
                    <a:pt x="7720" y="5892"/>
                    <a:pt x="7735" y="5893"/>
                    <a:pt x="7749" y="5893"/>
                  </a:cubicBezTo>
                  <a:cubicBezTo>
                    <a:pt x="7925" y="5893"/>
                    <a:pt x="8039" y="5711"/>
                    <a:pt x="8039" y="5556"/>
                  </a:cubicBezTo>
                  <a:cubicBezTo>
                    <a:pt x="8072" y="5556"/>
                    <a:pt x="8106" y="5523"/>
                    <a:pt x="8072" y="5490"/>
                  </a:cubicBezTo>
                  <a:cubicBezTo>
                    <a:pt x="7239" y="3555"/>
                    <a:pt x="5871" y="1887"/>
                    <a:pt x="4203" y="653"/>
                  </a:cubicBezTo>
                  <a:cubicBezTo>
                    <a:pt x="3678" y="285"/>
                    <a:pt x="2960" y="0"/>
                    <a:pt x="22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9">
              <a:extLst>
                <a:ext uri="{FF2B5EF4-FFF2-40B4-BE49-F238E27FC236}">
                  <a16:creationId xmlns:a16="http://schemas.microsoft.com/office/drawing/2014/main" id="{6FCB5500-7B22-3888-A4BF-FCAACFD1454D}"/>
                </a:ext>
              </a:extLst>
            </p:cNvPr>
            <p:cNvSpPr/>
            <p:nvPr/>
          </p:nvSpPr>
          <p:spPr>
            <a:xfrm>
              <a:off x="6312878" y="2458947"/>
              <a:ext cx="1102766" cy="1779237"/>
            </a:xfrm>
            <a:custGeom>
              <a:avLst/>
              <a:gdLst/>
              <a:ahLst/>
              <a:cxnLst/>
              <a:rect l="l" t="t" r="r" b="b"/>
              <a:pathLst>
                <a:path w="52270" h="84334" extrusionOk="0">
                  <a:moveTo>
                    <a:pt x="36153" y="1"/>
                  </a:moveTo>
                  <a:cubicBezTo>
                    <a:pt x="30096" y="1"/>
                    <a:pt x="22036" y="1397"/>
                    <a:pt x="11542" y="4409"/>
                  </a:cubicBezTo>
                  <a:lnTo>
                    <a:pt x="3904" y="4509"/>
                  </a:lnTo>
                  <a:lnTo>
                    <a:pt x="3904" y="9813"/>
                  </a:lnTo>
                  <a:cubicBezTo>
                    <a:pt x="7273" y="10247"/>
                    <a:pt x="16212" y="11648"/>
                    <a:pt x="16212" y="11648"/>
                  </a:cubicBezTo>
                  <a:cubicBezTo>
                    <a:pt x="22750" y="14116"/>
                    <a:pt x="24852" y="15117"/>
                    <a:pt x="24752" y="15350"/>
                  </a:cubicBezTo>
                  <a:cubicBezTo>
                    <a:pt x="8473" y="48207"/>
                    <a:pt x="1" y="73759"/>
                    <a:pt x="1" y="73759"/>
                  </a:cubicBezTo>
                  <a:lnTo>
                    <a:pt x="23351" y="84333"/>
                  </a:lnTo>
                  <a:cubicBezTo>
                    <a:pt x="23351" y="84333"/>
                    <a:pt x="51137" y="31028"/>
                    <a:pt x="51871" y="14683"/>
                  </a:cubicBezTo>
                  <a:cubicBezTo>
                    <a:pt x="52270" y="5465"/>
                    <a:pt x="48135" y="1"/>
                    <a:pt x="361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9">
              <a:extLst>
                <a:ext uri="{FF2B5EF4-FFF2-40B4-BE49-F238E27FC236}">
                  <a16:creationId xmlns:a16="http://schemas.microsoft.com/office/drawing/2014/main" id="{F2D84A77-D918-DC06-04F3-7C5DA70B6B05}"/>
                </a:ext>
              </a:extLst>
            </p:cNvPr>
            <p:cNvSpPr/>
            <p:nvPr/>
          </p:nvSpPr>
          <p:spPr>
            <a:xfrm>
              <a:off x="6424780" y="2644141"/>
              <a:ext cx="492437" cy="518999"/>
            </a:xfrm>
            <a:custGeom>
              <a:avLst/>
              <a:gdLst/>
              <a:ahLst/>
              <a:cxnLst/>
              <a:rect l="l" t="t" r="r" b="b"/>
              <a:pathLst>
                <a:path w="23341" h="24600" extrusionOk="0">
                  <a:moveTo>
                    <a:pt x="67" y="1"/>
                  </a:moveTo>
                  <a:cubicBezTo>
                    <a:pt x="1" y="1"/>
                    <a:pt x="1" y="101"/>
                    <a:pt x="67" y="101"/>
                  </a:cubicBezTo>
                  <a:cubicBezTo>
                    <a:pt x="5571" y="501"/>
                    <a:pt x="11008" y="1535"/>
                    <a:pt x="16245" y="3170"/>
                  </a:cubicBezTo>
                  <a:cubicBezTo>
                    <a:pt x="17713" y="3637"/>
                    <a:pt x="19114" y="4137"/>
                    <a:pt x="20549" y="4671"/>
                  </a:cubicBezTo>
                  <a:cubicBezTo>
                    <a:pt x="19548" y="6272"/>
                    <a:pt x="18614" y="7907"/>
                    <a:pt x="17713" y="9575"/>
                  </a:cubicBezTo>
                  <a:cubicBezTo>
                    <a:pt x="16012" y="12643"/>
                    <a:pt x="14478" y="15812"/>
                    <a:pt x="13143" y="19081"/>
                  </a:cubicBezTo>
                  <a:cubicBezTo>
                    <a:pt x="12409" y="20883"/>
                    <a:pt x="11676" y="22684"/>
                    <a:pt x="11008" y="24552"/>
                  </a:cubicBezTo>
                  <a:cubicBezTo>
                    <a:pt x="11008" y="24575"/>
                    <a:pt x="11042" y="24599"/>
                    <a:pt x="11073" y="24599"/>
                  </a:cubicBezTo>
                  <a:cubicBezTo>
                    <a:pt x="11086" y="24599"/>
                    <a:pt x="11099" y="24595"/>
                    <a:pt x="11108" y="24585"/>
                  </a:cubicBezTo>
                  <a:cubicBezTo>
                    <a:pt x="13977" y="18214"/>
                    <a:pt x="17079" y="12010"/>
                    <a:pt x="20448" y="5905"/>
                  </a:cubicBezTo>
                  <a:cubicBezTo>
                    <a:pt x="21382" y="4204"/>
                    <a:pt x="22383" y="2503"/>
                    <a:pt x="23317" y="768"/>
                  </a:cubicBezTo>
                  <a:cubicBezTo>
                    <a:pt x="23340" y="745"/>
                    <a:pt x="23316" y="706"/>
                    <a:pt x="23287" y="706"/>
                  </a:cubicBezTo>
                  <a:cubicBezTo>
                    <a:pt x="23274" y="706"/>
                    <a:pt x="23261" y="714"/>
                    <a:pt x="23250" y="735"/>
                  </a:cubicBezTo>
                  <a:cubicBezTo>
                    <a:pt x="22316" y="1969"/>
                    <a:pt x="21416" y="3270"/>
                    <a:pt x="20582" y="4604"/>
                  </a:cubicBezTo>
                  <a:cubicBezTo>
                    <a:pt x="15578" y="2369"/>
                    <a:pt x="10141" y="1102"/>
                    <a:pt x="4704" y="435"/>
                  </a:cubicBezTo>
                  <a:cubicBezTo>
                    <a:pt x="3169" y="234"/>
                    <a:pt x="1635" y="10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9">
              <a:extLst>
                <a:ext uri="{FF2B5EF4-FFF2-40B4-BE49-F238E27FC236}">
                  <a16:creationId xmlns:a16="http://schemas.microsoft.com/office/drawing/2014/main" id="{0C1C01D3-58E5-40FD-0F8B-EBF8B3444767}"/>
                </a:ext>
              </a:extLst>
            </p:cNvPr>
            <p:cNvSpPr/>
            <p:nvPr/>
          </p:nvSpPr>
          <p:spPr>
            <a:xfrm>
              <a:off x="6378323" y="3933431"/>
              <a:ext cx="438469" cy="187219"/>
            </a:xfrm>
            <a:custGeom>
              <a:avLst/>
              <a:gdLst/>
              <a:ahLst/>
              <a:cxnLst/>
              <a:rect l="l" t="t" r="r" b="b"/>
              <a:pathLst>
                <a:path w="20783" h="8874" extrusionOk="0">
                  <a:moveTo>
                    <a:pt x="68" y="0"/>
                  </a:moveTo>
                  <a:cubicBezTo>
                    <a:pt x="34" y="0"/>
                    <a:pt x="1" y="67"/>
                    <a:pt x="34" y="100"/>
                  </a:cubicBezTo>
                  <a:cubicBezTo>
                    <a:pt x="635" y="467"/>
                    <a:pt x="6572" y="3136"/>
                    <a:pt x="7940" y="3703"/>
                  </a:cubicBezTo>
                  <a:cubicBezTo>
                    <a:pt x="10609" y="4871"/>
                    <a:pt x="13344" y="5938"/>
                    <a:pt x="16046" y="7039"/>
                  </a:cubicBezTo>
                  <a:cubicBezTo>
                    <a:pt x="16813" y="7339"/>
                    <a:pt x="17614" y="7639"/>
                    <a:pt x="18381" y="7939"/>
                  </a:cubicBezTo>
                  <a:cubicBezTo>
                    <a:pt x="19181" y="8240"/>
                    <a:pt x="19949" y="8540"/>
                    <a:pt x="20716" y="8873"/>
                  </a:cubicBezTo>
                  <a:cubicBezTo>
                    <a:pt x="20749" y="8873"/>
                    <a:pt x="20782" y="8807"/>
                    <a:pt x="20749" y="8773"/>
                  </a:cubicBezTo>
                  <a:cubicBezTo>
                    <a:pt x="19381" y="8273"/>
                    <a:pt x="18047" y="7606"/>
                    <a:pt x="16746" y="7005"/>
                  </a:cubicBezTo>
                  <a:lnTo>
                    <a:pt x="12710" y="5204"/>
                  </a:lnTo>
                  <a:cubicBezTo>
                    <a:pt x="10075" y="4003"/>
                    <a:pt x="835" y="201"/>
                    <a:pt x="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9">
              <a:extLst>
                <a:ext uri="{FF2B5EF4-FFF2-40B4-BE49-F238E27FC236}">
                  <a16:creationId xmlns:a16="http://schemas.microsoft.com/office/drawing/2014/main" id="{2459294F-DAAE-19A8-65A8-7462CA75A944}"/>
                </a:ext>
              </a:extLst>
            </p:cNvPr>
            <p:cNvSpPr/>
            <p:nvPr/>
          </p:nvSpPr>
          <p:spPr>
            <a:xfrm>
              <a:off x="6444485" y="2709227"/>
              <a:ext cx="471276" cy="1188401"/>
            </a:xfrm>
            <a:custGeom>
              <a:avLst/>
              <a:gdLst/>
              <a:ahLst/>
              <a:cxnLst/>
              <a:rect l="l" t="t" r="r" b="b"/>
              <a:pathLst>
                <a:path w="22338" h="56329" extrusionOk="0">
                  <a:moveTo>
                    <a:pt x="22262" y="1"/>
                  </a:moveTo>
                  <a:cubicBezTo>
                    <a:pt x="22237" y="1"/>
                    <a:pt x="22208" y="15"/>
                    <a:pt x="22183" y="52"/>
                  </a:cubicBezTo>
                  <a:cubicBezTo>
                    <a:pt x="20348" y="3554"/>
                    <a:pt x="18781" y="7190"/>
                    <a:pt x="17179" y="10826"/>
                  </a:cubicBezTo>
                  <a:cubicBezTo>
                    <a:pt x="15578" y="14429"/>
                    <a:pt x="14044" y="18031"/>
                    <a:pt x="12543" y="21667"/>
                  </a:cubicBezTo>
                  <a:cubicBezTo>
                    <a:pt x="9541" y="28906"/>
                    <a:pt x="6772" y="36211"/>
                    <a:pt x="4170" y="43616"/>
                  </a:cubicBezTo>
                  <a:cubicBezTo>
                    <a:pt x="2702" y="47786"/>
                    <a:pt x="1335" y="52022"/>
                    <a:pt x="1" y="56258"/>
                  </a:cubicBezTo>
                  <a:cubicBezTo>
                    <a:pt x="1" y="56300"/>
                    <a:pt x="39" y="56328"/>
                    <a:pt x="68" y="56328"/>
                  </a:cubicBezTo>
                  <a:cubicBezTo>
                    <a:pt x="86" y="56328"/>
                    <a:pt x="101" y="56317"/>
                    <a:pt x="101" y="56292"/>
                  </a:cubicBezTo>
                  <a:cubicBezTo>
                    <a:pt x="2569" y="48820"/>
                    <a:pt x="5271" y="41381"/>
                    <a:pt x="8040" y="34043"/>
                  </a:cubicBezTo>
                  <a:cubicBezTo>
                    <a:pt x="10842" y="26671"/>
                    <a:pt x="13810" y="19399"/>
                    <a:pt x="16946" y="12194"/>
                  </a:cubicBezTo>
                  <a:cubicBezTo>
                    <a:pt x="17813" y="10159"/>
                    <a:pt x="18714" y="8157"/>
                    <a:pt x="19615" y="6156"/>
                  </a:cubicBezTo>
                  <a:cubicBezTo>
                    <a:pt x="20515" y="4121"/>
                    <a:pt x="21483" y="2120"/>
                    <a:pt x="22316" y="85"/>
                  </a:cubicBezTo>
                  <a:cubicBezTo>
                    <a:pt x="22338" y="43"/>
                    <a:pt x="22305" y="1"/>
                    <a:pt x="222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9">
              <a:extLst>
                <a:ext uri="{FF2B5EF4-FFF2-40B4-BE49-F238E27FC236}">
                  <a16:creationId xmlns:a16="http://schemas.microsoft.com/office/drawing/2014/main" id="{5BEE642D-72EF-8CD0-C80D-7050F520020F}"/>
                </a:ext>
              </a:extLst>
            </p:cNvPr>
            <p:cNvSpPr/>
            <p:nvPr/>
          </p:nvSpPr>
          <p:spPr>
            <a:xfrm>
              <a:off x="6073612" y="1700134"/>
              <a:ext cx="717146" cy="868753"/>
            </a:xfrm>
            <a:custGeom>
              <a:avLst/>
              <a:gdLst/>
              <a:ahLst/>
              <a:cxnLst/>
              <a:rect l="l" t="t" r="r" b="b"/>
              <a:pathLst>
                <a:path w="33992" h="41178" extrusionOk="0">
                  <a:moveTo>
                    <a:pt x="14594" y="1"/>
                  </a:moveTo>
                  <a:cubicBezTo>
                    <a:pt x="13481" y="1"/>
                    <a:pt x="12507" y="122"/>
                    <a:pt x="12109" y="281"/>
                  </a:cubicBezTo>
                  <a:cubicBezTo>
                    <a:pt x="11175" y="681"/>
                    <a:pt x="7172" y="5184"/>
                    <a:pt x="5971" y="8820"/>
                  </a:cubicBezTo>
                  <a:cubicBezTo>
                    <a:pt x="3536" y="16159"/>
                    <a:pt x="0" y="39576"/>
                    <a:pt x="467" y="40043"/>
                  </a:cubicBezTo>
                  <a:cubicBezTo>
                    <a:pt x="910" y="40545"/>
                    <a:pt x="26360" y="41177"/>
                    <a:pt x="32319" y="41177"/>
                  </a:cubicBezTo>
                  <a:cubicBezTo>
                    <a:pt x="33093" y="41177"/>
                    <a:pt x="33538" y="41166"/>
                    <a:pt x="33558" y="41143"/>
                  </a:cubicBezTo>
                  <a:cubicBezTo>
                    <a:pt x="33991" y="40576"/>
                    <a:pt x="29822" y="19995"/>
                    <a:pt x="26419" y="12123"/>
                  </a:cubicBezTo>
                  <a:cubicBezTo>
                    <a:pt x="22116" y="2049"/>
                    <a:pt x="19648" y="1148"/>
                    <a:pt x="18180" y="548"/>
                  </a:cubicBezTo>
                  <a:cubicBezTo>
                    <a:pt x="17203" y="146"/>
                    <a:pt x="15815" y="1"/>
                    <a:pt x="1459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9">
              <a:extLst>
                <a:ext uri="{FF2B5EF4-FFF2-40B4-BE49-F238E27FC236}">
                  <a16:creationId xmlns:a16="http://schemas.microsoft.com/office/drawing/2014/main" id="{81F241D4-7E0B-E1B1-140E-CA192C124859}"/>
                </a:ext>
              </a:extLst>
            </p:cNvPr>
            <p:cNvSpPr/>
            <p:nvPr/>
          </p:nvSpPr>
          <p:spPr>
            <a:xfrm>
              <a:off x="6082051" y="1735599"/>
              <a:ext cx="698855" cy="810756"/>
            </a:xfrm>
            <a:custGeom>
              <a:avLst/>
              <a:gdLst/>
              <a:ahLst/>
              <a:cxnLst/>
              <a:rect l="l" t="t" r="r" b="b"/>
              <a:pathLst>
                <a:path w="33125" h="38429" extrusionOk="0">
                  <a:moveTo>
                    <a:pt x="10141" y="1"/>
                  </a:moveTo>
                  <a:cubicBezTo>
                    <a:pt x="9974" y="201"/>
                    <a:pt x="9774" y="434"/>
                    <a:pt x="9574" y="668"/>
                  </a:cubicBezTo>
                  <a:lnTo>
                    <a:pt x="20415" y="668"/>
                  </a:lnTo>
                  <a:cubicBezTo>
                    <a:pt x="20182" y="401"/>
                    <a:pt x="19948" y="168"/>
                    <a:pt x="19748" y="1"/>
                  </a:cubicBezTo>
                  <a:close/>
                  <a:moveTo>
                    <a:pt x="8206" y="2369"/>
                  </a:moveTo>
                  <a:lnTo>
                    <a:pt x="7739" y="3003"/>
                  </a:lnTo>
                  <a:lnTo>
                    <a:pt x="22216" y="3003"/>
                  </a:lnTo>
                  <a:cubicBezTo>
                    <a:pt x="22083" y="2769"/>
                    <a:pt x="21950" y="2569"/>
                    <a:pt x="21783" y="2369"/>
                  </a:cubicBezTo>
                  <a:close/>
                  <a:moveTo>
                    <a:pt x="6705" y="4704"/>
                  </a:moveTo>
                  <a:cubicBezTo>
                    <a:pt x="6572" y="4938"/>
                    <a:pt x="6439" y="5138"/>
                    <a:pt x="6338" y="5371"/>
                  </a:cubicBezTo>
                  <a:lnTo>
                    <a:pt x="23617" y="5371"/>
                  </a:lnTo>
                  <a:lnTo>
                    <a:pt x="23251" y="4704"/>
                  </a:lnTo>
                  <a:close/>
                  <a:moveTo>
                    <a:pt x="5571" y="7073"/>
                  </a:moveTo>
                  <a:lnTo>
                    <a:pt x="5571" y="7139"/>
                  </a:lnTo>
                  <a:cubicBezTo>
                    <a:pt x="5505" y="7339"/>
                    <a:pt x="5438" y="7540"/>
                    <a:pt x="5371" y="7740"/>
                  </a:cubicBezTo>
                  <a:lnTo>
                    <a:pt x="24785" y="7740"/>
                  </a:lnTo>
                  <a:cubicBezTo>
                    <a:pt x="24685" y="7506"/>
                    <a:pt x="24585" y="7306"/>
                    <a:pt x="24485" y="7073"/>
                  </a:cubicBezTo>
                  <a:close/>
                  <a:moveTo>
                    <a:pt x="4904" y="9441"/>
                  </a:moveTo>
                  <a:cubicBezTo>
                    <a:pt x="4837" y="9641"/>
                    <a:pt x="4771" y="9875"/>
                    <a:pt x="4737" y="10108"/>
                  </a:cubicBezTo>
                  <a:lnTo>
                    <a:pt x="25886" y="10108"/>
                  </a:lnTo>
                  <a:lnTo>
                    <a:pt x="25586" y="9441"/>
                  </a:lnTo>
                  <a:close/>
                  <a:moveTo>
                    <a:pt x="4304" y="11809"/>
                  </a:moveTo>
                  <a:cubicBezTo>
                    <a:pt x="4270" y="12009"/>
                    <a:pt x="4204" y="12210"/>
                    <a:pt x="4170" y="12443"/>
                  </a:cubicBezTo>
                  <a:lnTo>
                    <a:pt x="26820" y="12443"/>
                  </a:lnTo>
                  <a:cubicBezTo>
                    <a:pt x="26720" y="12243"/>
                    <a:pt x="26653" y="12043"/>
                    <a:pt x="26553" y="11809"/>
                  </a:cubicBezTo>
                  <a:close/>
                  <a:moveTo>
                    <a:pt x="3803" y="14178"/>
                  </a:moveTo>
                  <a:cubicBezTo>
                    <a:pt x="3737" y="14378"/>
                    <a:pt x="3703" y="14611"/>
                    <a:pt x="3670" y="14811"/>
                  </a:cubicBezTo>
                  <a:lnTo>
                    <a:pt x="27620" y="14811"/>
                  </a:lnTo>
                  <a:lnTo>
                    <a:pt x="27387" y="14178"/>
                  </a:lnTo>
                  <a:close/>
                  <a:moveTo>
                    <a:pt x="3303" y="16513"/>
                  </a:moveTo>
                  <a:cubicBezTo>
                    <a:pt x="3270" y="16746"/>
                    <a:pt x="3236" y="16946"/>
                    <a:pt x="3203" y="17180"/>
                  </a:cubicBezTo>
                  <a:lnTo>
                    <a:pt x="28321" y="17180"/>
                  </a:lnTo>
                  <a:cubicBezTo>
                    <a:pt x="28254" y="16946"/>
                    <a:pt x="28221" y="16746"/>
                    <a:pt x="28154" y="16546"/>
                  </a:cubicBezTo>
                  <a:lnTo>
                    <a:pt x="28154" y="16513"/>
                  </a:lnTo>
                  <a:close/>
                  <a:moveTo>
                    <a:pt x="2869" y="18881"/>
                  </a:moveTo>
                  <a:cubicBezTo>
                    <a:pt x="2836" y="19115"/>
                    <a:pt x="2769" y="19315"/>
                    <a:pt x="2736" y="19548"/>
                  </a:cubicBezTo>
                  <a:lnTo>
                    <a:pt x="29021" y="19548"/>
                  </a:lnTo>
                  <a:cubicBezTo>
                    <a:pt x="28955" y="19315"/>
                    <a:pt x="28888" y="19115"/>
                    <a:pt x="28821" y="18881"/>
                  </a:cubicBezTo>
                  <a:close/>
                  <a:moveTo>
                    <a:pt x="2436" y="21249"/>
                  </a:moveTo>
                  <a:cubicBezTo>
                    <a:pt x="2402" y="21483"/>
                    <a:pt x="2369" y="21683"/>
                    <a:pt x="2302" y="21917"/>
                  </a:cubicBezTo>
                  <a:lnTo>
                    <a:pt x="29622" y="21917"/>
                  </a:lnTo>
                  <a:cubicBezTo>
                    <a:pt x="29555" y="21683"/>
                    <a:pt x="29522" y="21483"/>
                    <a:pt x="29455" y="21249"/>
                  </a:cubicBezTo>
                  <a:close/>
                  <a:moveTo>
                    <a:pt x="2035" y="23618"/>
                  </a:moveTo>
                  <a:lnTo>
                    <a:pt x="1902" y="24252"/>
                  </a:lnTo>
                  <a:lnTo>
                    <a:pt x="30222" y="24252"/>
                  </a:lnTo>
                  <a:cubicBezTo>
                    <a:pt x="30155" y="24051"/>
                    <a:pt x="30122" y="23818"/>
                    <a:pt x="30055" y="23618"/>
                  </a:cubicBezTo>
                  <a:close/>
                  <a:moveTo>
                    <a:pt x="1635" y="25986"/>
                  </a:moveTo>
                  <a:cubicBezTo>
                    <a:pt x="1602" y="26186"/>
                    <a:pt x="1568" y="26386"/>
                    <a:pt x="1535" y="26620"/>
                  </a:cubicBezTo>
                  <a:lnTo>
                    <a:pt x="30789" y="26620"/>
                  </a:lnTo>
                  <a:lnTo>
                    <a:pt x="30622" y="25986"/>
                  </a:lnTo>
                  <a:close/>
                  <a:moveTo>
                    <a:pt x="1268" y="28321"/>
                  </a:moveTo>
                  <a:lnTo>
                    <a:pt x="1168" y="28988"/>
                  </a:lnTo>
                  <a:lnTo>
                    <a:pt x="31356" y="28988"/>
                  </a:lnTo>
                  <a:cubicBezTo>
                    <a:pt x="31290" y="28788"/>
                    <a:pt x="31223" y="28555"/>
                    <a:pt x="31190" y="28354"/>
                  </a:cubicBezTo>
                  <a:lnTo>
                    <a:pt x="31190" y="28321"/>
                  </a:lnTo>
                  <a:close/>
                  <a:moveTo>
                    <a:pt x="901" y="30689"/>
                  </a:moveTo>
                  <a:cubicBezTo>
                    <a:pt x="868" y="30923"/>
                    <a:pt x="835" y="31123"/>
                    <a:pt x="801" y="31357"/>
                  </a:cubicBezTo>
                  <a:lnTo>
                    <a:pt x="31823" y="31357"/>
                  </a:lnTo>
                  <a:lnTo>
                    <a:pt x="31690" y="30689"/>
                  </a:lnTo>
                  <a:close/>
                  <a:moveTo>
                    <a:pt x="568" y="33058"/>
                  </a:moveTo>
                  <a:cubicBezTo>
                    <a:pt x="534" y="33291"/>
                    <a:pt x="501" y="33491"/>
                    <a:pt x="468" y="33725"/>
                  </a:cubicBezTo>
                  <a:lnTo>
                    <a:pt x="32324" y="33725"/>
                  </a:lnTo>
                  <a:cubicBezTo>
                    <a:pt x="32290" y="33491"/>
                    <a:pt x="32224" y="33291"/>
                    <a:pt x="32190" y="33058"/>
                  </a:cubicBezTo>
                  <a:close/>
                  <a:moveTo>
                    <a:pt x="234" y="35426"/>
                  </a:moveTo>
                  <a:cubicBezTo>
                    <a:pt x="234" y="35660"/>
                    <a:pt x="201" y="35860"/>
                    <a:pt x="167" y="36060"/>
                  </a:cubicBezTo>
                  <a:lnTo>
                    <a:pt x="32757" y="36060"/>
                  </a:lnTo>
                  <a:cubicBezTo>
                    <a:pt x="32724" y="35860"/>
                    <a:pt x="32691" y="35660"/>
                    <a:pt x="32657" y="35426"/>
                  </a:cubicBezTo>
                  <a:close/>
                  <a:moveTo>
                    <a:pt x="34" y="37795"/>
                  </a:moveTo>
                  <a:cubicBezTo>
                    <a:pt x="1" y="37995"/>
                    <a:pt x="1" y="38195"/>
                    <a:pt x="34" y="38362"/>
                  </a:cubicBezTo>
                  <a:cubicBezTo>
                    <a:pt x="101" y="38395"/>
                    <a:pt x="167" y="38428"/>
                    <a:pt x="234" y="38428"/>
                  </a:cubicBezTo>
                  <a:lnTo>
                    <a:pt x="33124" y="38428"/>
                  </a:lnTo>
                  <a:cubicBezTo>
                    <a:pt x="33091" y="38262"/>
                    <a:pt x="33058" y="38028"/>
                    <a:pt x="33058" y="37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9">
              <a:extLst>
                <a:ext uri="{FF2B5EF4-FFF2-40B4-BE49-F238E27FC236}">
                  <a16:creationId xmlns:a16="http://schemas.microsoft.com/office/drawing/2014/main" id="{B81FA207-20DB-7476-6563-5E14DD8E3C7E}"/>
                </a:ext>
              </a:extLst>
            </p:cNvPr>
            <p:cNvSpPr/>
            <p:nvPr/>
          </p:nvSpPr>
          <p:spPr>
            <a:xfrm>
              <a:off x="6450139" y="1719986"/>
              <a:ext cx="670668" cy="917910"/>
            </a:xfrm>
            <a:custGeom>
              <a:avLst/>
              <a:gdLst/>
              <a:ahLst/>
              <a:cxnLst/>
              <a:rect l="l" t="t" r="r" b="b"/>
              <a:pathLst>
                <a:path w="31789" h="43508" extrusionOk="0">
                  <a:moveTo>
                    <a:pt x="1337" y="0"/>
                  </a:moveTo>
                  <a:cubicBezTo>
                    <a:pt x="192" y="0"/>
                    <a:pt x="1" y="1425"/>
                    <a:pt x="1801" y="5511"/>
                  </a:cubicBezTo>
                  <a:cubicBezTo>
                    <a:pt x="5003" y="12749"/>
                    <a:pt x="14843" y="26593"/>
                    <a:pt x="14310" y="27193"/>
                  </a:cubicBezTo>
                  <a:cubicBezTo>
                    <a:pt x="13576" y="28060"/>
                    <a:pt x="7238" y="29862"/>
                    <a:pt x="5837" y="30329"/>
                  </a:cubicBezTo>
                  <a:cubicBezTo>
                    <a:pt x="4052" y="30924"/>
                    <a:pt x="9342" y="43508"/>
                    <a:pt x="11159" y="43508"/>
                  </a:cubicBezTo>
                  <a:cubicBezTo>
                    <a:pt x="11175" y="43508"/>
                    <a:pt x="11191" y="43507"/>
                    <a:pt x="11207" y="43505"/>
                  </a:cubicBezTo>
                  <a:cubicBezTo>
                    <a:pt x="19747" y="42404"/>
                    <a:pt x="29387" y="36933"/>
                    <a:pt x="30621" y="32063"/>
                  </a:cubicBezTo>
                  <a:cubicBezTo>
                    <a:pt x="31789" y="27427"/>
                    <a:pt x="19680" y="12850"/>
                    <a:pt x="5703" y="2342"/>
                  </a:cubicBezTo>
                  <a:cubicBezTo>
                    <a:pt x="3984" y="1037"/>
                    <a:pt x="2313" y="0"/>
                    <a:pt x="1337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9">
              <a:extLst>
                <a:ext uri="{FF2B5EF4-FFF2-40B4-BE49-F238E27FC236}">
                  <a16:creationId xmlns:a16="http://schemas.microsoft.com/office/drawing/2014/main" id="{0E4A5288-EAAC-7905-2A19-0D25D115A21E}"/>
                </a:ext>
              </a:extLst>
            </p:cNvPr>
            <p:cNvSpPr/>
            <p:nvPr/>
          </p:nvSpPr>
          <p:spPr>
            <a:xfrm>
              <a:off x="6125680" y="2351392"/>
              <a:ext cx="645373" cy="374502"/>
            </a:xfrm>
            <a:custGeom>
              <a:avLst/>
              <a:gdLst/>
              <a:ahLst/>
              <a:cxnLst/>
              <a:rect l="l" t="t" r="r" b="b"/>
              <a:pathLst>
                <a:path w="30590" h="17751" extrusionOk="0">
                  <a:moveTo>
                    <a:pt x="24818" y="0"/>
                  </a:moveTo>
                  <a:cubicBezTo>
                    <a:pt x="24818" y="0"/>
                    <a:pt x="19481" y="534"/>
                    <a:pt x="16012" y="1068"/>
                  </a:cubicBezTo>
                  <a:cubicBezTo>
                    <a:pt x="14077" y="1335"/>
                    <a:pt x="10775" y="2135"/>
                    <a:pt x="9474" y="3003"/>
                  </a:cubicBezTo>
                  <a:cubicBezTo>
                    <a:pt x="7473" y="4270"/>
                    <a:pt x="1" y="10942"/>
                    <a:pt x="1569" y="12776"/>
                  </a:cubicBezTo>
                  <a:cubicBezTo>
                    <a:pt x="1913" y="13177"/>
                    <a:pt x="2299" y="13329"/>
                    <a:pt x="2685" y="13329"/>
                  </a:cubicBezTo>
                  <a:cubicBezTo>
                    <a:pt x="3588" y="13329"/>
                    <a:pt x="4497" y="12497"/>
                    <a:pt x="4909" y="12064"/>
                  </a:cubicBezTo>
                  <a:lnTo>
                    <a:pt x="4909" y="12064"/>
                  </a:lnTo>
                  <a:cubicBezTo>
                    <a:pt x="4319" y="12761"/>
                    <a:pt x="2893" y="14709"/>
                    <a:pt x="4437" y="15712"/>
                  </a:cubicBezTo>
                  <a:cubicBezTo>
                    <a:pt x="4712" y="15887"/>
                    <a:pt x="4997" y="15962"/>
                    <a:pt x="5286" y="15962"/>
                  </a:cubicBezTo>
                  <a:cubicBezTo>
                    <a:pt x="6120" y="15962"/>
                    <a:pt x="6977" y="15333"/>
                    <a:pt x="7644" y="14676"/>
                  </a:cubicBezTo>
                  <a:lnTo>
                    <a:pt x="7644" y="14676"/>
                  </a:lnTo>
                  <a:cubicBezTo>
                    <a:pt x="7171" y="15475"/>
                    <a:pt x="6975" y="16414"/>
                    <a:pt x="8073" y="16979"/>
                  </a:cubicBezTo>
                  <a:cubicBezTo>
                    <a:pt x="8270" y="17078"/>
                    <a:pt x="8483" y="17122"/>
                    <a:pt x="8706" y="17122"/>
                  </a:cubicBezTo>
                  <a:cubicBezTo>
                    <a:pt x="9568" y="17122"/>
                    <a:pt x="10587" y="16469"/>
                    <a:pt x="11444" y="15755"/>
                  </a:cubicBezTo>
                  <a:lnTo>
                    <a:pt x="11444" y="15755"/>
                  </a:lnTo>
                  <a:cubicBezTo>
                    <a:pt x="11038" y="16396"/>
                    <a:pt x="10921" y="17075"/>
                    <a:pt x="11676" y="17546"/>
                  </a:cubicBezTo>
                  <a:cubicBezTo>
                    <a:pt x="11897" y="17688"/>
                    <a:pt x="12161" y="17751"/>
                    <a:pt x="12457" y="17751"/>
                  </a:cubicBezTo>
                  <a:cubicBezTo>
                    <a:pt x="14883" y="17751"/>
                    <a:pt x="19415" y="13510"/>
                    <a:pt x="19415" y="13510"/>
                  </a:cubicBezTo>
                  <a:cubicBezTo>
                    <a:pt x="20905" y="13684"/>
                    <a:pt x="22207" y="13766"/>
                    <a:pt x="23398" y="13766"/>
                  </a:cubicBezTo>
                  <a:cubicBezTo>
                    <a:pt x="25858" y="13766"/>
                    <a:pt x="27842" y="13417"/>
                    <a:pt x="30022" y="12810"/>
                  </a:cubicBezTo>
                  <a:cubicBezTo>
                    <a:pt x="30589" y="12676"/>
                    <a:pt x="24818" y="0"/>
                    <a:pt x="24818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9">
              <a:extLst>
                <a:ext uri="{FF2B5EF4-FFF2-40B4-BE49-F238E27FC236}">
                  <a16:creationId xmlns:a16="http://schemas.microsoft.com/office/drawing/2014/main" id="{B992F62B-1871-F1FA-1E35-2B69A2481D6A}"/>
                </a:ext>
              </a:extLst>
            </p:cNvPr>
            <p:cNvSpPr/>
            <p:nvPr/>
          </p:nvSpPr>
          <p:spPr>
            <a:xfrm>
              <a:off x="6284734" y="2538401"/>
              <a:ext cx="116585" cy="127598"/>
            </a:xfrm>
            <a:custGeom>
              <a:avLst/>
              <a:gdLst/>
              <a:ahLst/>
              <a:cxnLst/>
              <a:rect l="l" t="t" r="r" b="b"/>
              <a:pathLst>
                <a:path w="5526" h="6048" extrusionOk="0">
                  <a:moveTo>
                    <a:pt x="5459" y="0"/>
                  </a:moveTo>
                  <a:cubicBezTo>
                    <a:pt x="5452" y="0"/>
                    <a:pt x="5444" y="3"/>
                    <a:pt x="5438" y="9"/>
                  </a:cubicBezTo>
                  <a:cubicBezTo>
                    <a:pt x="4937" y="510"/>
                    <a:pt x="4337" y="943"/>
                    <a:pt x="3837" y="1410"/>
                  </a:cubicBezTo>
                  <a:cubicBezTo>
                    <a:pt x="3370" y="1844"/>
                    <a:pt x="2869" y="2311"/>
                    <a:pt x="2436" y="2811"/>
                  </a:cubicBezTo>
                  <a:cubicBezTo>
                    <a:pt x="1969" y="3312"/>
                    <a:pt x="1535" y="3845"/>
                    <a:pt x="1135" y="4413"/>
                  </a:cubicBezTo>
                  <a:cubicBezTo>
                    <a:pt x="934" y="4679"/>
                    <a:pt x="734" y="4980"/>
                    <a:pt x="534" y="5246"/>
                  </a:cubicBezTo>
                  <a:cubicBezTo>
                    <a:pt x="334" y="5480"/>
                    <a:pt x="167" y="5747"/>
                    <a:pt x="34" y="6014"/>
                  </a:cubicBezTo>
                  <a:cubicBezTo>
                    <a:pt x="0" y="6047"/>
                    <a:pt x="34" y="6047"/>
                    <a:pt x="67" y="6047"/>
                  </a:cubicBezTo>
                  <a:cubicBezTo>
                    <a:pt x="301" y="5814"/>
                    <a:pt x="501" y="5580"/>
                    <a:pt x="701" y="5347"/>
                  </a:cubicBezTo>
                  <a:cubicBezTo>
                    <a:pt x="934" y="5080"/>
                    <a:pt x="1135" y="4813"/>
                    <a:pt x="1335" y="4579"/>
                  </a:cubicBezTo>
                  <a:cubicBezTo>
                    <a:pt x="1802" y="4079"/>
                    <a:pt x="2269" y="3645"/>
                    <a:pt x="2702" y="3112"/>
                  </a:cubicBezTo>
                  <a:cubicBezTo>
                    <a:pt x="3169" y="2611"/>
                    <a:pt x="3603" y="2111"/>
                    <a:pt x="4070" y="1577"/>
                  </a:cubicBezTo>
                  <a:cubicBezTo>
                    <a:pt x="4504" y="1043"/>
                    <a:pt x="4971" y="543"/>
                    <a:pt x="5471" y="76"/>
                  </a:cubicBezTo>
                  <a:cubicBezTo>
                    <a:pt x="5525" y="49"/>
                    <a:pt x="5492" y="0"/>
                    <a:pt x="54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9">
              <a:extLst>
                <a:ext uri="{FF2B5EF4-FFF2-40B4-BE49-F238E27FC236}">
                  <a16:creationId xmlns:a16="http://schemas.microsoft.com/office/drawing/2014/main" id="{2B385045-0D6F-7870-2C12-DFFC0B737809}"/>
                </a:ext>
              </a:extLst>
            </p:cNvPr>
            <p:cNvSpPr/>
            <p:nvPr/>
          </p:nvSpPr>
          <p:spPr>
            <a:xfrm>
              <a:off x="6222940" y="2494666"/>
              <a:ext cx="110171" cy="120129"/>
            </a:xfrm>
            <a:custGeom>
              <a:avLst/>
              <a:gdLst/>
              <a:ahLst/>
              <a:cxnLst/>
              <a:rect l="l" t="t" r="r" b="b"/>
              <a:pathLst>
                <a:path w="5222" h="5694" extrusionOk="0">
                  <a:moveTo>
                    <a:pt x="5166" y="0"/>
                  </a:moveTo>
                  <a:cubicBezTo>
                    <a:pt x="5153" y="0"/>
                    <a:pt x="5141" y="4"/>
                    <a:pt x="5131" y="14"/>
                  </a:cubicBezTo>
                  <a:cubicBezTo>
                    <a:pt x="4097" y="748"/>
                    <a:pt x="3163" y="1615"/>
                    <a:pt x="2329" y="2583"/>
                  </a:cubicBezTo>
                  <a:cubicBezTo>
                    <a:pt x="1495" y="3517"/>
                    <a:pt x="695" y="4517"/>
                    <a:pt x="27" y="5585"/>
                  </a:cubicBezTo>
                  <a:cubicBezTo>
                    <a:pt x="0" y="5639"/>
                    <a:pt x="40" y="5694"/>
                    <a:pt x="73" y="5694"/>
                  </a:cubicBezTo>
                  <a:cubicBezTo>
                    <a:pt x="81" y="5694"/>
                    <a:pt x="88" y="5691"/>
                    <a:pt x="94" y="5685"/>
                  </a:cubicBezTo>
                  <a:cubicBezTo>
                    <a:pt x="328" y="5485"/>
                    <a:pt x="2196" y="3350"/>
                    <a:pt x="2596" y="2883"/>
                  </a:cubicBezTo>
                  <a:cubicBezTo>
                    <a:pt x="3463" y="1949"/>
                    <a:pt x="4364" y="1015"/>
                    <a:pt x="5198" y="48"/>
                  </a:cubicBezTo>
                  <a:cubicBezTo>
                    <a:pt x="5221" y="24"/>
                    <a:pt x="5195" y="0"/>
                    <a:pt x="51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9">
              <a:extLst>
                <a:ext uri="{FF2B5EF4-FFF2-40B4-BE49-F238E27FC236}">
                  <a16:creationId xmlns:a16="http://schemas.microsoft.com/office/drawing/2014/main" id="{207196B5-E5F7-0FD8-5634-8B88BAF453EE}"/>
                </a:ext>
              </a:extLst>
            </p:cNvPr>
            <p:cNvSpPr/>
            <p:nvPr/>
          </p:nvSpPr>
          <p:spPr>
            <a:xfrm>
              <a:off x="6362858" y="2578697"/>
              <a:ext cx="109095" cy="108589"/>
            </a:xfrm>
            <a:custGeom>
              <a:avLst/>
              <a:gdLst/>
              <a:ahLst/>
              <a:cxnLst/>
              <a:rect l="l" t="t" r="r" b="b"/>
              <a:pathLst>
                <a:path w="5171" h="5147" extrusionOk="0">
                  <a:moveTo>
                    <a:pt x="5104" y="1"/>
                  </a:moveTo>
                  <a:cubicBezTo>
                    <a:pt x="4103" y="668"/>
                    <a:pt x="3136" y="1435"/>
                    <a:pt x="2235" y="2269"/>
                  </a:cubicBezTo>
                  <a:cubicBezTo>
                    <a:pt x="1434" y="3136"/>
                    <a:pt x="701" y="4070"/>
                    <a:pt x="0" y="5071"/>
                  </a:cubicBezTo>
                  <a:cubicBezTo>
                    <a:pt x="0" y="5098"/>
                    <a:pt x="44" y="5147"/>
                    <a:pt x="78" y="5147"/>
                  </a:cubicBezTo>
                  <a:cubicBezTo>
                    <a:pt x="86" y="5147"/>
                    <a:pt x="94" y="5144"/>
                    <a:pt x="100" y="5138"/>
                  </a:cubicBezTo>
                  <a:cubicBezTo>
                    <a:pt x="534" y="4771"/>
                    <a:pt x="2068" y="2970"/>
                    <a:pt x="2502" y="2569"/>
                  </a:cubicBezTo>
                  <a:cubicBezTo>
                    <a:pt x="3336" y="1702"/>
                    <a:pt x="4270" y="901"/>
                    <a:pt x="5137" y="67"/>
                  </a:cubicBezTo>
                  <a:cubicBezTo>
                    <a:pt x="5170" y="34"/>
                    <a:pt x="5137" y="1"/>
                    <a:pt x="51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9">
              <a:extLst>
                <a:ext uri="{FF2B5EF4-FFF2-40B4-BE49-F238E27FC236}">
                  <a16:creationId xmlns:a16="http://schemas.microsoft.com/office/drawing/2014/main" id="{ACFD13E4-A58D-C5A3-00D5-D67896EC97C3}"/>
                </a:ext>
              </a:extLst>
            </p:cNvPr>
            <p:cNvSpPr/>
            <p:nvPr/>
          </p:nvSpPr>
          <p:spPr>
            <a:xfrm>
              <a:off x="6440624" y="1710809"/>
              <a:ext cx="457795" cy="477331"/>
            </a:xfrm>
            <a:custGeom>
              <a:avLst/>
              <a:gdLst/>
              <a:ahLst/>
              <a:cxnLst/>
              <a:rect l="l" t="t" r="r" b="b"/>
              <a:pathLst>
                <a:path w="21699" h="22625" extrusionOk="0">
                  <a:moveTo>
                    <a:pt x="1474" y="1"/>
                  </a:moveTo>
                  <a:cubicBezTo>
                    <a:pt x="188" y="1"/>
                    <a:pt x="0" y="1443"/>
                    <a:pt x="1118" y="4578"/>
                  </a:cubicBezTo>
                  <a:cubicBezTo>
                    <a:pt x="3152" y="10382"/>
                    <a:pt x="11058" y="22625"/>
                    <a:pt x="11058" y="22625"/>
                  </a:cubicBezTo>
                  <a:lnTo>
                    <a:pt x="21699" y="15720"/>
                  </a:lnTo>
                  <a:cubicBezTo>
                    <a:pt x="21699" y="15720"/>
                    <a:pt x="12626" y="7180"/>
                    <a:pt x="7022" y="2977"/>
                  </a:cubicBezTo>
                  <a:cubicBezTo>
                    <a:pt x="4461" y="1045"/>
                    <a:pt x="2569" y="1"/>
                    <a:pt x="14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9">
              <a:extLst>
                <a:ext uri="{FF2B5EF4-FFF2-40B4-BE49-F238E27FC236}">
                  <a16:creationId xmlns:a16="http://schemas.microsoft.com/office/drawing/2014/main" id="{DCCDBCFE-1F3C-7491-40F2-4773C44F23AB}"/>
                </a:ext>
              </a:extLst>
            </p:cNvPr>
            <p:cNvSpPr/>
            <p:nvPr/>
          </p:nvSpPr>
          <p:spPr>
            <a:xfrm>
              <a:off x="6448704" y="1735599"/>
              <a:ext cx="449714" cy="452541"/>
            </a:xfrm>
            <a:custGeom>
              <a:avLst/>
              <a:gdLst/>
              <a:ahLst/>
              <a:cxnLst/>
              <a:rect l="l" t="t" r="r" b="b"/>
              <a:pathLst>
                <a:path w="21316" h="21450" extrusionOk="0">
                  <a:moveTo>
                    <a:pt x="34" y="1"/>
                  </a:moveTo>
                  <a:cubicBezTo>
                    <a:pt x="1" y="201"/>
                    <a:pt x="1" y="434"/>
                    <a:pt x="34" y="668"/>
                  </a:cubicBezTo>
                  <a:lnTo>
                    <a:pt x="5038" y="668"/>
                  </a:lnTo>
                  <a:cubicBezTo>
                    <a:pt x="4671" y="401"/>
                    <a:pt x="4337" y="201"/>
                    <a:pt x="4037" y="1"/>
                  </a:cubicBezTo>
                  <a:close/>
                  <a:moveTo>
                    <a:pt x="401" y="2369"/>
                  </a:moveTo>
                  <a:cubicBezTo>
                    <a:pt x="434" y="2569"/>
                    <a:pt x="501" y="2769"/>
                    <a:pt x="601" y="3003"/>
                  </a:cubicBezTo>
                  <a:lnTo>
                    <a:pt x="8207" y="3003"/>
                  </a:lnTo>
                  <a:lnTo>
                    <a:pt x="7373" y="2369"/>
                  </a:lnTo>
                  <a:close/>
                  <a:moveTo>
                    <a:pt x="1235" y="4704"/>
                  </a:moveTo>
                  <a:cubicBezTo>
                    <a:pt x="1335" y="4938"/>
                    <a:pt x="1435" y="5138"/>
                    <a:pt x="1535" y="5371"/>
                  </a:cubicBezTo>
                  <a:lnTo>
                    <a:pt x="11075" y="5371"/>
                  </a:lnTo>
                  <a:cubicBezTo>
                    <a:pt x="10808" y="5138"/>
                    <a:pt x="10575" y="4938"/>
                    <a:pt x="10308" y="4704"/>
                  </a:cubicBezTo>
                  <a:close/>
                  <a:moveTo>
                    <a:pt x="2336" y="7073"/>
                  </a:moveTo>
                  <a:lnTo>
                    <a:pt x="2669" y="7740"/>
                  </a:lnTo>
                  <a:lnTo>
                    <a:pt x="13811" y="7740"/>
                  </a:lnTo>
                  <a:lnTo>
                    <a:pt x="13077" y="7073"/>
                  </a:lnTo>
                  <a:close/>
                  <a:moveTo>
                    <a:pt x="3537" y="9441"/>
                  </a:moveTo>
                  <a:cubicBezTo>
                    <a:pt x="3670" y="9641"/>
                    <a:pt x="3770" y="9875"/>
                    <a:pt x="3903" y="10108"/>
                  </a:cubicBezTo>
                  <a:lnTo>
                    <a:pt x="16479" y="10108"/>
                  </a:lnTo>
                  <a:lnTo>
                    <a:pt x="15745" y="9441"/>
                  </a:lnTo>
                  <a:close/>
                  <a:moveTo>
                    <a:pt x="4837" y="11809"/>
                  </a:moveTo>
                  <a:lnTo>
                    <a:pt x="5204" y="12443"/>
                  </a:lnTo>
                  <a:lnTo>
                    <a:pt x="19081" y="12443"/>
                  </a:lnTo>
                  <a:lnTo>
                    <a:pt x="18380" y="11809"/>
                  </a:lnTo>
                  <a:close/>
                  <a:moveTo>
                    <a:pt x="6205" y="14178"/>
                  </a:moveTo>
                  <a:cubicBezTo>
                    <a:pt x="6339" y="14378"/>
                    <a:pt x="6472" y="14611"/>
                    <a:pt x="6605" y="14811"/>
                  </a:cubicBezTo>
                  <a:lnTo>
                    <a:pt x="20882" y="14811"/>
                  </a:lnTo>
                  <a:lnTo>
                    <a:pt x="21316" y="14545"/>
                  </a:lnTo>
                  <a:lnTo>
                    <a:pt x="20916" y="14178"/>
                  </a:lnTo>
                  <a:close/>
                  <a:moveTo>
                    <a:pt x="7606" y="16513"/>
                  </a:moveTo>
                  <a:lnTo>
                    <a:pt x="8006" y="17180"/>
                  </a:lnTo>
                  <a:lnTo>
                    <a:pt x="17246" y="17180"/>
                  </a:lnTo>
                  <a:lnTo>
                    <a:pt x="18247" y="16513"/>
                  </a:lnTo>
                  <a:close/>
                  <a:moveTo>
                    <a:pt x="9074" y="18881"/>
                  </a:moveTo>
                  <a:lnTo>
                    <a:pt x="9474" y="19548"/>
                  </a:lnTo>
                  <a:lnTo>
                    <a:pt x="13610" y="19548"/>
                  </a:lnTo>
                  <a:lnTo>
                    <a:pt x="14644" y="18881"/>
                  </a:lnTo>
                  <a:close/>
                  <a:moveTo>
                    <a:pt x="10542" y="21249"/>
                  </a:moveTo>
                  <a:lnTo>
                    <a:pt x="10675" y="21450"/>
                  </a:lnTo>
                  <a:lnTo>
                    <a:pt x="10975" y="21249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9">
              <a:extLst>
                <a:ext uri="{FF2B5EF4-FFF2-40B4-BE49-F238E27FC236}">
                  <a16:creationId xmlns:a16="http://schemas.microsoft.com/office/drawing/2014/main" id="{37683CC5-88F2-CB8D-FE81-766C3B7CD0B6}"/>
                </a:ext>
              </a:extLst>
            </p:cNvPr>
            <p:cNvSpPr/>
            <p:nvPr/>
          </p:nvSpPr>
          <p:spPr>
            <a:xfrm>
              <a:off x="6659131" y="2008474"/>
              <a:ext cx="189202" cy="128294"/>
            </a:xfrm>
            <a:custGeom>
              <a:avLst/>
              <a:gdLst/>
              <a:ahLst/>
              <a:cxnLst/>
              <a:rect l="l" t="t" r="r" b="b"/>
              <a:pathLst>
                <a:path w="8968" h="6081" extrusionOk="0">
                  <a:moveTo>
                    <a:pt x="8925" y="0"/>
                  </a:moveTo>
                  <a:cubicBezTo>
                    <a:pt x="8920" y="0"/>
                    <a:pt x="8913" y="3"/>
                    <a:pt x="8907" y="9"/>
                  </a:cubicBezTo>
                  <a:cubicBezTo>
                    <a:pt x="5204" y="2311"/>
                    <a:pt x="834" y="5513"/>
                    <a:pt x="34" y="6014"/>
                  </a:cubicBezTo>
                  <a:cubicBezTo>
                    <a:pt x="0" y="6014"/>
                    <a:pt x="34" y="6080"/>
                    <a:pt x="67" y="6080"/>
                  </a:cubicBezTo>
                  <a:cubicBezTo>
                    <a:pt x="868" y="5513"/>
                    <a:pt x="4871" y="3312"/>
                    <a:pt x="8940" y="76"/>
                  </a:cubicBezTo>
                  <a:cubicBezTo>
                    <a:pt x="8967" y="49"/>
                    <a:pt x="8951" y="0"/>
                    <a:pt x="8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9">
              <a:extLst>
                <a:ext uri="{FF2B5EF4-FFF2-40B4-BE49-F238E27FC236}">
                  <a16:creationId xmlns:a16="http://schemas.microsoft.com/office/drawing/2014/main" id="{7B7B8A0F-762B-4654-26BE-64D5C9898B5F}"/>
                </a:ext>
              </a:extLst>
            </p:cNvPr>
            <p:cNvSpPr/>
            <p:nvPr/>
          </p:nvSpPr>
          <p:spPr>
            <a:xfrm>
              <a:off x="6519993" y="1926025"/>
              <a:ext cx="169413" cy="264225"/>
            </a:xfrm>
            <a:custGeom>
              <a:avLst/>
              <a:gdLst/>
              <a:ahLst/>
              <a:cxnLst/>
              <a:rect l="l" t="t" r="r" b="b"/>
              <a:pathLst>
                <a:path w="8030" h="12524" extrusionOk="0">
                  <a:moveTo>
                    <a:pt x="44" y="1"/>
                  </a:moveTo>
                  <a:cubicBezTo>
                    <a:pt x="27" y="1"/>
                    <a:pt x="1" y="24"/>
                    <a:pt x="24" y="48"/>
                  </a:cubicBezTo>
                  <a:cubicBezTo>
                    <a:pt x="458" y="1049"/>
                    <a:pt x="925" y="2016"/>
                    <a:pt x="1458" y="2950"/>
                  </a:cubicBezTo>
                  <a:cubicBezTo>
                    <a:pt x="1358" y="2817"/>
                    <a:pt x="1258" y="2650"/>
                    <a:pt x="1125" y="2516"/>
                  </a:cubicBezTo>
                  <a:cubicBezTo>
                    <a:pt x="891" y="2216"/>
                    <a:pt x="625" y="1916"/>
                    <a:pt x="391" y="1582"/>
                  </a:cubicBezTo>
                  <a:cubicBezTo>
                    <a:pt x="381" y="1562"/>
                    <a:pt x="364" y="1554"/>
                    <a:pt x="347" y="1554"/>
                  </a:cubicBezTo>
                  <a:cubicBezTo>
                    <a:pt x="308" y="1554"/>
                    <a:pt x="268" y="1593"/>
                    <a:pt x="291" y="1616"/>
                  </a:cubicBezTo>
                  <a:cubicBezTo>
                    <a:pt x="524" y="1949"/>
                    <a:pt x="725" y="2283"/>
                    <a:pt x="925" y="2617"/>
                  </a:cubicBezTo>
                  <a:cubicBezTo>
                    <a:pt x="1125" y="2917"/>
                    <a:pt x="1358" y="3250"/>
                    <a:pt x="1592" y="3584"/>
                  </a:cubicBezTo>
                  <a:cubicBezTo>
                    <a:pt x="1792" y="3884"/>
                    <a:pt x="2026" y="4184"/>
                    <a:pt x="2259" y="4451"/>
                  </a:cubicBezTo>
                  <a:cubicBezTo>
                    <a:pt x="2292" y="4485"/>
                    <a:pt x="2326" y="4518"/>
                    <a:pt x="2359" y="4585"/>
                  </a:cubicBezTo>
                  <a:cubicBezTo>
                    <a:pt x="2659" y="5152"/>
                    <a:pt x="2993" y="5752"/>
                    <a:pt x="3326" y="6353"/>
                  </a:cubicBezTo>
                  <a:cubicBezTo>
                    <a:pt x="4523" y="8412"/>
                    <a:pt x="7175" y="12524"/>
                    <a:pt x="7229" y="12524"/>
                  </a:cubicBezTo>
                  <a:cubicBezTo>
                    <a:pt x="7229" y="12524"/>
                    <a:pt x="7229" y="12524"/>
                    <a:pt x="7229" y="12524"/>
                  </a:cubicBezTo>
                  <a:cubicBezTo>
                    <a:pt x="7529" y="12390"/>
                    <a:pt x="7763" y="12223"/>
                    <a:pt x="8030" y="12023"/>
                  </a:cubicBezTo>
                  <a:cubicBezTo>
                    <a:pt x="8030" y="11990"/>
                    <a:pt x="8030" y="11957"/>
                    <a:pt x="7996" y="11957"/>
                  </a:cubicBezTo>
                  <a:cubicBezTo>
                    <a:pt x="7763" y="12057"/>
                    <a:pt x="7529" y="12157"/>
                    <a:pt x="7329" y="12290"/>
                  </a:cubicBezTo>
                  <a:cubicBezTo>
                    <a:pt x="6162" y="10255"/>
                    <a:pt x="4861" y="8187"/>
                    <a:pt x="3660" y="6152"/>
                  </a:cubicBezTo>
                  <a:lnTo>
                    <a:pt x="1892" y="3150"/>
                  </a:lnTo>
                  <a:cubicBezTo>
                    <a:pt x="1292" y="2116"/>
                    <a:pt x="725" y="1015"/>
                    <a:pt x="57" y="15"/>
                  </a:cubicBezTo>
                  <a:cubicBezTo>
                    <a:pt x="57" y="5"/>
                    <a:pt x="52" y="1"/>
                    <a:pt x="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9">
              <a:extLst>
                <a:ext uri="{FF2B5EF4-FFF2-40B4-BE49-F238E27FC236}">
                  <a16:creationId xmlns:a16="http://schemas.microsoft.com/office/drawing/2014/main" id="{C5EFF97C-6909-0251-E0F0-54F039DE0968}"/>
                </a:ext>
              </a:extLst>
            </p:cNvPr>
            <p:cNvSpPr/>
            <p:nvPr/>
          </p:nvSpPr>
          <p:spPr>
            <a:xfrm>
              <a:off x="5668244" y="1713277"/>
              <a:ext cx="698095" cy="691745"/>
            </a:xfrm>
            <a:custGeom>
              <a:avLst/>
              <a:gdLst/>
              <a:ahLst/>
              <a:cxnLst/>
              <a:rect l="l" t="t" r="r" b="b"/>
              <a:pathLst>
                <a:path w="33089" h="32788" extrusionOk="0">
                  <a:moveTo>
                    <a:pt x="31388" y="0"/>
                  </a:moveTo>
                  <a:cubicBezTo>
                    <a:pt x="30032" y="0"/>
                    <a:pt x="27619" y="1020"/>
                    <a:pt x="25252" y="2260"/>
                  </a:cubicBezTo>
                  <a:cubicBezTo>
                    <a:pt x="13911" y="8131"/>
                    <a:pt x="3236" y="15302"/>
                    <a:pt x="1235" y="20306"/>
                  </a:cubicBezTo>
                  <a:cubicBezTo>
                    <a:pt x="1" y="23442"/>
                    <a:pt x="1535" y="29112"/>
                    <a:pt x="2803" y="32515"/>
                  </a:cubicBezTo>
                  <a:cubicBezTo>
                    <a:pt x="2870" y="32703"/>
                    <a:pt x="3130" y="32787"/>
                    <a:pt x="3537" y="32787"/>
                  </a:cubicBezTo>
                  <a:cubicBezTo>
                    <a:pt x="6731" y="32787"/>
                    <a:pt x="18967" y="27557"/>
                    <a:pt x="17813" y="26344"/>
                  </a:cubicBezTo>
                  <a:cubicBezTo>
                    <a:pt x="14578" y="22941"/>
                    <a:pt x="14044" y="21574"/>
                    <a:pt x="14411" y="20873"/>
                  </a:cubicBezTo>
                  <a:cubicBezTo>
                    <a:pt x="14644" y="20439"/>
                    <a:pt x="27053" y="9632"/>
                    <a:pt x="30556" y="4761"/>
                  </a:cubicBezTo>
                  <a:cubicBezTo>
                    <a:pt x="33089" y="1233"/>
                    <a:pt x="32877" y="0"/>
                    <a:pt x="31388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9">
              <a:extLst>
                <a:ext uri="{FF2B5EF4-FFF2-40B4-BE49-F238E27FC236}">
                  <a16:creationId xmlns:a16="http://schemas.microsoft.com/office/drawing/2014/main" id="{A2420657-876B-8B80-65F2-6F8071E38350}"/>
                </a:ext>
              </a:extLst>
            </p:cNvPr>
            <p:cNvSpPr/>
            <p:nvPr/>
          </p:nvSpPr>
          <p:spPr>
            <a:xfrm>
              <a:off x="5709068" y="2180376"/>
              <a:ext cx="508133" cy="446233"/>
            </a:xfrm>
            <a:custGeom>
              <a:avLst/>
              <a:gdLst/>
              <a:ahLst/>
              <a:cxnLst/>
              <a:rect l="l" t="t" r="r" b="b"/>
              <a:pathLst>
                <a:path w="24085" h="21151" extrusionOk="0">
                  <a:moveTo>
                    <a:pt x="11108" y="1"/>
                  </a:moveTo>
                  <a:lnTo>
                    <a:pt x="0" y="7773"/>
                  </a:lnTo>
                  <a:cubicBezTo>
                    <a:pt x="434" y="8874"/>
                    <a:pt x="2169" y="14945"/>
                    <a:pt x="3369" y="16713"/>
                  </a:cubicBezTo>
                  <a:cubicBezTo>
                    <a:pt x="4556" y="18427"/>
                    <a:pt x="6394" y="21150"/>
                    <a:pt x="8529" y="21150"/>
                  </a:cubicBezTo>
                  <a:cubicBezTo>
                    <a:pt x="8555" y="21150"/>
                    <a:pt x="8581" y="21150"/>
                    <a:pt x="8606" y="21149"/>
                  </a:cubicBezTo>
                  <a:cubicBezTo>
                    <a:pt x="9407" y="21082"/>
                    <a:pt x="10174" y="20749"/>
                    <a:pt x="10741" y="20148"/>
                  </a:cubicBezTo>
                  <a:cubicBezTo>
                    <a:pt x="10741" y="20148"/>
                    <a:pt x="11707" y="20551"/>
                    <a:pt x="12620" y="20551"/>
                  </a:cubicBezTo>
                  <a:cubicBezTo>
                    <a:pt x="13022" y="20551"/>
                    <a:pt x="13415" y="20473"/>
                    <a:pt x="13710" y="20248"/>
                  </a:cubicBezTo>
                  <a:cubicBezTo>
                    <a:pt x="14311" y="19748"/>
                    <a:pt x="14744" y="19081"/>
                    <a:pt x="14978" y="18347"/>
                  </a:cubicBezTo>
                  <a:cubicBezTo>
                    <a:pt x="14978" y="18347"/>
                    <a:pt x="15889" y="18887"/>
                    <a:pt x="16751" y="18887"/>
                  </a:cubicBezTo>
                  <a:cubicBezTo>
                    <a:pt x="17101" y="18887"/>
                    <a:pt x="17443" y="18798"/>
                    <a:pt x="17713" y="18547"/>
                  </a:cubicBezTo>
                  <a:cubicBezTo>
                    <a:pt x="18213" y="18013"/>
                    <a:pt x="18514" y="17313"/>
                    <a:pt x="18580" y="16612"/>
                  </a:cubicBezTo>
                  <a:cubicBezTo>
                    <a:pt x="18580" y="16612"/>
                    <a:pt x="19989" y="19701"/>
                    <a:pt x="21366" y="19701"/>
                  </a:cubicBezTo>
                  <a:cubicBezTo>
                    <a:pt x="21517" y="19701"/>
                    <a:pt x="21668" y="19664"/>
                    <a:pt x="21816" y="19581"/>
                  </a:cubicBezTo>
                  <a:cubicBezTo>
                    <a:pt x="24084" y="18314"/>
                    <a:pt x="20748" y="10441"/>
                    <a:pt x="19814" y="8540"/>
                  </a:cubicBezTo>
                  <a:cubicBezTo>
                    <a:pt x="18714" y="6305"/>
                    <a:pt x="11108" y="1"/>
                    <a:pt x="11108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9">
              <a:extLst>
                <a:ext uri="{FF2B5EF4-FFF2-40B4-BE49-F238E27FC236}">
                  <a16:creationId xmlns:a16="http://schemas.microsoft.com/office/drawing/2014/main" id="{80264114-D959-0D4B-3C41-D4E5A04CD4E1}"/>
                </a:ext>
              </a:extLst>
            </p:cNvPr>
            <p:cNvSpPr/>
            <p:nvPr/>
          </p:nvSpPr>
          <p:spPr>
            <a:xfrm>
              <a:off x="6045468" y="2393714"/>
              <a:ext cx="56309" cy="136733"/>
            </a:xfrm>
            <a:custGeom>
              <a:avLst/>
              <a:gdLst/>
              <a:ahLst/>
              <a:cxnLst/>
              <a:rect l="l" t="t" r="r" b="b"/>
              <a:pathLst>
                <a:path w="2669" h="6481" extrusionOk="0">
                  <a:moveTo>
                    <a:pt x="62" y="1"/>
                  </a:moveTo>
                  <a:cubicBezTo>
                    <a:pt x="32" y="1"/>
                    <a:pt x="0" y="40"/>
                    <a:pt x="0" y="63"/>
                  </a:cubicBezTo>
                  <a:cubicBezTo>
                    <a:pt x="1067" y="2064"/>
                    <a:pt x="1601" y="4432"/>
                    <a:pt x="2569" y="6467"/>
                  </a:cubicBezTo>
                  <a:cubicBezTo>
                    <a:pt x="2578" y="6477"/>
                    <a:pt x="2591" y="6481"/>
                    <a:pt x="2604" y="6481"/>
                  </a:cubicBezTo>
                  <a:cubicBezTo>
                    <a:pt x="2635" y="6481"/>
                    <a:pt x="2669" y="6457"/>
                    <a:pt x="2669" y="6434"/>
                  </a:cubicBezTo>
                  <a:cubicBezTo>
                    <a:pt x="2168" y="4199"/>
                    <a:pt x="1101" y="2064"/>
                    <a:pt x="100" y="29"/>
                  </a:cubicBezTo>
                  <a:cubicBezTo>
                    <a:pt x="90" y="8"/>
                    <a:pt x="76" y="1"/>
                    <a:pt x="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9">
              <a:extLst>
                <a:ext uri="{FF2B5EF4-FFF2-40B4-BE49-F238E27FC236}">
                  <a16:creationId xmlns:a16="http://schemas.microsoft.com/office/drawing/2014/main" id="{B86A290A-50D3-C9F5-7B32-44A998BAF537}"/>
                </a:ext>
              </a:extLst>
            </p:cNvPr>
            <p:cNvSpPr/>
            <p:nvPr/>
          </p:nvSpPr>
          <p:spPr>
            <a:xfrm>
              <a:off x="5954179" y="2444390"/>
              <a:ext cx="73504" cy="122239"/>
            </a:xfrm>
            <a:custGeom>
              <a:avLst/>
              <a:gdLst/>
              <a:ahLst/>
              <a:cxnLst/>
              <a:rect l="l" t="t" r="r" b="b"/>
              <a:pathLst>
                <a:path w="3484" h="5794" extrusionOk="0">
                  <a:moveTo>
                    <a:pt x="54" y="0"/>
                  </a:moveTo>
                  <a:cubicBezTo>
                    <a:pt x="26" y="0"/>
                    <a:pt x="1" y="39"/>
                    <a:pt x="24" y="62"/>
                  </a:cubicBezTo>
                  <a:cubicBezTo>
                    <a:pt x="591" y="996"/>
                    <a:pt x="1191" y="1964"/>
                    <a:pt x="1725" y="2931"/>
                  </a:cubicBezTo>
                  <a:cubicBezTo>
                    <a:pt x="1992" y="3431"/>
                    <a:pt x="2259" y="3898"/>
                    <a:pt x="2526" y="4399"/>
                  </a:cubicBezTo>
                  <a:cubicBezTo>
                    <a:pt x="2726" y="4866"/>
                    <a:pt x="3026" y="5333"/>
                    <a:pt x="3326" y="5766"/>
                  </a:cubicBezTo>
                  <a:cubicBezTo>
                    <a:pt x="3346" y="5786"/>
                    <a:pt x="3368" y="5794"/>
                    <a:pt x="3389" y="5794"/>
                  </a:cubicBezTo>
                  <a:cubicBezTo>
                    <a:pt x="3440" y="5794"/>
                    <a:pt x="3483" y="5747"/>
                    <a:pt x="3460" y="5700"/>
                  </a:cubicBezTo>
                  <a:cubicBezTo>
                    <a:pt x="3293" y="5199"/>
                    <a:pt x="3059" y="4699"/>
                    <a:pt x="2793" y="4265"/>
                  </a:cubicBezTo>
                  <a:cubicBezTo>
                    <a:pt x="2492" y="3798"/>
                    <a:pt x="2226" y="3298"/>
                    <a:pt x="1925" y="2831"/>
                  </a:cubicBezTo>
                  <a:cubicBezTo>
                    <a:pt x="1325" y="1864"/>
                    <a:pt x="724" y="930"/>
                    <a:pt x="91" y="29"/>
                  </a:cubicBezTo>
                  <a:cubicBezTo>
                    <a:pt x="80" y="8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9">
              <a:extLst>
                <a:ext uri="{FF2B5EF4-FFF2-40B4-BE49-F238E27FC236}">
                  <a16:creationId xmlns:a16="http://schemas.microsoft.com/office/drawing/2014/main" id="{38EB06C2-07FE-E6A9-FFE1-86C5D0301AC1}"/>
                </a:ext>
              </a:extLst>
            </p:cNvPr>
            <p:cNvSpPr/>
            <p:nvPr/>
          </p:nvSpPr>
          <p:spPr>
            <a:xfrm>
              <a:off x="5868122" y="2496079"/>
              <a:ext cx="67575" cy="109391"/>
            </a:xfrm>
            <a:custGeom>
              <a:avLst/>
              <a:gdLst/>
              <a:ahLst/>
              <a:cxnLst/>
              <a:rect l="l" t="t" r="r" b="b"/>
              <a:pathLst>
                <a:path w="3203" h="5185" extrusionOk="0">
                  <a:moveTo>
                    <a:pt x="38" y="0"/>
                  </a:moveTo>
                  <a:cubicBezTo>
                    <a:pt x="17" y="0"/>
                    <a:pt x="0" y="24"/>
                    <a:pt x="0" y="47"/>
                  </a:cubicBezTo>
                  <a:cubicBezTo>
                    <a:pt x="534" y="948"/>
                    <a:pt x="1034" y="1849"/>
                    <a:pt x="1534" y="2749"/>
                  </a:cubicBezTo>
                  <a:cubicBezTo>
                    <a:pt x="1801" y="3183"/>
                    <a:pt x="2068" y="3617"/>
                    <a:pt x="2335" y="4084"/>
                  </a:cubicBezTo>
                  <a:cubicBezTo>
                    <a:pt x="2535" y="4484"/>
                    <a:pt x="2802" y="4884"/>
                    <a:pt x="3136" y="5184"/>
                  </a:cubicBezTo>
                  <a:lnTo>
                    <a:pt x="3202" y="5184"/>
                  </a:lnTo>
                  <a:cubicBezTo>
                    <a:pt x="3036" y="4717"/>
                    <a:pt x="2802" y="4284"/>
                    <a:pt x="2502" y="3917"/>
                  </a:cubicBezTo>
                  <a:cubicBezTo>
                    <a:pt x="2235" y="3516"/>
                    <a:pt x="1968" y="3049"/>
                    <a:pt x="1668" y="2616"/>
                  </a:cubicBezTo>
                  <a:cubicBezTo>
                    <a:pt x="1134" y="1782"/>
                    <a:pt x="600" y="915"/>
                    <a:pt x="67" y="14"/>
                  </a:cubicBezTo>
                  <a:cubicBezTo>
                    <a:pt x="57" y="4"/>
                    <a:pt x="47" y="0"/>
                    <a:pt x="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9">
              <a:extLst>
                <a:ext uri="{FF2B5EF4-FFF2-40B4-BE49-F238E27FC236}">
                  <a16:creationId xmlns:a16="http://schemas.microsoft.com/office/drawing/2014/main" id="{6A478EBE-C603-E905-BE5C-4BBFEE580998}"/>
                </a:ext>
              </a:extLst>
            </p:cNvPr>
            <p:cNvSpPr/>
            <p:nvPr/>
          </p:nvSpPr>
          <p:spPr>
            <a:xfrm>
              <a:off x="5854746" y="1706632"/>
              <a:ext cx="513070" cy="412541"/>
            </a:xfrm>
            <a:custGeom>
              <a:avLst/>
              <a:gdLst/>
              <a:ahLst/>
              <a:cxnLst/>
              <a:rect l="l" t="t" r="r" b="b"/>
              <a:pathLst>
                <a:path w="24319" h="19554" extrusionOk="0">
                  <a:moveTo>
                    <a:pt x="22497" y="1"/>
                  </a:moveTo>
                  <a:cubicBezTo>
                    <a:pt x="21339" y="1"/>
                    <a:pt x="19445" y="641"/>
                    <a:pt x="16912" y="1841"/>
                  </a:cubicBezTo>
                  <a:cubicBezTo>
                    <a:pt x="10608" y="4843"/>
                    <a:pt x="0" y="11381"/>
                    <a:pt x="0" y="11381"/>
                  </a:cubicBezTo>
                  <a:lnTo>
                    <a:pt x="8340" y="19554"/>
                  </a:lnTo>
                  <a:cubicBezTo>
                    <a:pt x="8340" y="19554"/>
                    <a:pt x="19247" y="9880"/>
                    <a:pt x="22416" y="4609"/>
                  </a:cubicBezTo>
                  <a:cubicBezTo>
                    <a:pt x="24319" y="1445"/>
                    <a:pt x="24237" y="1"/>
                    <a:pt x="22497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9">
              <a:extLst>
                <a:ext uri="{FF2B5EF4-FFF2-40B4-BE49-F238E27FC236}">
                  <a16:creationId xmlns:a16="http://schemas.microsoft.com/office/drawing/2014/main" id="{518E0A5E-4A3E-AABE-035F-F15D9C085BED}"/>
                </a:ext>
              </a:extLst>
            </p:cNvPr>
            <p:cNvSpPr/>
            <p:nvPr/>
          </p:nvSpPr>
          <p:spPr>
            <a:xfrm>
              <a:off x="5854746" y="1706632"/>
              <a:ext cx="513070" cy="412541"/>
            </a:xfrm>
            <a:custGeom>
              <a:avLst/>
              <a:gdLst/>
              <a:ahLst/>
              <a:cxnLst/>
              <a:rect l="l" t="t" r="r" b="b"/>
              <a:pathLst>
                <a:path w="24319" h="19554" extrusionOk="0">
                  <a:moveTo>
                    <a:pt x="22497" y="1"/>
                  </a:moveTo>
                  <a:cubicBezTo>
                    <a:pt x="21339" y="1"/>
                    <a:pt x="19445" y="641"/>
                    <a:pt x="16912" y="1841"/>
                  </a:cubicBezTo>
                  <a:cubicBezTo>
                    <a:pt x="10608" y="4843"/>
                    <a:pt x="0" y="11381"/>
                    <a:pt x="0" y="11381"/>
                  </a:cubicBezTo>
                  <a:lnTo>
                    <a:pt x="8340" y="19554"/>
                  </a:lnTo>
                  <a:cubicBezTo>
                    <a:pt x="8340" y="19554"/>
                    <a:pt x="19247" y="9880"/>
                    <a:pt x="22416" y="4609"/>
                  </a:cubicBezTo>
                  <a:cubicBezTo>
                    <a:pt x="24319" y="1445"/>
                    <a:pt x="24237" y="1"/>
                    <a:pt x="2249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9">
              <a:extLst>
                <a:ext uri="{FF2B5EF4-FFF2-40B4-BE49-F238E27FC236}">
                  <a16:creationId xmlns:a16="http://schemas.microsoft.com/office/drawing/2014/main" id="{429E7E85-0A7D-8732-6B2A-29BC69DD2CD1}"/>
                </a:ext>
              </a:extLst>
            </p:cNvPr>
            <p:cNvSpPr/>
            <p:nvPr/>
          </p:nvSpPr>
          <p:spPr>
            <a:xfrm>
              <a:off x="5854746" y="1735599"/>
              <a:ext cx="502500" cy="362455"/>
            </a:xfrm>
            <a:custGeom>
              <a:avLst/>
              <a:gdLst/>
              <a:ahLst/>
              <a:cxnLst/>
              <a:rect l="l" t="t" r="r" b="b"/>
              <a:pathLst>
                <a:path w="23818" h="17180" extrusionOk="0">
                  <a:moveTo>
                    <a:pt x="17946" y="1"/>
                  </a:moveTo>
                  <a:cubicBezTo>
                    <a:pt x="17613" y="134"/>
                    <a:pt x="17279" y="301"/>
                    <a:pt x="16912" y="468"/>
                  </a:cubicBezTo>
                  <a:lnTo>
                    <a:pt x="16545" y="668"/>
                  </a:lnTo>
                  <a:lnTo>
                    <a:pt x="23650" y="668"/>
                  </a:lnTo>
                  <a:cubicBezTo>
                    <a:pt x="23717" y="434"/>
                    <a:pt x="23784" y="234"/>
                    <a:pt x="23817" y="1"/>
                  </a:cubicBezTo>
                  <a:close/>
                  <a:moveTo>
                    <a:pt x="13210" y="2369"/>
                  </a:moveTo>
                  <a:lnTo>
                    <a:pt x="12009" y="3003"/>
                  </a:lnTo>
                  <a:lnTo>
                    <a:pt x="22550" y="3003"/>
                  </a:lnTo>
                  <a:cubicBezTo>
                    <a:pt x="22683" y="2803"/>
                    <a:pt x="22817" y="2569"/>
                    <a:pt x="22917" y="2369"/>
                  </a:cubicBezTo>
                  <a:close/>
                  <a:moveTo>
                    <a:pt x="8940" y="4704"/>
                  </a:moveTo>
                  <a:lnTo>
                    <a:pt x="7806" y="5371"/>
                  </a:lnTo>
                  <a:lnTo>
                    <a:pt x="20915" y="5371"/>
                  </a:lnTo>
                  <a:cubicBezTo>
                    <a:pt x="21082" y="5138"/>
                    <a:pt x="21249" y="4938"/>
                    <a:pt x="21416" y="4704"/>
                  </a:cubicBezTo>
                  <a:close/>
                  <a:moveTo>
                    <a:pt x="4870" y="7073"/>
                  </a:moveTo>
                  <a:lnTo>
                    <a:pt x="3803" y="7740"/>
                  </a:lnTo>
                  <a:lnTo>
                    <a:pt x="18914" y="7740"/>
                  </a:lnTo>
                  <a:cubicBezTo>
                    <a:pt x="19114" y="7506"/>
                    <a:pt x="19314" y="7306"/>
                    <a:pt x="19481" y="7073"/>
                  </a:cubicBezTo>
                  <a:close/>
                  <a:moveTo>
                    <a:pt x="968" y="9441"/>
                  </a:moveTo>
                  <a:lnTo>
                    <a:pt x="0" y="10008"/>
                  </a:lnTo>
                  <a:lnTo>
                    <a:pt x="100" y="10108"/>
                  </a:lnTo>
                  <a:lnTo>
                    <a:pt x="16746" y="10108"/>
                  </a:lnTo>
                  <a:lnTo>
                    <a:pt x="17346" y="9441"/>
                  </a:lnTo>
                  <a:close/>
                  <a:moveTo>
                    <a:pt x="1835" y="11809"/>
                  </a:moveTo>
                  <a:lnTo>
                    <a:pt x="2502" y="12443"/>
                  </a:lnTo>
                  <a:lnTo>
                    <a:pt x="14411" y="12443"/>
                  </a:lnTo>
                  <a:lnTo>
                    <a:pt x="15044" y="11809"/>
                  </a:lnTo>
                  <a:close/>
                  <a:moveTo>
                    <a:pt x="4237" y="14178"/>
                  </a:moveTo>
                  <a:lnTo>
                    <a:pt x="4904" y="14811"/>
                  </a:lnTo>
                  <a:lnTo>
                    <a:pt x="11975" y="14811"/>
                  </a:lnTo>
                  <a:lnTo>
                    <a:pt x="12643" y="14178"/>
                  </a:lnTo>
                  <a:close/>
                  <a:moveTo>
                    <a:pt x="6638" y="16513"/>
                  </a:moveTo>
                  <a:lnTo>
                    <a:pt x="7305" y="17180"/>
                  </a:lnTo>
                  <a:lnTo>
                    <a:pt x="9440" y="17180"/>
                  </a:lnTo>
                  <a:lnTo>
                    <a:pt x="10141" y="16513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9">
              <a:extLst>
                <a:ext uri="{FF2B5EF4-FFF2-40B4-BE49-F238E27FC236}">
                  <a16:creationId xmlns:a16="http://schemas.microsoft.com/office/drawing/2014/main" id="{CE5548EB-C6B8-509C-E248-A1ED9F5CBBE2}"/>
                </a:ext>
              </a:extLst>
            </p:cNvPr>
            <p:cNvSpPr/>
            <p:nvPr/>
          </p:nvSpPr>
          <p:spPr>
            <a:xfrm>
              <a:off x="5911942" y="1918999"/>
              <a:ext cx="156565" cy="155404"/>
            </a:xfrm>
            <a:custGeom>
              <a:avLst/>
              <a:gdLst/>
              <a:ahLst/>
              <a:cxnLst/>
              <a:rect l="l" t="t" r="r" b="b"/>
              <a:pathLst>
                <a:path w="7421" h="7366" extrusionOk="0">
                  <a:moveTo>
                    <a:pt x="30" y="0"/>
                  </a:moveTo>
                  <a:cubicBezTo>
                    <a:pt x="11" y="0"/>
                    <a:pt x="1" y="24"/>
                    <a:pt x="25" y="47"/>
                  </a:cubicBezTo>
                  <a:cubicBezTo>
                    <a:pt x="658" y="715"/>
                    <a:pt x="3494" y="4084"/>
                    <a:pt x="7330" y="7353"/>
                  </a:cubicBezTo>
                  <a:cubicBezTo>
                    <a:pt x="7339" y="7362"/>
                    <a:pt x="7350" y="7366"/>
                    <a:pt x="7361" y="7366"/>
                  </a:cubicBezTo>
                  <a:cubicBezTo>
                    <a:pt x="7392" y="7366"/>
                    <a:pt x="7421" y="7335"/>
                    <a:pt x="7396" y="7286"/>
                  </a:cubicBezTo>
                  <a:cubicBezTo>
                    <a:pt x="4528" y="4217"/>
                    <a:pt x="692" y="681"/>
                    <a:pt x="58" y="14"/>
                  </a:cubicBezTo>
                  <a:cubicBezTo>
                    <a:pt x="48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9">
              <a:extLst>
                <a:ext uri="{FF2B5EF4-FFF2-40B4-BE49-F238E27FC236}">
                  <a16:creationId xmlns:a16="http://schemas.microsoft.com/office/drawing/2014/main" id="{1E46FEA9-39D4-A49F-0C8D-9C01C10FF3E3}"/>
                </a:ext>
              </a:extLst>
            </p:cNvPr>
            <p:cNvSpPr/>
            <p:nvPr/>
          </p:nvSpPr>
          <p:spPr>
            <a:xfrm>
              <a:off x="6170027" y="1845095"/>
              <a:ext cx="53503" cy="152387"/>
            </a:xfrm>
            <a:custGeom>
              <a:avLst/>
              <a:gdLst/>
              <a:ahLst/>
              <a:cxnLst/>
              <a:rect l="l" t="t" r="r" b="b"/>
              <a:pathLst>
                <a:path w="2536" h="7223" extrusionOk="0">
                  <a:moveTo>
                    <a:pt x="2483" y="1"/>
                  </a:moveTo>
                  <a:cubicBezTo>
                    <a:pt x="2474" y="1"/>
                    <a:pt x="2469" y="5"/>
                    <a:pt x="2469" y="15"/>
                  </a:cubicBezTo>
                  <a:cubicBezTo>
                    <a:pt x="2035" y="915"/>
                    <a:pt x="1635" y="1782"/>
                    <a:pt x="1268" y="2716"/>
                  </a:cubicBezTo>
                  <a:lnTo>
                    <a:pt x="1268" y="2516"/>
                  </a:lnTo>
                  <a:cubicBezTo>
                    <a:pt x="1301" y="1983"/>
                    <a:pt x="1401" y="1416"/>
                    <a:pt x="1535" y="848"/>
                  </a:cubicBezTo>
                  <a:cubicBezTo>
                    <a:pt x="1535" y="815"/>
                    <a:pt x="1510" y="798"/>
                    <a:pt x="1485" y="798"/>
                  </a:cubicBezTo>
                  <a:cubicBezTo>
                    <a:pt x="1460" y="798"/>
                    <a:pt x="1435" y="815"/>
                    <a:pt x="1435" y="848"/>
                  </a:cubicBezTo>
                  <a:cubicBezTo>
                    <a:pt x="1301" y="1382"/>
                    <a:pt x="1201" y="1949"/>
                    <a:pt x="1101" y="2516"/>
                  </a:cubicBezTo>
                  <a:cubicBezTo>
                    <a:pt x="1068" y="2783"/>
                    <a:pt x="1034" y="3050"/>
                    <a:pt x="1001" y="3317"/>
                  </a:cubicBezTo>
                  <a:cubicBezTo>
                    <a:pt x="1001" y="3350"/>
                    <a:pt x="1001" y="3384"/>
                    <a:pt x="1001" y="3417"/>
                  </a:cubicBezTo>
                  <a:cubicBezTo>
                    <a:pt x="1001" y="3417"/>
                    <a:pt x="1001" y="3450"/>
                    <a:pt x="1001" y="3450"/>
                  </a:cubicBezTo>
                  <a:cubicBezTo>
                    <a:pt x="601" y="4685"/>
                    <a:pt x="367" y="5919"/>
                    <a:pt x="0" y="7153"/>
                  </a:cubicBezTo>
                  <a:cubicBezTo>
                    <a:pt x="0" y="7194"/>
                    <a:pt x="26" y="7223"/>
                    <a:pt x="53" y="7223"/>
                  </a:cubicBezTo>
                  <a:cubicBezTo>
                    <a:pt x="70" y="7223"/>
                    <a:pt x="88" y="7212"/>
                    <a:pt x="100" y="7186"/>
                  </a:cubicBezTo>
                  <a:cubicBezTo>
                    <a:pt x="434" y="5986"/>
                    <a:pt x="934" y="4785"/>
                    <a:pt x="1335" y="3617"/>
                  </a:cubicBezTo>
                  <a:cubicBezTo>
                    <a:pt x="1768" y="2450"/>
                    <a:pt x="2135" y="1249"/>
                    <a:pt x="2535" y="48"/>
                  </a:cubicBezTo>
                  <a:cubicBezTo>
                    <a:pt x="2535" y="24"/>
                    <a:pt x="2502" y="1"/>
                    <a:pt x="24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9">
              <a:extLst>
                <a:ext uri="{FF2B5EF4-FFF2-40B4-BE49-F238E27FC236}">
                  <a16:creationId xmlns:a16="http://schemas.microsoft.com/office/drawing/2014/main" id="{D66ED835-49B0-9833-4A2F-8070B67517AC}"/>
                </a:ext>
              </a:extLst>
            </p:cNvPr>
            <p:cNvSpPr/>
            <p:nvPr/>
          </p:nvSpPr>
          <p:spPr>
            <a:xfrm>
              <a:off x="6307245" y="1568971"/>
              <a:ext cx="175257" cy="257305"/>
            </a:xfrm>
            <a:custGeom>
              <a:avLst/>
              <a:gdLst/>
              <a:ahLst/>
              <a:cxnLst/>
              <a:rect l="l" t="t" r="r" b="b"/>
              <a:pathLst>
                <a:path w="8307" h="12196" extrusionOk="0">
                  <a:moveTo>
                    <a:pt x="7839" y="0"/>
                  </a:moveTo>
                  <a:cubicBezTo>
                    <a:pt x="6917" y="0"/>
                    <a:pt x="1" y="1628"/>
                    <a:pt x="1" y="1628"/>
                  </a:cubicBezTo>
                  <a:cubicBezTo>
                    <a:pt x="401" y="3229"/>
                    <a:pt x="601" y="4863"/>
                    <a:pt x="601" y="6464"/>
                  </a:cubicBezTo>
                  <a:cubicBezTo>
                    <a:pt x="601" y="6665"/>
                    <a:pt x="568" y="6831"/>
                    <a:pt x="535" y="6998"/>
                  </a:cubicBezTo>
                  <a:cubicBezTo>
                    <a:pt x="535" y="6998"/>
                    <a:pt x="535" y="7032"/>
                    <a:pt x="535" y="7065"/>
                  </a:cubicBezTo>
                  <a:cubicBezTo>
                    <a:pt x="301" y="8032"/>
                    <a:pt x="34" y="11635"/>
                    <a:pt x="1802" y="12135"/>
                  </a:cubicBezTo>
                  <a:cubicBezTo>
                    <a:pt x="1953" y="12176"/>
                    <a:pt x="2113" y="12196"/>
                    <a:pt x="2280" y="12196"/>
                  </a:cubicBezTo>
                  <a:cubicBezTo>
                    <a:pt x="4160" y="12196"/>
                    <a:pt x="7012" y="9750"/>
                    <a:pt x="8207" y="7699"/>
                  </a:cubicBezTo>
                  <a:cubicBezTo>
                    <a:pt x="8307" y="7565"/>
                    <a:pt x="8140" y="5897"/>
                    <a:pt x="8007" y="3863"/>
                  </a:cubicBezTo>
                  <a:cubicBezTo>
                    <a:pt x="7940" y="2628"/>
                    <a:pt x="7873" y="1261"/>
                    <a:pt x="7940" y="27"/>
                  </a:cubicBezTo>
                  <a:cubicBezTo>
                    <a:pt x="7940" y="9"/>
                    <a:pt x="7905" y="0"/>
                    <a:pt x="7839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9">
              <a:extLst>
                <a:ext uri="{FF2B5EF4-FFF2-40B4-BE49-F238E27FC236}">
                  <a16:creationId xmlns:a16="http://schemas.microsoft.com/office/drawing/2014/main" id="{61CE2DBD-FEE8-822D-BDD9-E10A256CE419}"/>
                </a:ext>
              </a:extLst>
            </p:cNvPr>
            <p:cNvSpPr/>
            <p:nvPr/>
          </p:nvSpPr>
          <p:spPr>
            <a:xfrm>
              <a:off x="6307245" y="1569519"/>
              <a:ext cx="156965" cy="149940"/>
            </a:xfrm>
            <a:custGeom>
              <a:avLst/>
              <a:gdLst/>
              <a:ahLst/>
              <a:cxnLst/>
              <a:rect l="l" t="t" r="r" b="b"/>
              <a:pathLst>
                <a:path w="7440" h="7107" extrusionOk="0">
                  <a:moveTo>
                    <a:pt x="7440" y="1"/>
                  </a:moveTo>
                  <a:lnTo>
                    <a:pt x="7440" y="1"/>
                  </a:lnTo>
                  <a:cubicBezTo>
                    <a:pt x="5738" y="267"/>
                    <a:pt x="1" y="1602"/>
                    <a:pt x="1" y="1602"/>
                  </a:cubicBezTo>
                  <a:cubicBezTo>
                    <a:pt x="401" y="3169"/>
                    <a:pt x="601" y="4804"/>
                    <a:pt x="601" y="6438"/>
                  </a:cubicBezTo>
                  <a:cubicBezTo>
                    <a:pt x="568" y="6605"/>
                    <a:pt x="535" y="6772"/>
                    <a:pt x="501" y="6939"/>
                  </a:cubicBezTo>
                  <a:cubicBezTo>
                    <a:pt x="501" y="6972"/>
                    <a:pt x="501" y="7006"/>
                    <a:pt x="501" y="7039"/>
                  </a:cubicBezTo>
                  <a:cubicBezTo>
                    <a:pt x="768" y="7072"/>
                    <a:pt x="1035" y="7106"/>
                    <a:pt x="1302" y="7106"/>
                  </a:cubicBezTo>
                  <a:cubicBezTo>
                    <a:pt x="1329" y="7106"/>
                    <a:pt x="1357" y="7106"/>
                    <a:pt x="1384" y="7106"/>
                  </a:cubicBezTo>
                  <a:cubicBezTo>
                    <a:pt x="5524" y="7106"/>
                    <a:pt x="7009" y="2088"/>
                    <a:pt x="7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9">
              <a:extLst>
                <a:ext uri="{FF2B5EF4-FFF2-40B4-BE49-F238E27FC236}">
                  <a16:creationId xmlns:a16="http://schemas.microsoft.com/office/drawing/2014/main" id="{B0157F08-FFFC-FC19-564E-7A0DD2A13A17}"/>
                </a:ext>
              </a:extLst>
            </p:cNvPr>
            <p:cNvSpPr/>
            <p:nvPr/>
          </p:nvSpPr>
          <p:spPr>
            <a:xfrm>
              <a:off x="6167918" y="1404832"/>
              <a:ext cx="130214" cy="147113"/>
            </a:xfrm>
            <a:custGeom>
              <a:avLst/>
              <a:gdLst/>
              <a:ahLst/>
              <a:cxnLst/>
              <a:rect l="l" t="t" r="r" b="b"/>
              <a:pathLst>
                <a:path w="6172" h="6973" extrusionOk="0">
                  <a:moveTo>
                    <a:pt x="3057" y="0"/>
                  </a:moveTo>
                  <a:cubicBezTo>
                    <a:pt x="3039" y="0"/>
                    <a:pt x="3020" y="1"/>
                    <a:pt x="3002" y="1"/>
                  </a:cubicBezTo>
                  <a:cubicBezTo>
                    <a:pt x="1334" y="34"/>
                    <a:pt x="0" y="1602"/>
                    <a:pt x="34" y="3537"/>
                  </a:cubicBezTo>
                  <a:cubicBezTo>
                    <a:pt x="67" y="5472"/>
                    <a:pt x="1468" y="6973"/>
                    <a:pt x="3136" y="6973"/>
                  </a:cubicBezTo>
                  <a:cubicBezTo>
                    <a:pt x="4837" y="6939"/>
                    <a:pt x="6171" y="5338"/>
                    <a:pt x="6138" y="3403"/>
                  </a:cubicBezTo>
                  <a:cubicBezTo>
                    <a:pt x="6105" y="1522"/>
                    <a:pt x="4733" y="0"/>
                    <a:pt x="3057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9">
              <a:extLst>
                <a:ext uri="{FF2B5EF4-FFF2-40B4-BE49-F238E27FC236}">
                  <a16:creationId xmlns:a16="http://schemas.microsoft.com/office/drawing/2014/main" id="{C341C61A-19C4-57D5-49DC-277146CB0EF7}"/>
                </a:ext>
              </a:extLst>
            </p:cNvPr>
            <p:cNvSpPr/>
            <p:nvPr/>
          </p:nvSpPr>
          <p:spPr>
            <a:xfrm>
              <a:off x="6174247" y="1398503"/>
              <a:ext cx="144982" cy="164012"/>
            </a:xfrm>
            <a:custGeom>
              <a:avLst/>
              <a:gdLst/>
              <a:ahLst/>
              <a:cxnLst/>
              <a:rect l="l" t="t" r="r" b="b"/>
              <a:pathLst>
                <a:path w="6872" h="7774" extrusionOk="0">
                  <a:moveTo>
                    <a:pt x="3423" y="0"/>
                  </a:moveTo>
                  <a:cubicBezTo>
                    <a:pt x="3405" y="0"/>
                    <a:pt x="3387" y="0"/>
                    <a:pt x="3369" y="1"/>
                  </a:cubicBezTo>
                  <a:cubicBezTo>
                    <a:pt x="1468" y="34"/>
                    <a:pt x="0" y="1802"/>
                    <a:pt x="34" y="3970"/>
                  </a:cubicBezTo>
                  <a:cubicBezTo>
                    <a:pt x="67" y="6084"/>
                    <a:pt x="1605" y="7773"/>
                    <a:pt x="3449" y="7773"/>
                  </a:cubicBezTo>
                  <a:cubicBezTo>
                    <a:pt x="3467" y="7773"/>
                    <a:pt x="3485" y="7773"/>
                    <a:pt x="3503" y="7773"/>
                  </a:cubicBezTo>
                  <a:cubicBezTo>
                    <a:pt x="5371" y="7740"/>
                    <a:pt x="6872" y="5972"/>
                    <a:pt x="6839" y="3837"/>
                  </a:cubicBezTo>
                  <a:cubicBezTo>
                    <a:pt x="6806" y="1690"/>
                    <a:pt x="5268" y="0"/>
                    <a:pt x="3423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9">
              <a:extLst>
                <a:ext uri="{FF2B5EF4-FFF2-40B4-BE49-F238E27FC236}">
                  <a16:creationId xmlns:a16="http://schemas.microsoft.com/office/drawing/2014/main" id="{0869AEEE-BCBA-7216-F9D5-FEE02D64606A}"/>
                </a:ext>
              </a:extLst>
            </p:cNvPr>
            <p:cNvSpPr/>
            <p:nvPr/>
          </p:nvSpPr>
          <p:spPr>
            <a:xfrm>
              <a:off x="6193952" y="1277361"/>
              <a:ext cx="299817" cy="404840"/>
            </a:xfrm>
            <a:custGeom>
              <a:avLst/>
              <a:gdLst/>
              <a:ahLst/>
              <a:cxnLst/>
              <a:rect l="l" t="t" r="r" b="b"/>
              <a:pathLst>
                <a:path w="14211" h="19189" extrusionOk="0">
                  <a:moveTo>
                    <a:pt x="6811" y="0"/>
                  </a:moveTo>
                  <a:cubicBezTo>
                    <a:pt x="5100" y="0"/>
                    <a:pt x="3422" y="579"/>
                    <a:pt x="2269" y="1773"/>
                  </a:cubicBezTo>
                  <a:cubicBezTo>
                    <a:pt x="334" y="3741"/>
                    <a:pt x="0" y="14416"/>
                    <a:pt x="2669" y="17351"/>
                  </a:cubicBezTo>
                  <a:cubicBezTo>
                    <a:pt x="3817" y="18625"/>
                    <a:pt x="5294" y="19188"/>
                    <a:pt x="6799" y="19188"/>
                  </a:cubicBezTo>
                  <a:cubicBezTo>
                    <a:pt x="8881" y="19188"/>
                    <a:pt x="11016" y="18112"/>
                    <a:pt x="12409" y="16350"/>
                  </a:cubicBezTo>
                  <a:cubicBezTo>
                    <a:pt x="14077" y="14249"/>
                    <a:pt x="14211" y="6043"/>
                    <a:pt x="12910" y="3441"/>
                  </a:cubicBezTo>
                  <a:cubicBezTo>
                    <a:pt x="11771" y="1184"/>
                    <a:pt x="9258" y="0"/>
                    <a:pt x="6811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9">
              <a:extLst>
                <a:ext uri="{FF2B5EF4-FFF2-40B4-BE49-F238E27FC236}">
                  <a16:creationId xmlns:a16="http://schemas.microsoft.com/office/drawing/2014/main" id="{36DD042F-E0BA-94AA-0EE0-F100E889A90D}"/>
                </a:ext>
              </a:extLst>
            </p:cNvPr>
            <p:cNvSpPr/>
            <p:nvPr/>
          </p:nvSpPr>
          <p:spPr>
            <a:xfrm>
              <a:off x="6327668" y="1499855"/>
              <a:ext cx="14789" cy="30971"/>
            </a:xfrm>
            <a:custGeom>
              <a:avLst/>
              <a:gdLst/>
              <a:ahLst/>
              <a:cxnLst/>
              <a:rect l="l" t="t" r="r" b="b"/>
              <a:pathLst>
                <a:path w="701" h="1468" extrusionOk="0">
                  <a:moveTo>
                    <a:pt x="134" y="0"/>
                  </a:moveTo>
                  <a:cubicBezTo>
                    <a:pt x="0" y="534"/>
                    <a:pt x="100" y="1368"/>
                    <a:pt x="701" y="1468"/>
                  </a:cubicBezTo>
                  <a:lnTo>
                    <a:pt x="701" y="1435"/>
                  </a:lnTo>
                  <a:cubicBezTo>
                    <a:pt x="200" y="1234"/>
                    <a:pt x="134" y="601"/>
                    <a:pt x="167" y="67"/>
                  </a:cubicBezTo>
                  <a:cubicBezTo>
                    <a:pt x="167" y="34"/>
                    <a:pt x="134" y="0"/>
                    <a:pt x="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9">
              <a:extLst>
                <a:ext uri="{FF2B5EF4-FFF2-40B4-BE49-F238E27FC236}">
                  <a16:creationId xmlns:a16="http://schemas.microsoft.com/office/drawing/2014/main" id="{D7013B6F-E9D9-E6E9-0C5A-1041EBD1C93B}"/>
                </a:ext>
              </a:extLst>
            </p:cNvPr>
            <p:cNvSpPr/>
            <p:nvPr/>
          </p:nvSpPr>
          <p:spPr>
            <a:xfrm>
              <a:off x="6325157" y="1487851"/>
              <a:ext cx="35275" cy="37385"/>
            </a:xfrm>
            <a:custGeom>
              <a:avLst/>
              <a:gdLst/>
              <a:ahLst/>
              <a:cxnLst/>
              <a:rect l="l" t="t" r="r" b="b"/>
              <a:pathLst>
                <a:path w="1672" h="1772" extrusionOk="0">
                  <a:moveTo>
                    <a:pt x="800" y="0"/>
                  </a:moveTo>
                  <a:cubicBezTo>
                    <a:pt x="784" y="0"/>
                    <a:pt x="769" y="1"/>
                    <a:pt x="753" y="2"/>
                  </a:cubicBezTo>
                  <a:cubicBezTo>
                    <a:pt x="0" y="68"/>
                    <a:pt x="18" y="1772"/>
                    <a:pt x="808" y="1772"/>
                  </a:cubicBezTo>
                  <a:cubicBezTo>
                    <a:pt x="823" y="1772"/>
                    <a:pt x="838" y="1771"/>
                    <a:pt x="853" y="1770"/>
                  </a:cubicBezTo>
                  <a:cubicBezTo>
                    <a:pt x="1672" y="1737"/>
                    <a:pt x="1622" y="0"/>
                    <a:pt x="8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9">
              <a:extLst>
                <a:ext uri="{FF2B5EF4-FFF2-40B4-BE49-F238E27FC236}">
                  <a16:creationId xmlns:a16="http://schemas.microsoft.com/office/drawing/2014/main" id="{77BF4A02-D85B-9623-59BF-1136BF0C9B39}"/>
                </a:ext>
              </a:extLst>
            </p:cNvPr>
            <p:cNvSpPr/>
            <p:nvPr/>
          </p:nvSpPr>
          <p:spPr>
            <a:xfrm>
              <a:off x="6253067" y="1501965"/>
              <a:ext cx="14789" cy="30971"/>
            </a:xfrm>
            <a:custGeom>
              <a:avLst/>
              <a:gdLst/>
              <a:ahLst/>
              <a:cxnLst/>
              <a:rect l="l" t="t" r="r" b="b"/>
              <a:pathLst>
                <a:path w="701" h="1468" extrusionOk="0">
                  <a:moveTo>
                    <a:pt x="567" y="0"/>
                  </a:moveTo>
                  <a:lnTo>
                    <a:pt x="567" y="0"/>
                  </a:lnTo>
                  <a:cubicBezTo>
                    <a:pt x="567" y="0"/>
                    <a:pt x="534" y="34"/>
                    <a:pt x="534" y="67"/>
                  </a:cubicBezTo>
                  <a:cubicBezTo>
                    <a:pt x="567" y="601"/>
                    <a:pt x="501" y="1234"/>
                    <a:pt x="0" y="1435"/>
                  </a:cubicBezTo>
                  <a:lnTo>
                    <a:pt x="0" y="1468"/>
                  </a:lnTo>
                  <a:cubicBezTo>
                    <a:pt x="634" y="1368"/>
                    <a:pt x="701" y="534"/>
                    <a:pt x="5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9">
              <a:extLst>
                <a:ext uri="{FF2B5EF4-FFF2-40B4-BE49-F238E27FC236}">
                  <a16:creationId xmlns:a16="http://schemas.microsoft.com/office/drawing/2014/main" id="{C6418C92-24AA-18D9-A525-382BDA793C5F}"/>
                </a:ext>
              </a:extLst>
            </p:cNvPr>
            <p:cNvSpPr/>
            <p:nvPr/>
          </p:nvSpPr>
          <p:spPr>
            <a:xfrm>
              <a:off x="6235472" y="1490657"/>
              <a:ext cx="34494" cy="37364"/>
            </a:xfrm>
            <a:custGeom>
              <a:avLst/>
              <a:gdLst/>
              <a:ahLst/>
              <a:cxnLst/>
              <a:rect l="l" t="t" r="r" b="b"/>
              <a:pathLst>
                <a:path w="1635" h="1771" extrusionOk="0">
                  <a:moveTo>
                    <a:pt x="853" y="1"/>
                  </a:moveTo>
                  <a:cubicBezTo>
                    <a:pt x="1" y="1"/>
                    <a:pt x="15" y="1738"/>
                    <a:pt x="801" y="1770"/>
                  </a:cubicBezTo>
                  <a:cubicBezTo>
                    <a:pt x="809" y="1771"/>
                    <a:pt x="817" y="1771"/>
                    <a:pt x="824" y="1771"/>
                  </a:cubicBezTo>
                  <a:cubicBezTo>
                    <a:pt x="1635" y="1771"/>
                    <a:pt x="1628" y="36"/>
                    <a:pt x="901" y="3"/>
                  </a:cubicBezTo>
                  <a:cubicBezTo>
                    <a:pt x="885" y="1"/>
                    <a:pt x="869" y="1"/>
                    <a:pt x="8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9">
              <a:extLst>
                <a:ext uri="{FF2B5EF4-FFF2-40B4-BE49-F238E27FC236}">
                  <a16:creationId xmlns:a16="http://schemas.microsoft.com/office/drawing/2014/main" id="{8560616C-8FA3-7DDD-60E7-55C6FC271A16}"/>
                </a:ext>
              </a:extLst>
            </p:cNvPr>
            <p:cNvSpPr/>
            <p:nvPr/>
          </p:nvSpPr>
          <p:spPr>
            <a:xfrm>
              <a:off x="6324145" y="1434685"/>
              <a:ext cx="43651" cy="22954"/>
            </a:xfrm>
            <a:custGeom>
              <a:avLst/>
              <a:gdLst/>
              <a:ahLst/>
              <a:cxnLst/>
              <a:rect l="l" t="t" r="r" b="b"/>
              <a:pathLst>
                <a:path w="2069" h="1088" extrusionOk="0">
                  <a:moveTo>
                    <a:pt x="781" y="0"/>
                  </a:moveTo>
                  <a:cubicBezTo>
                    <a:pt x="526" y="0"/>
                    <a:pt x="254" y="107"/>
                    <a:pt x="67" y="321"/>
                  </a:cubicBezTo>
                  <a:cubicBezTo>
                    <a:pt x="0" y="454"/>
                    <a:pt x="0" y="621"/>
                    <a:pt x="134" y="754"/>
                  </a:cubicBezTo>
                  <a:cubicBezTo>
                    <a:pt x="334" y="921"/>
                    <a:pt x="568" y="988"/>
                    <a:pt x="834" y="988"/>
                  </a:cubicBezTo>
                  <a:cubicBezTo>
                    <a:pt x="1068" y="1054"/>
                    <a:pt x="1335" y="1088"/>
                    <a:pt x="1568" y="1088"/>
                  </a:cubicBezTo>
                  <a:cubicBezTo>
                    <a:pt x="1902" y="1088"/>
                    <a:pt x="2069" y="687"/>
                    <a:pt x="1868" y="421"/>
                  </a:cubicBezTo>
                  <a:cubicBezTo>
                    <a:pt x="1635" y="187"/>
                    <a:pt x="1335" y="54"/>
                    <a:pt x="968" y="20"/>
                  </a:cubicBezTo>
                  <a:cubicBezTo>
                    <a:pt x="908" y="7"/>
                    <a:pt x="845" y="0"/>
                    <a:pt x="78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9">
              <a:extLst>
                <a:ext uri="{FF2B5EF4-FFF2-40B4-BE49-F238E27FC236}">
                  <a16:creationId xmlns:a16="http://schemas.microsoft.com/office/drawing/2014/main" id="{98093DE9-2538-527A-D51E-A0E3725DAEB2}"/>
                </a:ext>
              </a:extLst>
            </p:cNvPr>
            <p:cNvSpPr/>
            <p:nvPr/>
          </p:nvSpPr>
          <p:spPr>
            <a:xfrm>
              <a:off x="6224501" y="1437871"/>
              <a:ext cx="42659" cy="25570"/>
            </a:xfrm>
            <a:custGeom>
              <a:avLst/>
              <a:gdLst/>
              <a:ahLst/>
              <a:cxnLst/>
              <a:rect l="l" t="t" r="r" b="b"/>
              <a:pathLst>
                <a:path w="2022" h="1212" extrusionOk="0">
                  <a:moveTo>
                    <a:pt x="1324" y="0"/>
                  </a:moveTo>
                  <a:cubicBezTo>
                    <a:pt x="1209" y="0"/>
                    <a:pt x="1094" y="22"/>
                    <a:pt x="987" y="69"/>
                  </a:cubicBezTo>
                  <a:cubicBezTo>
                    <a:pt x="621" y="136"/>
                    <a:pt x="320" y="336"/>
                    <a:pt x="154" y="603"/>
                  </a:cubicBezTo>
                  <a:cubicBezTo>
                    <a:pt x="0" y="879"/>
                    <a:pt x="185" y="1212"/>
                    <a:pt x="475" y="1212"/>
                  </a:cubicBezTo>
                  <a:cubicBezTo>
                    <a:pt x="501" y="1212"/>
                    <a:pt x="527" y="1209"/>
                    <a:pt x="554" y="1204"/>
                  </a:cubicBezTo>
                  <a:cubicBezTo>
                    <a:pt x="821" y="1170"/>
                    <a:pt x="1021" y="1070"/>
                    <a:pt x="1254" y="1003"/>
                  </a:cubicBezTo>
                  <a:cubicBezTo>
                    <a:pt x="1521" y="970"/>
                    <a:pt x="1755" y="837"/>
                    <a:pt x="1955" y="670"/>
                  </a:cubicBezTo>
                  <a:cubicBezTo>
                    <a:pt x="2022" y="536"/>
                    <a:pt x="2022" y="336"/>
                    <a:pt x="1921" y="203"/>
                  </a:cubicBezTo>
                  <a:cubicBezTo>
                    <a:pt x="1749" y="74"/>
                    <a:pt x="1535" y="0"/>
                    <a:pt x="132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9">
              <a:extLst>
                <a:ext uri="{FF2B5EF4-FFF2-40B4-BE49-F238E27FC236}">
                  <a16:creationId xmlns:a16="http://schemas.microsoft.com/office/drawing/2014/main" id="{D8DC06AB-C867-34EB-7A9E-F2B76D16B2EE}"/>
                </a:ext>
              </a:extLst>
            </p:cNvPr>
            <p:cNvSpPr/>
            <p:nvPr/>
          </p:nvSpPr>
          <p:spPr>
            <a:xfrm>
              <a:off x="6329778" y="1607241"/>
              <a:ext cx="23946" cy="11688"/>
            </a:xfrm>
            <a:custGeom>
              <a:avLst/>
              <a:gdLst/>
              <a:ahLst/>
              <a:cxnLst/>
              <a:rect l="l" t="t" r="r" b="b"/>
              <a:pathLst>
                <a:path w="1135" h="554" extrusionOk="0">
                  <a:moveTo>
                    <a:pt x="1108" y="0"/>
                  </a:moveTo>
                  <a:cubicBezTo>
                    <a:pt x="1104" y="0"/>
                    <a:pt x="1101" y="4"/>
                    <a:pt x="1101" y="14"/>
                  </a:cubicBezTo>
                  <a:cubicBezTo>
                    <a:pt x="968" y="147"/>
                    <a:pt x="834" y="314"/>
                    <a:pt x="634" y="347"/>
                  </a:cubicBezTo>
                  <a:cubicBezTo>
                    <a:pt x="434" y="347"/>
                    <a:pt x="234" y="314"/>
                    <a:pt x="34" y="214"/>
                  </a:cubicBezTo>
                  <a:cubicBezTo>
                    <a:pt x="34" y="214"/>
                    <a:pt x="0" y="214"/>
                    <a:pt x="0" y="247"/>
                  </a:cubicBezTo>
                  <a:cubicBezTo>
                    <a:pt x="146" y="452"/>
                    <a:pt x="369" y="554"/>
                    <a:pt x="601" y="554"/>
                  </a:cubicBezTo>
                  <a:cubicBezTo>
                    <a:pt x="634" y="554"/>
                    <a:pt x="667" y="552"/>
                    <a:pt x="701" y="548"/>
                  </a:cubicBezTo>
                  <a:cubicBezTo>
                    <a:pt x="934" y="481"/>
                    <a:pt x="1101" y="281"/>
                    <a:pt x="1134" y="47"/>
                  </a:cubicBezTo>
                  <a:cubicBezTo>
                    <a:pt x="1134" y="24"/>
                    <a:pt x="1118" y="0"/>
                    <a:pt x="11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9">
              <a:extLst>
                <a:ext uri="{FF2B5EF4-FFF2-40B4-BE49-F238E27FC236}">
                  <a16:creationId xmlns:a16="http://schemas.microsoft.com/office/drawing/2014/main" id="{D1A95908-B1FD-6679-DEC6-3D879F4D16F4}"/>
                </a:ext>
              </a:extLst>
            </p:cNvPr>
            <p:cNvSpPr/>
            <p:nvPr/>
          </p:nvSpPr>
          <p:spPr>
            <a:xfrm>
              <a:off x="6272076" y="1448820"/>
              <a:ext cx="68272" cy="143948"/>
            </a:xfrm>
            <a:custGeom>
              <a:avLst/>
              <a:gdLst/>
              <a:ahLst/>
              <a:cxnLst/>
              <a:rect l="l" t="t" r="r" b="b"/>
              <a:pathLst>
                <a:path w="3236" h="6823" extrusionOk="0">
                  <a:moveTo>
                    <a:pt x="617" y="1"/>
                  </a:moveTo>
                  <a:cubicBezTo>
                    <a:pt x="592" y="1"/>
                    <a:pt x="567" y="17"/>
                    <a:pt x="567" y="51"/>
                  </a:cubicBezTo>
                  <a:cubicBezTo>
                    <a:pt x="133" y="1885"/>
                    <a:pt x="67" y="3920"/>
                    <a:pt x="0" y="5755"/>
                  </a:cubicBezTo>
                  <a:cubicBezTo>
                    <a:pt x="0" y="5807"/>
                    <a:pt x="38" y="5827"/>
                    <a:pt x="98" y="5827"/>
                  </a:cubicBezTo>
                  <a:cubicBezTo>
                    <a:pt x="311" y="5827"/>
                    <a:pt x="804" y="5573"/>
                    <a:pt x="934" y="5521"/>
                  </a:cubicBezTo>
                  <a:lnTo>
                    <a:pt x="934" y="5521"/>
                  </a:lnTo>
                  <a:cubicBezTo>
                    <a:pt x="934" y="5521"/>
                    <a:pt x="901" y="6155"/>
                    <a:pt x="934" y="6589"/>
                  </a:cubicBezTo>
                  <a:lnTo>
                    <a:pt x="934" y="6622"/>
                  </a:lnTo>
                  <a:cubicBezTo>
                    <a:pt x="934" y="6656"/>
                    <a:pt x="934" y="6656"/>
                    <a:pt x="934" y="6689"/>
                  </a:cubicBezTo>
                  <a:cubicBezTo>
                    <a:pt x="934" y="6756"/>
                    <a:pt x="967" y="6789"/>
                    <a:pt x="1034" y="6822"/>
                  </a:cubicBezTo>
                  <a:lnTo>
                    <a:pt x="1301" y="6822"/>
                  </a:lnTo>
                  <a:cubicBezTo>
                    <a:pt x="1501" y="6822"/>
                    <a:pt x="1735" y="6822"/>
                    <a:pt x="1968" y="6756"/>
                  </a:cubicBezTo>
                  <a:cubicBezTo>
                    <a:pt x="2468" y="6656"/>
                    <a:pt x="2935" y="6322"/>
                    <a:pt x="3202" y="5888"/>
                  </a:cubicBezTo>
                  <a:cubicBezTo>
                    <a:pt x="3236" y="5855"/>
                    <a:pt x="3169" y="5822"/>
                    <a:pt x="3136" y="5822"/>
                  </a:cubicBezTo>
                  <a:cubicBezTo>
                    <a:pt x="2662" y="6266"/>
                    <a:pt x="2056" y="6500"/>
                    <a:pt x="1436" y="6500"/>
                  </a:cubicBezTo>
                  <a:cubicBezTo>
                    <a:pt x="1358" y="6500"/>
                    <a:pt x="1279" y="6496"/>
                    <a:pt x="1201" y="6489"/>
                  </a:cubicBezTo>
                  <a:cubicBezTo>
                    <a:pt x="1201" y="6322"/>
                    <a:pt x="1301" y="5054"/>
                    <a:pt x="1268" y="5054"/>
                  </a:cubicBezTo>
                  <a:lnTo>
                    <a:pt x="1268" y="5054"/>
                  </a:lnTo>
                  <a:cubicBezTo>
                    <a:pt x="934" y="5121"/>
                    <a:pt x="634" y="5221"/>
                    <a:pt x="367" y="5355"/>
                  </a:cubicBezTo>
                  <a:cubicBezTo>
                    <a:pt x="400" y="3587"/>
                    <a:pt x="667" y="1819"/>
                    <a:pt x="667" y="51"/>
                  </a:cubicBezTo>
                  <a:cubicBezTo>
                    <a:pt x="667" y="17"/>
                    <a:pt x="642" y="1"/>
                    <a:pt x="6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9">
              <a:extLst>
                <a:ext uri="{FF2B5EF4-FFF2-40B4-BE49-F238E27FC236}">
                  <a16:creationId xmlns:a16="http://schemas.microsoft.com/office/drawing/2014/main" id="{B7CCEEE8-BB4A-C538-747F-5E03A0BDB475}"/>
                </a:ext>
              </a:extLst>
            </p:cNvPr>
            <p:cNvSpPr/>
            <p:nvPr/>
          </p:nvSpPr>
          <p:spPr>
            <a:xfrm>
              <a:off x="6304439" y="1572325"/>
              <a:ext cx="41541" cy="30634"/>
            </a:xfrm>
            <a:custGeom>
              <a:avLst/>
              <a:gdLst/>
              <a:ahLst/>
              <a:cxnLst/>
              <a:rect l="l" t="t" r="r" b="b"/>
              <a:pathLst>
                <a:path w="1969" h="1452" extrusionOk="0">
                  <a:moveTo>
                    <a:pt x="1668" y="1"/>
                  </a:moveTo>
                  <a:cubicBezTo>
                    <a:pt x="1201" y="401"/>
                    <a:pt x="601" y="668"/>
                    <a:pt x="0" y="735"/>
                  </a:cubicBezTo>
                  <a:cubicBezTo>
                    <a:pt x="234" y="1035"/>
                    <a:pt x="568" y="1269"/>
                    <a:pt x="901" y="1402"/>
                  </a:cubicBezTo>
                  <a:cubicBezTo>
                    <a:pt x="1001" y="1435"/>
                    <a:pt x="1110" y="1452"/>
                    <a:pt x="1218" y="1452"/>
                  </a:cubicBezTo>
                  <a:cubicBezTo>
                    <a:pt x="1326" y="1452"/>
                    <a:pt x="1435" y="1435"/>
                    <a:pt x="1535" y="1402"/>
                  </a:cubicBezTo>
                  <a:cubicBezTo>
                    <a:pt x="1969" y="1269"/>
                    <a:pt x="1969" y="868"/>
                    <a:pt x="1868" y="535"/>
                  </a:cubicBezTo>
                  <a:cubicBezTo>
                    <a:pt x="1802" y="335"/>
                    <a:pt x="1735" y="168"/>
                    <a:pt x="1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9">
              <a:extLst>
                <a:ext uri="{FF2B5EF4-FFF2-40B4-BE49-F238E27FC236}">
                  <a16:creationId xmlns:a16="http://schemas.microsoft.com/office/drawing/2014/main" id="{36CCD488-C2F7-3024-9EE4-A022ADB1C3E7}"/>
                </a:ext>
              </a:extLst>
            </p:cNvPr>
            <p:cNvSpPr/>
            <p:nvPr/>
          </p:nvSpPr>
          <p:spPr>
            <a:xfrm>
              <a:off x="6323448" y="1583591"/>
              <a:ext cx="22532" cy="19557"/>
            </a:xfrm>
            <a:custGeom>
              <a:avLst/>
              <a:gdLst/>
              <a:ahLst/>
              <a:cxnLst/>
              <a:rect l="l" t="t" r="r" b="b"/>
              <a:pathLst>
                <a:path w="1068" h="927" extrusionOk="0">
                  <a:moveTo>
                    <a:pt x="967" y="1"/>
                  </a:moveTo>
                  <a:lnTo>
                    <a:pt x="967" y="1"/>
                  </a:lnTo>
                  <a:cubicBezTo>
                    <a:pt x="467" y="34"/>
                    <a:pt x="67" y="401"/>
                    <a:pt x="0" y="901"/>
                  </a:cubicBezTo>
                  <a:cubicBezTo>
                    <a:pt x="100" y="918"/>
                    <a:pt x="209" y="926"/>
                    <a:pt x="317" y="926"/>
                  </a:cubicBezTo>
                  <a:cubicBezTo>
                    <a:pt x="425" y="926"/>
                    <a:pt x="534" y="918"/>
                    <a:pt x="634" y="901"/>
                  </a:cubicBezTo>
                  <a:cubicBezTo>
                    <a:pt x="1068" y="768"/>
                    <a:pt x="1068" y="368"/>
                    <a:pt x="967" y="1"/>
                  </a:cubicBezTo>
                  <a:close/>
                </a:path>
              </a:pathLst>
            </a:custGeom>
            <a:solidFill>
              <a:srgbClr val="FF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9">
              <a:extLst>
                <a:ext uri="{FF2B5EF4-FFF2-40B4-BE49-F238E27FC236}">
                  <a16:creationId xmlns:a16="http://schemas.microsoft.com/office/drawing/2014/main" id="{650430DF-CA63-F1B1-CA69-34A52B097A33}"/>
                </a:ext>
              </a:extLst>
            </p:cNvPr>
            <p:cNvSpPr/>
            <p:nvPr/>
          </p:nvSpPr>
          <p:spPr>
            <a:xfrm>
              <a:off x="6419864" y="1299977"/>
              <a:ext cx="64748" cy="172451"/>
            </a:xfrm>
            <a:custGeom>
              <a:avLst/>
              <a:gdLst/>
              <a:ahLst/>
              <a:cxnLst/>
              <a:rect l="l" t="t" r="r" b="b"/>
              <a:pathLst>
                <a:path w="3069" h="8174" extrusionOk="0">
                  <a:moveTo>
                    <a:pt x="0" y="1"/>
                  </a:moveTo>
                  <a:lnTo>
                    <a:pt x="0" y="1"/>
                  </a:lnTo>
                  <a:cubicBezTo>
                    <a:pt x="33" y="901"/>
                    <a:pt x="234" y="4771"/>
                    <a:pt x="767" y="5505"/>
                  </a:cubicBezTo>
                  <a:cubicBezTo>
                    <a:pt x="1301" y="6239"/>
                    <a:pt x="2535" y="8073"/>
                    <a:pt x="3069" y="8173"/>
                  </a:cubicBezTo>
                  <a:cubicBezTo>
                    <a:pt x="3069" y="5838"/>
                    <a:pt x="2769" y="3537"/>
                    <a:pt x="2202" y="2369"/>
                  </a:cubicBezTo>
                  <a:cubicBezTo>
                    <a:pt x="1701" y="1402"/>
                    <a:pt x="934" y="568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9">
              <a:extLst>
                <a:ext uri="{FF2B5EF4-FFF2-40B4-BE49-F238E27FC236}">
                  <a16:creationId xmlns:a16="http://schemas.microsoft.com/office/drawing/2014/main" id="{B4873EBF-5C01-6518-21CE-C0E9710D3618}"/>
                </a:ext>
              </a:extLst>
            </p:cNvPr>
            <p:cNvSpPr/>
            <p:nvPr/>
          </p:nvSpPr>
          <p:spPr>
            <a:xfrm>
              <a:off x="6276527" y="1346814"/>
              <a:ext cx="101584" cy="40950"/>
            </a:xfrm>
            <a:custGeom>
              <a:avLst/>
              <a:gdLst/>
              <a:ahLst/>
              <a:cxnLst/>
              <a:rect l="l" t="t" r="r" b="b"/>
              <a:pathLst>
                <a:path w="4815" h="1941" extrusionOk="0">
                  <a:moveTo>
                    <a:pt x="4775" y="1"/>
                  </a:moveTo>
                  <a:cubicBezTo>
                    <a:pt x="4767" y="1"/>
                    <a:pt x="4759" y="5"/>
                    <a:pt x="4759" y="16"/>
                  </a:cubicBezTo>
                  <a:cubicBezTo>
                    <a:pt x="4392" y="916"/>
                    <a:pt x="3558" y="1583"/>
                    <a:pt x="2591" y="1717"/>
                  </a:cubicBezTo>
                  <a:cubicBezTo>
                    <a:pt x="2441" y="1744"/>
                    <a:pt x="2289" y="1757"/>
                    <a:pt x="2139" y="1757"/>
                  </a:cubicBezTo>
                  <a:cubicBezTo>
                    <a:pt x="1354" y="1757"/>
                    <a:pt x="588" y="1404"/>
                    <a:pt x="56" y="816"/>
                  </a:cubicBezTo>
                  <a:cubicBezTo>
                    <a:pt x="45" y="805"/>
                    <a:pt x="34" y="801"/>
                    <a:pt x="25" y="801"/>
                  </a:cubicBezTo>
                  <a:cubicBezTo>
                    <a:pt x="8" y="801"/>
                    <a:pt x="0" y="816"/>
                    <a:pt x="23" y="816"/>
                  </a:cubicBezTo>
                  <a:cubicBezTo>
                    <a:pt x="551" y="1521"/>
                    <a:pt x="1389" y="1941"/>
                    <a:pt x="2264" y="1941"/>
                  </a:cubicBezTo>
                  <a:cubicBezTo>
                    <a:pt x="2384" y="1941"/>
                    <a:pt x="2504" y="1933"/>
                    <a:pt x="2624" y="1917"/>
                  </a:cubicBezTo>
                  <a:cubicBezTo>
                    <a:pt x="3658" y="1750"/>
                    <a:pt x="4492" y="1016"/>
                    <a:pt x="4793" y="16"/>
                  </a:cubicBezTo>
                  <a:cubicBezTo>
                    <a:pt x="4815" y="16"/>
                    <a:pt x="4793" y="1"/>
                    <a:pt x="47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9">
              <a:extLst>
                <a:ext uri="{FF2B5EF4-FFF2-40B4-BE49-F238E27FC236}">
                  <a16:creationId xmlns:a16="http://schemas.microsoft.com/office/drawing/2014/main" id="{F7C37892-30EE-7B56-E4CD-B3E7658B3E31}"/>
                </a:ext>
              </a:extLst>
            </p:cNvPr>
            <p:cNvSpPr/>
            <p:nvPr/>
          </p:nvSpPr>
          <p:spPr>
            <a:xfrm>
              <a:off x="6269460" y="1219047"/>
              <a:ext cx="154645" cy="85487"/>
            </a:xfrm>
            <a:custGeom>
              <a:avLst/>
              <a:gdLst/>
              <a:ahLst/>
              <a:cxnLst/>
              <a:rect l="l" t="t" r="r" b="b"/>
              <a:pathLst>
                <a:path w="7330" h="4052" extrusionOk="0">
                  <a:moveTo>
                    <a:pt x="3226" y="1"/>
                  </a:moveTo>
                  <a:cubicBezTo>
                    <a:pt x="1759" y="1"/>
                    <a:pt x="458" y="668"/>
                    <a:pt x="24" y="1669"/>
                  </a:cubicBezTo>
                  <a:cubicBezTo>
                    <a:pt x="1" y="1692"/>
                    <a:pt x="57" y="1730"/>
                    <a:pt x="105" y="1730"/>
                  </a:cubicBezTo>
                  <a:cubicBezTo>
                    <a:pt x="127" y="1730"/>
                    <a:pt x="147" y="1723"/>
                    <a:pt x="157" y="1702"/>
                  </a:cubicBezTo>
                  <a:cubicBezTo>
                    <a:pt x="491" y="1135"/>
                    <a:pt x="1025" y="735"/>
                    <a:pt x="1625" y="501"/>
                  </a:cubicBezTo>
                  <a:cubicBezTo>
                    <a:pt x="2109" y="327"/>
                    <a:pt x="2612" y="241"/>
                    <a:pt x="3112" y="241"/>
                  </a:cubicBezTo>
                  <a:cubicBezTo>
                    <a:pt x="3956" y="241"/>
                    <a:pt x="4795" y="486"/>
                    <a:pt x="5528" y="968"/>
                  </a:cubicBezTo>
                  <a:cubicBezTo>
                    <a:pt x="6595" y="1602"/>
                    <a:pt x="7229" y="2769"/>
                    <a:pt x="7162" y="4037"/>
                  </a:cubicBezTo>
                  <a:cubicBezTo>
                    <a:pt x="7162" y="4037"/>
                    <a:pt x="7192" y="4052"/>
                    <a:pt x="7212" y="4052"/>
                  </a:cubicBezTo>
                  <a:cubicBezTo>
                    <a:pt x="7222" y="4052"/>
                    <a:pt x="7229" y="4048"/>
                    <a:pt x="7229" y="4037"/>
                  </a:cubicBezTo>
                  <a:cubicBezTo>
                    <a:pt x="7329" y="3336"/>
                    <a:pt x="7229" y="2636"/>
                    <a:pt x="6896" y="2002"/>
                  </a:cubicBezTo>
                  <a:cubicBezTo>
                    <a:pt x="6295" y="901"/>
                    <a:pt x="4827" y="34"/>
                    <a:pt x="32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9">
              <a:extLst>
                <a:ext uri="{FF2B5EF4-FFF2-40B4-BE49-F238E27FC236}">
                  <a16:creationId xmlns:a16="http://schemas.microsoft.com/office/drawing/2014/main" id="{7454EA5E-1AE1-D7B8-F3E8-AFB8CED0142B}"/>
                </a:ext>
              </a:extLst>
            </p:cNvPr>
            <p:cNvSpPr/>
            <p:nvPr/>
          </p:nvSpPr>
          <p:spPr>
            <a:xfrm>
              <a:off x="6126250" y="1242824"/>
              <a:ext cx="114876" cy="145636"/>
            </a:xfrm>
            <a:custGeom>
              <a:avLst/>
              <a:gdLst/>
              <a:ahLst/>
              <a:cxnLst/>
              <a:rect l="l" t="t" r="r" b="b"/>
              <a:pathLst>
                <a:path w="5445" h="6903" extrusionOk="0">
                  <a:moveTo>
                    <a:pt x="4173" y="1"/>
                  </a:moveTo>
                  <a:cubicBezTo>
                    <a:pt x="3482" y="1"/>
                    <a:pt x="2819" y="108"/>
                    <a:pt x="2209" y="508"/>
                  </a:cubicBezTo>
                  <a:cubicBezTo>
                    <a:pt x="1508" y="942"/>
                    <a:pt x="974" y="1609"/>
                    <a:pt x="708" y="2410"/>
                  </a:cubicBezTo>
                  <a:cubicBezTo>
                    <a:pt x="1" y="4728"/>
                    <a:pt x="1810" y="6902"/>
                    <a:pt x="4003" y="6902"/>
                  </a:cubicBezTo>
                  <a:cubicBezTo>
                    <a:pt x="4397" y="6902"/>
                    <a:pt x="4804" y="6832"/>
                    <a:pt x="5211" y="6679"/>
                  </a:cubicBezTo>
                  <a:cubicBezTo>
                    <a:pt x="5244" y="6679"/>
                    <a:pt x="5211" y="6613"/>
                    <a:pt x="5177" y="6613"/>
                  </a:cubicBezTo>
                  <a:cubicBezTo>
                    <a:pt x="4828" y="6729"/>
                    <a:pt x="4469" y="6785"/>
                    <a:pt x="4112" y="6785"/>
                  </a:cubicBezTo>
                  <a:cubicBezTo>
                    <a:pt x="3547" y="6785"/>
                    <a:pt x="2986" y="6645"/>
                    <a:pt x="2476" y="6379"/>
                  </a:cubicBezTo>
                  <a:cubicBezTo>
                    <a:pt x="1008" y="5512"/>
                    <a:pt x="407" y="3710"/>
                    <a:pt x="1041" y="2176"/>
                  </a:cubicBezTo>
                  <a:cubicBezTo>
                    <a:pt x="1341" y="1409"/>
                    <a:pt x="1908" y="808"/>
                    <a:pt x="2642" y="475"/>
                  </a:cubicBezTo>
                  <a:cubicBezTo>
                    <a:pt x="3206" y="172"/>
                    <a:pt x="3811" y="79"/>
                    <a:pt x="4422" y="79"/>
                  </a:cubicBezTo>
                  <a:cubicBezTo>
                    <a:pt x="4752" y="79"/>
                    <a:pt x="5084" y="106"/>
                    <a:pt x="5411" y="141"/>
                  </a:cubicBezTo>
                  <a:cubicBezTo>
                    <a:pt x="5444" y="141"/>
                    <a:pt x="5444" y="75"/>
                    <a:pt x="5411" y="75"/>
                  </a:cubicBezTo>
                  <a:cubicBezTo>
                    <a:pt x="4992" y="38"/>
                    <a:pt x="4578" y="1"/>
                    <a:pt x="41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9">
              <a:extLst>
                <a:ext uri="{FF2B5EF4-FFF2-40B4-BE49-F238E27FC236}">
                  <a16:creationId xmlns:a16="http://schemas.microsoft.com/office/drawing/2014/main" id="{0DE23313-236F-A76E-012D-42F4C8EB3BE8}"/>
                </a:ext>
              </a:extLst>
            </p:cNvPr>
            <p:cNvSpPr/>
            <p:nvPr/>
          </p:nvSpPr>
          <p:spPr>
            <a:xfrm>
              <a:off x="6134837" y="1231368"/>
              <a:ext cx="374417" cy="158168"/>
            </a:xfrm>
            <a:custGeom>
              <a:avLst/>
              <a:gdLst/>
              <a:ahLst/>
              <a:cxnLst/>
              <a:rect l="l" t="t" r="r" b="b"/>
              <a:pathLst>
                <a:path w="17747" h="7497" extrusionOk="0">
                  <a:moveTo>
                    <a:pt x="9648" y="0"/>
                  </a:moveTo>
                  <a:cubicBezTo>
                    <a:pt x="7897" y="0"/>
                    <a:pt x="6171" y="851"/>
                    <a:pt x="6171" y="851"/>
                  </a:cubicBezTo>
                  <a:cubicBezTo>
                    <a:pt x="6171" y="851"/>
                    <a:pt x="5293" y="367"/>
                    <a:pt x="4180" y="367"/>
                  </a:cubicBezTo>
                  <a:cubicBezTo>
                    <a:pt x="3640" y="367"/>
                    <a:pt x="3046" y="480"/>
                    <a:pt x="2469" y="818"/>
                  </a:cubicBezTo>
                  <a:cubicBezTo>
                    <a:pt x="0" y="2252"/>
                    <a:pt x="367" y="6055"/>
                    <a:pt x="2869" y="7256"/>
                  </a:cubicBezTo>
                  <a:cubicBezTo>
                    <a:pt x="3234" y="7428"/>
                    <a:pt x="3625" y="7496"/>
                    <a:pt x="4016" y="7496"/>
                  </a:cubicBezTo>
                  <a:cubicBezTo>
                    <a:pt x="5515" y="7496"/>
                    <a:pt x="7005" y="6488"/>
                    <a:pt x="7005" y="6488"/>
                  </a:cubicBezTo>
                  <a:cubicBezTo>
                    <a:pt x="7139" y="6508"/>
                    <a:pt x="7976" y="6977"/>
                    <a:pt x="8998" y="6977"/>
                  </a:cubicBezTo>
                  <a:cubicBezTo>
                    <a:pt x="9758" y="6977"/>
                    <a:pt x="10621" y="6717"/>
                    <a:pt x="11375" y="5821"/>
                  </a:cubicBezTo>
                  <a:cubicBezTo>
                    <a:pt x="11375" y="5821"/>
                    <a:pt x="12145" y="6484"/>
                    <a:pt x="13068" y="6484"/>
                  </a:cubicBezTo>
                  <a:cubicBezTo>
                    <a:pt x="13405" y="6484"/>
                    <a:pt x="13763" y="6396"/>
                    <a:pt x="14110" y="6155"/>
                  </a:cubicBezTo>
                  <a:cubicBezTo>
                    <a:pt x="14462" y="6829"/>
                    <a:pt x="15176" y="7246"/>
                    <a:pt x="15932" y="7246"/>
                  </a:cubicBezTo>
                  <a:cubicBezTo>
                    <a:pt x="16036" y="7246"/>
                    <a:pt x="16141" y="7238"/>
                    <a:pt x="16245" y="7222"/>
                  </a:cubicBezTo>
                  <a:cubicBezTo>
                    <a:pt x="16245" y="7222"/>
                    <a:pt x="17746" y="4320"/>
                    <a:pt x="16445" y="2686"/>
                  </a:cubicBezTo>
                  <a:cubicBezTo>
                    <a:pt x="15875" y="1959"/>
                    <a:pt x="14295" y="1878"/>
                    <a:pt x="13621" y="1878"/>
                  </a:cubicBezTo>
                  <a:cubicBezTo>
                    <a:pt x="13429" y="1878"/>
                    <a:pt x="13310" y="1885"/>
                    <a:pt x="13310" y="1885"/>
                  </a:cubicBezTo>
                  <a:cubicBezTo>
                    <a:pt x="12676" y="951"/>
                    <a:pt x="11675" y="317"/>
                    <a:pt x="10541" y="84"/>
                  </a:cubicBezTo>
                  <a:cubicBezTo>
                    <a:pt x="10248" y="25"/>
                    <a:pt x="9948" y="0"/>
                    <a:pt x="96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9">
              <a:extLst>
                <a:ext uri="{FF2B5EF4-FFF2-40B4-BE49-F238E27FC236}">
                  <a16:creationId xmlns:a16="http://schemas.microsoft.com/office/drawing/2014/main" id="{2A247F8D-198E-D6CD-BBFD-09144E7953BA}"/>
                </a:ext>
              </a:extLst>
            </p:cNvPr>
            <p:cNvSpPr/>
            <p:nvPr/>
          </p:nvSpPr>
          <p:spPr>
            <a:xfrm>
              <a:off x="6450118" y="1441753"/>
              <a:ext cx="86584" cy="113610"/>
            </a:xfrm>
            <a:custGeom>
              <a:avLst/>
              <a:gdLst/>
              <a:ahLst/>
              <a:cxnLst/>
              <a:rect l="l" t="t" r="r" b="b"/>
              <a:pathLst>
                <a:path w="4104" h="5385" extrusionOk="0">
                  <a:moveTo>
                    <a:pt x="2544" y="0"/>
                  </a:moveTo>
                  <a:cubicBezTo>
                    <a:pt x="1358" y="0"/>
                    <a:pt x="134" y="2421"/>
                    <a:pt x="134" y="2421"/>
                  </a:cubicBezTo>
                  <a:lnTo>
                    <a:pt x="0" y="4689"/>
                  </a:lnTo>
                  <a:cubicBezTo>
                    <a:pt x="258" y="5140"/>
                    <a:pt x="738" y="5384"/>
                    <a:pt x="1225" y="5384"/>
                  </a:cubicBezTo>
                  <a:cubicBezTo>
                    <a:pt x="1494" y="5384"/>
                    <a:pt x="1765" y="5310"/>
                    <a:pt x="2002" y="5156"/>
                  </a:cubicBezTo>
                  <a:cubicBezTo>
                    <a:pt x="3269" y="4455"/>
                    <a:pt x="4103" y="519"/>
                    <a:pt x="2836" y="52"/>
                  </a:cubicBezTo>
                  <a:cubicBezTo>
                    <a:pt x="2739" y="17"/>
                    <a:pt x="2642" y="0"/>
                    <a:pt x="2544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9">
              <a:extLst>
                <a:ext uri="{FF2B5EF4-FFF2-40B4-BE49-F238E27FC236}">
                  <a16:creationId xmlns:a16="http://schemas.microsoft.com/office/drawing/2014/main" id="{2F765820-1988-13B0-5F1F-D2874868ED88}"/>
                </a:ext>
              </a:extLst>
            </p:cNvPr>
            <p:cNvSpPr/>
            <p:nvPr/>
          </p:nvSpPr>
          <p:spPr>
            <a:xfrm>
              <a:off x="6462080" y="1466078"/>
              <a:ext cx="42955" cy="73778"/>
            </a:xfrm>
            <a:custGeom>
              <a:avLst/>
              <a:gdLst/>
              <a:ahLst/>
              <a:cxnLst/>
              <a:rect l="l" t="t" r="r" b="b"/>
              <a:pathLst>
                <a:path w="2036" h="3497" extrusionOk="0">
                  <a:moveTo>
                    <a:pt x="2035" y="0"/>
                  </a:moveTo>
                  <a:cubicBezTo>
                    <a:pt x="701" y="334"/>
                    <a:pt x="0" y="2168"/>
                    <a:pt x="234" y="3402"/>
                  </a:cubicBezTo>
                  <a:cubicBezTo>
                    <a:pt x="215" y="3461"/>
                    <a:pt x="263" y="3496"/>
                    <a:pt x="313" y="3496"/>
                  </a:cubicBezTo>
                  <a:cubicBezTo>
                    <a:pt x="349" y="3496"/>
                    <a:pt x="387" y="3478"/>
                    <a:pt x="401" y="3436"/>
                  </a:cubicBezTo>
                  <a:cubicBezTo>
                    <a:pt x="467" y="3169"/>
                    <a:pt x="601" y="2869"/>
                    <a:pt x="734" y="2602"/>
                  </a:cubicBezTo>
                  <a:cubicBezTo>
                    <a:pt x="905" y="2346"/>
                    <a:pt x="1173" y="2187"/>
                    <a:pt x="1475" y="2187"/>
                  </a:cubicBezTo>
                  <a:cubicBezTo>
                    <a:pt x="1527" y="2187"/>
                    <a:pt x="1581" y="2192"/>
                    <a:pt x="1635" y="2202"/>
                  </a:cubicBezTo>
                  <a:cubicBezTo>
                    <a:pt x="1635" y="2202"/>
                    <a:pt x="1668" y="2135"/>
                    <a:pt x="1635" y="2135"/>
                  </a:cubicBezTo>
                  <a:cubicBezTo>
                    <a:pt x="1514" y="2064"/>
                    <a:pt x="1380" y="2030"/>
                    <a:pt x="1247" y="2030"/>
                  </a:cubicBezTo>
                  <a:cubicBezTo>
                    <a:pt x="942" y="2030"/>
                    <a:pt x="640" y="2210"/>
                    <a:pt x="501" y="2535"/>
                  </a:cubicBezTo>
                  <a:cubicBezTo>
                    <a:pt x="734" y="1534"/>
                    <a:pt x="1101" y="567"/>
                    <a:pt x="2035" y="33"/>
                  </a:cubicBezTo>
                  <a:cubicBezTo>
                    <a:pt x="2035" y="33"/>
                    <a:pt x="2035" y="0"/>
                    <a:pt x="20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9">
              <a:extLst>
                <a:ext uri="{FF2B5EF4-FFF2-40B4-BE49-F238E27FC236}">
                  <a16:creationId xmlns:a16="http://schemas.microsoft.com/office/drawing/2014/main" id="{F037250F-0BC5-2867-FE75-444B9B7E77D8}"/>
                </a:ext>
              </a:extLst>
            </p:cNvPr>
            <p:cNvSpPr/>
            <p:nvPr/>
          </p:nvSpPr>
          <p:spPr>
            <a:xfrm>
              <a:off x="6383956" y="1530805"/>
              <a:ext cx="103483" cy="81668"/>
            </a:xfrm>
            <a:custGeom>
              <a:avLst/>
              <a:gdLst/>
              <a:ahLst/>
              <a:cxnLst/>
              <a:rect l="l" t="t" r="r" b="b"/>
              <a:pathLst>
                <a:path w="4905" h="3871" extrusionOk="0">
                  <a:moveTo>
                    <a:pt x="4504" y="1"/>
                  </a:moveTo>
                  <a:lnTo>
                    <a:pt x="2469" y="2403"/>
                  </a:lnTo>
                  <a:lnTo>
                    <a:pt x="1" y="3403"/>
                  </a:lnTo>
                  <a:lnTo>
                    <a:pt x="168" y="3870"/>
                  </a:lnTo>
                  <a:lnTo>
                    <a:pt x="2769" y="2836"/>
                  </a:lnTo>
                  <a:lnTo>
                    <a:pt x="4904" y="334"/>
                  </a:lnTo>
                  <a:lnTo>
                    <a:pt x="4504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9">
              <a:extLst>
                <a:ext uri="{FF2B5EF4-FFF2-40B4-BE49-F238E27FC236}">
                  <a16:creationId xmlns:a16="http://schemas.microsoft.com/office/drawing/2014/main" id="{4CDF4564-8772-38FE-A51A-11F2C019A488}"/>
                </a:ext>
              </a:extLst>
            </p:cNvPr>
            <p:cNvSpPr/>
            <p:nvPr/>
          </p:nvSpPr>
          <p:spPr>
            <a:xfrm>
              <a:off x="6347563" y="1594920"/>
              <a:ext cx="50085" cy="33250"/>
            </a:xfrm>
            <a:custGeom>
              <a:avLst/>
              <a:gdLst/>
              <a:ahLst/>
              <a:cxnLst/>
              <a:rect l="l" t="t" r="r" b="b"/>
              <a:pathLst>
                <a:path w="2374" h="1576" extrusionOk="0">
                  <a:moveTo>
                    <a:pt x="1324" y="1"/>
                  </a:moveTo>
                  <a:cubicBezTo>
                    <a:pt x="695" y="1"/>
                    <a:pt x="1" y="353"/>
                    <a:pt x="225" y="1065"/>
                  </a:cubicBezTo>
                  <a:cubicBezTo>
                    <a:pt x="333" y="1432"/>
                    <a:pt x="605" y="1575"/>
                    <a:pt x="915" y="1575"/>
                  </a:cubicBezTo>
                  <a:cubicBezTo>
                    <a:pt x="1562" y="1575"/>
                    <a:pt x="2373" y="950"/>
                    <a:pt x="2193" y="431"/>
                  </a:cubicBezTo>
                  <a:cubicBezTo>
                    <a:pt x="2102" y="145"/>
                    <a:pt x="1726" y="1"/>
                    <a:pt x="132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9">
              <a:extLst>
                <a:ext uri="{FF2B5EF4-FFF2-40B4-BE49-F238E27FC236}">
                  <a16:creationId xmlns:a16="http://schemas.microsoft.com/office/drawing/2014/main" id="{B113D74F-20B0-D466-F891-AF35D3093458}"/>
                </a:ext>
              </a:extLst>
            </p:cNvPr>
            <p:cNvSpPr/>
            <p:nvPr/>
          </p:nvSpPr>
          <p:spPr>
            <a:xfrm>
              <a:off x="6265029" y="1225651"/>
              <a:ext cx="254077" cy="217220"/>
            </a:xfrm>
            <a:custGeom>
              <a:avLst/>
              <a:gdLst/>
              <a:ahLst/>
              <a:cxnLst/>
              <a:rect l="l" t="t" r="r" b="b"/>
              <a:pathLst>
                <a:path w="12043" h="10296" extrusionOk="0">
                  <a:moveTo>
                    <a:pt x="3805" y="1"/>
                  </a:moveTo>
                  <a:cubicBezTo>
                    <a:pt x="2492" y="1"/>
                    <a:pt x="1171" y="328"/>
                    <a:pt x="0" y="1122"/>
                  </a:cubicBezTo>
                  <a:cubicBezTo>
                    <a:pt x="0" y="1122"/>
                    <a:pt x="756" y="1007"/>
                    <a:pt x="1863" y="1007"/>
                  </a:cubicBezTo>
                  <a:cubicBezTo>
                    <a:pt x="3963" y="1007"/>
                    <a:pt x="7329" y="1421"/>
                    <a:pt x="9207" y="3824"/>
                  </a:cubicBezTo>
                  <a:cubicBezTo>
                    <a:pt x="10408" y="5358"/>
                    <a:pt x="10241" y="10295"/>
                    <a:pt x="10241" y="10295"/>
                  </a:cubicBezTo>
                  <a:lnTo>
                    <a:pt x="11642" y="10195"/>
                  </a:lnTo>
                  <a:cubicBezTo>
                    <a:pt x="11642" y="10195"/>
                    <a:pt x="12042" y="6026"/>
                    <a:pt x="10875" y="3657"/>
                  </a:cubicBezTo>
                  <a:cubicBezTo>
                    <a:pt x="9961" y="1829"/>
                    <a:pt x="6906" y="1"/>
                    <a:pt x="3805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9">
              <a:extLst>
                <a:ext uri="{FF2B5EF4-FFF2-40B4-BE49-F238E27FC236}">
                  <a16:creationId xmlns:a16="http://schemas.microsoft.com/office/drawing/2014/main" id="{84C04D26-8904-4AFC-FCC2-0843FDE0CBB6}"/>
                </a:ext>
              </a:extLst>
            </p:cNvPr>
            <p:cNvSpPr/>
            <p:nvPr/>
          </p:nvSpPr>
          <p:spPr>
            <a:xfrm>
              <a:off x="6424780" y="1404094"/>
              <a:ext cx="147113" cy="164075"/>
            </a:xfrm>
            <a:custGeom>
              <a:avLst/>
              <a:gdLst/>
              <a:ahLst/>
              <a:cxnLst/>
              <a:rect l="l" t="t" r="r" b="b"/>
              <a:pathLst>
                <a:path w="6973" h="7777" extrusionOk="0">
                  <a:moveTo>
                    <a:pt x="3528" y="1"/>
                  </a:moveTo>
                  <a:cubicBezTo>
                    <a:pt x="1676" y="1"/>
                    <a:pt x="166" y="1678"/>
                    <a:pt x="101" y="3772"/>
                  </a:cubicBezTo>
                  <a:cubicBezTo>
                    <a:pt x="1" y="5907"/>
                    <a:pt x="1468" y="7708"/>
                    <a:pt x="3336" y="7775"/>
                  </a:cubicBezTo>
                  <a:cubicBezTo>
                    <a:pt x="3372" y="7776"/>
                    <a:pt x="3408" y="7777"/>
                    <a:pt x="3444" y="7777"/>
                  </a:cubicBezTo>
                  <a:cubicBezTo>
                    <a:pt x="5297" y="7777"/>
                    <a:pt x="6807" y="6100"/>
                    <a:pt x="6872" y="4005"/>
                  </a:cubicBezTo>
                  <a:cubicBezTo>
                    <a:pt x="6972" y="1871"/>
                    <a:pt x="5504" y="69"/>
                    <a:pt x="3636" y="3"/>
                  </a:cubicBezTo>
                  <a:cubicBezTo>
                    <a:pt x="3600" y="1"/>
                    <a:pt x="3564" y="1"/>
                    <a:pt x="3528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9">
              <a:extLst>
                <a:ext uri="{FF2B5EF4-FFF2-40B4-BE49-F238E27FC236}">
                  <a16:creationId xmlns:a16="http://schemas.microsoft.com/office/drawing/2014/main" id="{52602889-C54B-A570-66AA-7AAEE69B04B6}"/>
                </a:ext>
              </a:extLst>
            </p:cNvPr>
            <p:cNvSpPr/>
            <p:nvPr/>
          </p:nvSpPr>
          <p:spPr>
            <a:xfrm>
              <a:off x="6445898" y="1410423"/>
              <a:ext cx="131627" cy="147197"/>
            </a:xfrm>
            <a:custGeom>
              <a:avLst/>
              <a:gdLst/>
              <a:ahLst/>
              <a:cxnLst/>
              <a:rect l="l" t="t" r="r" b="b"/>
              <a:pathLst>
                <a:path w="6239" h="6977" extrusionOk="0">
                  <a:moveTo>
                    <a:pt x="3164" y="1"/>
                  </a:moveTo>
                  <a:cubicBezTo>
                    <a:pt x="1540" y="1"/>
                    <a:pt x="132" y="1510"/>
                    <a:pt x="67" y="3372"/>
                  </a:cubicBezTo>
                  <a:cubicBezTo>
                    <a:pt x="0" y="5307"/>
                    <a:pt x="1335" y="6908"/>
                    <a:pt x="3002" y="6974"/>
                  </a:cubicBezTo>
                  <a:cubicBezTo>
                    <a:pt x="3038" y="6976"/>
                    <a:pt x="3074" y="6977"/>
                    <a:pt x="3109" y="6977"/>
                  </a:cubicBezTo>
                  <a:cubicBezTo>
                    <a:pt x="4731" y="6977"/>
                    <a:pt x="6106" y="5499"/>
                    <a:pt x="6171" y="3605"/>
                  </a:cubicBezTo>
                  <a:cubicBezTo>
                    <a:pt x="6238" y="1671"/>
                    <a:pt x="4937" y="70"/>
                    <a:pt x="3269" y="3"/>
                  </a:cubicBezTo>
                  <a:cubicBezTo>
                    <a:pt x="3234" y="1"/>
                    <a:pt x="3199" y="1"/>
                    <a:pt x="3164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9">
              <a:extLst>
                <a:ext uri="{FF2B5EF4-FFF2-40B4-BE49-F238E27FC236}">
                  <a16:creationId xmlns:a16="http://schemas.microsoft.com/office/drawing/2014/main" id="{56861B20-B99B-2255-8C6B-A75D1CEC3512}"/>
                </a:ext>
              </a:extLst>
            </p:cNvPr>
            <p:cNvSpPr/>
            <p:nvPr/>
          </p:nvSpPr>
          <p:spPr>
            <a:xfrm>
              <a:off x="6293891" y="1726105"/>
              <a:ext cx="207620" cy="127534"/>
            </a:xfrm>
            <a:custGeom>
              <a:avLst/>
              <a:gdLst/>
              <a:ahLst/>
              <a:cxnLst/>
              <a:rect l="l" t="t" r="r" b="b"/>
              <a:pathLst>
                <a:path w="9841" h="6045" extrusionOk="0">
                  <a:moveTo>
                    <a:pt x="584" y="1"/>
                  </a:moveTo>
                  <a:cubicBezTo>
                    <a:pt x="559" y="1"/>
                    <a:pt x="534" y="17"/>
                    <a:pt x="534" y="51"/>
                  </a:cubicBezTo>
                  <a:cubicBezTo>
                    <a:pt x="267" y="2052"/>
                    <a:pt x="0" y="5121"/>
                    <a:pt x="1835" y="5788"/>
                  </a:cubicBezTo>
                  <a:cubicBezTo>
                    <a:pt x="2305" y="5965"/>
                    <a:pt x="2771" y="6044"/>
                    <a:pt x="3227" y="6044"/>
                  </a:cubicBezTo>
                  <a:cubicBezTo>
                    <a:pt x="4748" y="6044"/>
                    <a:pt x="6161" y="5164"/>
                    <a:pt x="7239" y="4087"/>
                  </a:cubicBezTo>
                  <a:cubicBezTo>
                    <a:pt x="8239" y="3119"/>
                    <a:pt x="9107" y="2052"/>
                    <a:pt x="9840" y="884"/>
                  </a:cubicBezTo>
                  <a:cubicBezTo>
                    <a:pt x="9840" y="861"/>
                    <a:pt x="9824" y="837"/>
                    <a:pt x="9814" y="837"/>
                  </a:cubicBezTo>
                  <a:cubicBezTo>
                    <a:pt x="9810" y="837"/>
                    <a:pt x="9807" y="841"/>
                    <a:pt x="9807" y="851"/>
                  </a:cubicBezTo>
                  <a:cubicBezTo>
                    <a:pt x="8940" y="1885"/>
                    <a:pt x="8039" y="2919"/>
                    <a:pt x="7072" y="3887"/>
                  </a:cubicBezTo>
                  <a:cubicBezTo>
                    <a:pt x="6138" y="4754"/>
                    <a:pt x="4970" y="5554"/>
                    <a:pt x="3736" y="5688"/>
                  </a:cubicBezTo>
                  <a:cubicBezTo>
                    <a:pt x="3575" y="5701"/>
                    <a:pt x="3414" y="5708"/>
                    <a:pt x="3255" y="5708"/>
                  </a:cubicBezTo>
                  <a:cubicBezTo>
                    <a:pt x="2167" y="5708"/>
                    <a:pt x="1175" y="5363"/>
                    <a:pt x="767" y="4053"/>
                  </a:cubicBezTo>
                  <a:cubicBezTo>
                    <a:pt x="400" y="2853"/>
                    <a:pt x="434" y="1585"/>
                    <a:pt x="634" y="51"/>
                  </a:cubicBezTo>
                  <a:cubicBezTo>
                    <a:pt x="634" y="17"/>
                    <a:pt x="609" y="1"/>
                    <a:pt x="5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9">
              <a:extLst>
                <a:ext uri="{FF2B5EF4-FFF2-40B4-BE49-F238E27FC236}">
                  <a16:creationId xmlns:a16="http://schemas.microsoft.com/office/drawing/2014/main" id="{CADF14FF-4BCE-CE69-7CDA-6240DCE23FC8}"/>
                </a:ext>
              </a:extLst>
            </p:cNvPr>
            <p:cNvSpPr/>
            <p:nvPr/>
          </p:nvSpPr>
          <p:spPr>
            <a:xfrm>
              <a:off x="5938482" y="2706780"/>
              <a:ext cx="782591" cy="35212"/>
            </a:xfrm>
            <a:custGeom>
              <a:avLst/>
              <a:gdLst/>
              <a:ahLst/>
              <a:cxnLst/>
              <a:rect l="l" t="t" r="r" b="b"/>
              <a:pathLst>
                <a:path w="37094" h="1669" extrusionOk="0">
                  <a:moveTo>
                    <a:pt x="1" y="1"/>
                  </a:moveTo>
                  <a:lnTo>
                    <a:pt x="1" y="1669"/>
                  </a:lnTo>
                  <a:lnTo>
                    <a:pt x="37094" y="1669"/>
                  </a:lnTo>
                  <a:lnTo>
                    <a:pt x="37094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9">
              <a:extLst>
                <a:ext uri="{FF2B5EF4-FFF2-40B4-BE49-F238E27FC236}">
                  <a16:creationId xmlns:a16="http://schemas.microsoft.com/office/drawing/2014/main" id="{E46C3EBB-5DE1-F55E-9B38-9043EB1431D4}"/>
                </a:ext>
              </a:extLst>
            </p:cNvPr>
            <p:cNvSpPr/>
            <p:nvPr/>
          </p:nvSpPr>
          <p:spPr>
            <a:xfrm>
              <a:off x="5939200" y="2706780"/>
              <a:ext cx="641132" cy="35212"/>
            </a:xfrm>
            <a:custGeom>
              <a:avLst/>
              <a:gdLst/>
              <a:ahLst/>
              <a:cxnLst/>
              <a:rect l="l" t="t" r="r" b="b"/>
              <a:pathLst>
                <a:path w="30389" h="1669" extrusionOk="0">
                  <a:moveTo>
                    <a:pt x="0" y="1"/>
                  </a:moveTo>
                  <a:lnTo>
                    <a:pt x="0" y="1669"/>
                  </a:lnTo>
                  <a:lnTo>
                    <a:pt x="30388" y="1669"/>
                  </a:lnTo>
                  <a:lnTo>
                    <a:pt x="29121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9">
              <a:extLst>
                <a:ext uri="{FF2B5EF4-FFF2-40B4-BE49-F238E27FC236}">
                  <a16:creationId xmlns:a16="http://schemas.microsoft.com/office/drawing/2014/main" id="{46775B53-594B-A35B-ED00-079B56967A48}"/>
                </a:ext>
              </a:extLst>
            </p:cNvPr>
            <p:cNvSpPr/>
            <p:nvPr/>
          </p:nvSpPr>
          <p:spPr>
            <a:xfrm>
              <a:off x="5694279" y="2224006"/>
              <a:ext cx="826241" cy="517986"/>
            </a:xfrm>
            <a:custGeom>
              <a:avLst/>
              <a:gdLst/>
              <a:ahLst/>
              <a:cxnLst/>
              <a:rect l="l" t="t" r="r" b="b"/>
              <a:pathLst>
                <a:path w="39163" h="24552" extrusionOk="0">
                  <a:moveTo>
                    <a:pt x="1" y="1"/>
                  </a:moveTo>
                  <a:lnTo>
                    <a:pt x="3003" y="24552"/>
                  </a:lnTo>
                  <a:lnTo>
                    <a:pt x="39162" y="24552"/>
                  </a:lnTo>
                  <a:lnTo>
                    <a:pt x="3616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9">
              <a:extLst>
                <a:ext uri="{FF2B5EF4-FFF2-40B4-BE49-F238E27FC236}">
                  <a16:creationId xmlns:a16="http://schemas.microsoft.com/office/drawing/2014/main" id="{CB525083-7C73-4660-B171-EEABA87E2126}"/>
                </a:ext>
              </a:extLst>
            </p:cNvPr>
            <p:cNvSpPr/>
            <p:nvPr/>
          </p:nvSpPr>
          <p:spPr>
            <a:xfrm>
              <a:off x="6060236" y="2436542"/>
              <a:ext cx="94327" cy="92913"/>
            </a:xfrm>
            <a:custGeom>
              <a:avLst/>
              <a:gdLst/>
              <a:ahLst/>
              <a:cxnLst/>
              <a:rect l="l" t="t" r="r" b="b"/>
              <a:pathLst>
                <a:path w="4471" h="4404" extrusionOk="0">
                  <a:moveTo>
                    <a:pt x="2202" y="1"/>
                  </a:moveTo>
                  <a:cubicBezTo>
                    <a:pt x="968" y="1"/>
                    <a:pt x="1" y="1001"/>
                    <a:pt x="34" y="2202"/>
                  </a:cubicBezTo>
                  <a:cubicBezTo>
                    <a:pt x="67" y="3436"/>
                    <a:pt x="1035" y="4404"/>
                    <a:pt x="2269" y="4404"/>
                  </a:cubicBezTo>
                  <a:cubicBezTo>
                    <a:pt x="3470" y="4404"/>
                    <a:pt x="4470" y="3403"/>
                    <a:pt x="4437" y="2202"/>
                  </a:cubicBezTo>
                  <a:cubicBezTo>
                    <a:pt x="4404" y="968"/>
                    <a:pt x="3403" y="1"/>
                    <a:pt x="22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9">
              <a:extLst>
                <a:ext uri="{FF2B5EF4-FFF2-40B4-BE49-F238E27FC236}">
                  <a16:creationId xmlns:a16="http://schemas.microsoft.com/office/drawing/2014/main" id="{2FC5F55F-5200-3BF8-02E8-77E66134521A}"/>
                </a:ext>
              </a:extLst>
            </p:cNvPr>
            <p:cNvSpPr/>
            <p:nvPr/>
          </p:nvSpPr>
          <p:spPr>
            <a:xfrm>
              <a:off x="7459296" y="2810242"/>
              <a:ext cx="815672" cy="104876"/>
            </a:xfrm>
            <a:custGeom>
              <a:avLst/>
              <a:gdLst/>
              <a:ahLst/>
              <a:cxnLst/>
              <a:rect l="l" t="t" r="r" b="b"/>
              <a:pathLst>
                <a:path w="38662" h="4971" extrusionOk="0">
                  <a:moveTo>
                    <a:pt x="1" y="0"/>
                  </a:moveTo>
                  <a:lnTo>
                    <a:pt x="1" y="4971"/>
                  </a:lnTo>
                  <a:lnTo>
                    <a:pt x="38662" y="4971"/>
                  </a:lnTo>
                  <a:lnTo>
                    <a:pt x="38662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9">
              <a:extLst>
                <a:ext uri="{FF2B5EF4-FFF2-40B4-BE49-F238E27FC236}">
                  <a16:creationId xmlns:a16="http://schemas.microsoft.com/office/drawing/2014/main" id="{8F94684E-4FA0-554C-B0C5-53CAEAEC518E}"/>
                </a:ext>
              </a:extLst>
            </p:cNvPr>
            <p:cNvSpPr/>
            <p:nvPr/>
          </p:nvSpPr>
          <p:spPr>
            <a:xfrm>
              <a:off x="7481807" y="2915096"/>
              <a:ext cx="769932" cy="32385"/>
            </a:xfrm>
            <a:custGeom>
              <a:avLst/>
              <a:gdLst/>
              <a:ahLst/>
              <a:cxnLst/>
              <a:rect l="l" t="t" r="r" b="b"/>
              <a:pathLst>
                <a:path w="36494" h="1535" extrusionOk="0">
                  <a:moveTo>
                    <a:pt x="1" y="1"/>
                  </a:moveTo>
                  <a:lnTo>
                    <a:pt x="1" y="1535"/>
                  </a:lnTo>
                  <a:lnTo>
                    <a:pt x="36494" y="1535"/>
                  </a:lnTo>
                  <a:lnTo>
                    <a:pt x="36494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9">
              <a:extLst>
                <a:ext uri="{FF2B5EF4-FFF2-40B4-BE49-F238E27FC236}">
                  <a16:creationId xmlns:a16="http://schemas.microsoft.com/office/drawing/2014/main" id="{75526EBA-F1E4-508C-F5F5-B67DDF69C26E}"/>
                </a:ext>
              </a:extLst>
            </p:cNvPr>
            <p:cNvSpPr/>
            <p:nvPr/>
          </p:nvSpPr>
          <p:spPr>
            <a:xfrm>
              <a:off x="7592315" y="3709628"/>
              <a:ext cx="549632" cy="32406"/>
            </a:xfrm>
            <a:custGeom>
              <a:avLst/>
              <a:gdLst/>
              <a:ahLst/>
              <a:cxnLst/>
              <a:rect l="l" t="t" r="r" b="b"/>
              <a:pathLst>
                <a:path w="26052" h="1536" extrusionOk="0">
                  <a:moveTo>
                    <a:pt x="0" y="1"/>
                  </a:moveTo>
                  <a:lnTo>
                    <a:pt x="0" y="1535"/>
                  </a:lnTo>
                  <a:lnTo>
                    <a:pt x="26052" y="1535"/>
                  </a:lnTo>
                  <a:lnTo>
                    <a:pt x="2605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9">
              <a:extLst>
                <a:ext uri="{FF2B5EF4-FFF2-40B4-BE49-F238E27FC236}">
                  <a16:creationId xmlns:a16="http://schemas.microsoft.com/office/drawing/2014/main" id="{8A6D2C37-9D39-F30F-F046-902DA646A775}"/>
                </a:ext>
              </a:extLst>
            </p:cNvPr>
            <p:cNvSpPr/>
            <p:nvPr/>
          </p:nvSpPr>
          <p:spPr>
            <a:xfrm>
              <a:off x="7533896" y="2947460"/>
              <a:ext cx="110509" cy="1242158"/>
            </a:xfrm>
            <a:custGeom>
              <a:avLst/>
              <a:gdLst/>
              <a:ahLst/>
              <a:cxnLst/>
              <a:rect l="l" t="t" r="r" b="b"/>
              <a:pathLst>
                <a:path w="5238" h="58877" extrusionOk="0">
                  <a:moveTo>
                    <a:pt x="0" y="1"/>
                  </a:moveTo>
                  <a:lnTo>
                    <a:pt x="0" y="58876"/>
                  </a:lnTo>
                  <a:lnTo>
                    <a:pt x="1902" y="58876"/>
                  </a:lnTo>
                  <a:lnTo>
                    <a:pt x="523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9">
              <a:extLst>
                <a:ext uri="{FF2B5EF4-FFF2-40B4-BE49-F238E27FC236}">
                  <a16:creationId xmlns:a16="http://schemas.microsoft.com/office/drawing/2014/main" id="{AEEAA511-D5CA-141D-61A1-7468AFF98B18}"/>
                </a:ext>
              </a:extLst>
            </p:cNvPr>
            <p:cNvSpPr/>
            <p:nvPr/>
          </p:nvSpPr>
          <p:spPr>
            <a:xfrm>
              <a:off x="7533896" y="2947460"/>
              <a:ext cx="110509" cy="73229"/>
            </a:xfrm>
            <a:custGeom>
              <a:avLst/>
              <a:gdLst/>
              <a:ahLst/>
              <a:cxnLst/>
              <a:rect l="l" t="t" r="r" b="b"/>
              <a:pathLst>
                <a:path w="5238" h="3471" extrusionOk="0">
                  <a:moveTo>
                    <a:pt x="0" y="1"/>
                  </a:moveTo>
                  <a:lnTo>
                    <a:pt x="0" y="3470"/>
                  </a:lnTo>
                  <a:lnTo>
                    <a:pt x="5071" y="3470"/>
                  </a:lnTo>
                  <a:lnTo>
                    <a:pt x="523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9">
              <a:extLst>
                <a:ext uri="{FF2B5EF4-FFF2-40B4-BE49-F238E27FC236}">
                  <a16:creationId xmlns:a16="http://schemas.microsoft.com/office/drawing/2014/main" id="{6D529CC4-6302-AE44-7DC3-87D58109D24A}"/>
                </a:ext>
              </a:extLst>
            </p:cNvPr>
            <p:cNvSpPr/>
            <p:nvPr/>
          </p:nvSpPr>
          <p:spPr>
            <a:xfrm>
              <a:off x="8089161" y="2947460"/>
              <a:ext cx="111205" cy="1242158"/>
            </a:xfrm>
            <a:custGeom>
              <a:avLst/>
              <a:gdLst/>
              <a:ahLst/>
              <a:cxnLst/>
              <a:rect l="l" t="t" r="r" b="b"/>
              <a:pathLst>
                <a:path w="5271" h="58877" extrusionOk="0">
                  <a:moveTo>
                    <a:pt x="0" y="1"/>
                  </a:moveTo>
                  <a:lnTo>
                    <a:pt x="3336" y="58876"/>
                  </a:lnTo>
                  <a:lnTo>
                    <a:pt x="5271" y="58876"/>
                  </a:lnTo>
                  <a:lnTo>
                    <a:pt x="527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9">
              <a:extLst>
                <a:ext uri="{FF2B5EF4-FFF2-40B4-BE49-F238E27FC236}">
                  <a16:creationId xmlns:a16="http://schemas.microsoft.com/office/drawing/2014/main" id="{34CFB0BE-E900-4083-F0BD-E93A82FD342A}"/>
                </a:ext>
              </a:extLst>
            </p:cNvPr>
            <p:cNvSpPr/>
            <p:nvPr/>
          </p:nvSpPr>
          <p:spPr>
            <a:xfrm>
              <a:off x="8089161" y="2947460"/>
              <a:ext cx="111205" cy="73229"/>
            </a:xfrm>
            <a:custGeom>
              <a:avLst/>
              <a:gdLst/>
              <a:ahLst/>
              <a:cxnLst/>
              <a:rect l="l" t="t" r="r" b="b"/>
              <a:pathLst>
                <a:path w="5271" h="3471" extrusionOk="0">
                  <a:moveTo>
                    <a:pt x="0" y="1"/>
                  </a:moveTo>
                  <a:lnTo>
                    <a:pt x="200" y="3470"/>
                  </a:lnTo>
                  <a:lnTo>
                    <a:pt x="5271" y="3470"/>
                  </a:lnTo>
                  <a:lnTo>
                    <a:pt x="527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9">
              <a:extLst>
                <a:ext uri="{FF2B5EF4-FFF2-40B4-BE49-F238E27FC236}">
                  <a16:creationId xmlns:a16="http://schemas.microsoft.com/office/drawing/2014/main" id="{5585CB8E-FC03-E436-A660-4C321DC7352E}"/>
                </a:ext>
              </a:extLst>
            </p:cNvPr>
            <p:cNvSpPr/>
            <p:nvPr/>
          </p:nvSpPr>
          <p:spPr>
            <a:xfrm>
              <a:off x="7481807" y="2549857"/>
              <a:ext cx="629191" cy="106985"/>
            </a:xfrm>
            <a:custGeom>
              <a:avLst/>
              <a:gdLst/>
              <a:ahLst/>
              <a:cxnLst/>
              <a:rect l="l" t="t" r="r" b="b"/>
              <a:pathLst>
                <a:path w="29823" h="5071" extrusionOk="0">
                  <a:moveTo>
                    <a:pt x="1" y="0"/>
                  </a:moveTo>
                  <a:lnTo>
                    <a:pt x="1" y="5070"/>
                  </a:lnTo>
                  <a:lnTo>
                    <a:pt x="29822" y="5070"/>
                  </a:lnTo>
                  <a:lnTo>
                    <a:pt x="29822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9">
              <a:extLst>
                <a:ext uri="{FF2B5EF4-FFF2-40B4-BE49-F238E27FC236}">
                  <a16:creationId xmlns:a16="http://schemas.microsoft.com/office/drawing/2014/main" id="{69A2CDA1-46F2-4C72-3E45-3A993F3374A7}"/>
                </a:ext>
              </a:extLst>
            </p:cNvPr>
            <p:cNvSpPr/>
            <p:nvPr/>
          </p:nvSpPr>
          <p:spPr>
            <a:xfrm>
              <a:off x="8003295" y="2549857"/>
              <a:ext cx="58440" cy="106985"/>
            </a:xfrm>
            <a:custGeom>
              <a:avLst/>
              <a:gdLst/>
              <a:ahLst/>
              <a:cxnLst/>
              <a:rect l="l" t="t" r="r" b="b"/>
              <a:pathLst>
                <a:path w="2770" h="5071" extrusionOk="0">
                  <a:moveTo>
                    <a:pt x="1" y="0"/>
                  </a:moveTo>
                  <a:lnTo>
                    <a:pt x="1" y="5070"/>
                  </a:lnTo>
                  <a:lnTo>
                    <a:pt x="2769" y="5070"/>
                  </a:lnTo>
                  <a:lnTo>
                    <a:pt x="276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9">
              <a:extLst>
                <a:ext uri="{FF2B5EF4-FFF2-40B4-BE49-F238E27FC236}">
                  <a16:creationId xmlns:a16="http://schemas.microsoft.com/office/drawing/2014/main" id="{B24B9990-82FF-8E1F-4C3F-A88D47C6CA03}"/>
                </a:ext>
              </a:extLst>
            </p:cNvPr>
            <p:cNvSpPr/>
            <p:nvPr/>
          </p:nvSpPr>
          <p:spPr>
            <a:xfrm>
              <a:off x="7531069" y="2549857"/>
              <a:ext cx="59136" cy="106985"/>
            </a:xfrm>
            <a:custGeom>
              <a:avLst/>
              <a:gdLst/>
              <a:ahLst/>
              <a:cxnLst/>
              <a:rect l="l" t="t" r="r" b="b"/>
              <a:pathLst>
                <a:path w="2803" h="5071" extrusionOk="0">
                  <a:moveTo>
                    <a:pt x="1" y="0"/>
                  </a:moveTo>
                  <a:lnTo>
                    <a:pt x="1" y="5070"/>
                  </a:lnTo>
                  <a:lnTo>
                    <a:pt x="2803" y="5070"/>
                  </a:lnTo>
                  <a:lnTo>
                    <a:pt x="280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9">
              <a:extLst>
                <a:ext uri="{FF2B5EF4-FFF2-40B4-BE49-F238E27FC236}">
                  <a16:creationId xmlns:a16="http://schemas.microsoft.com/office/drawing/2014/main" id="{AA4FB1FF-2752-1C51-46AF-94B776BB1FE3}"/>
                </a:ext>
              </a:extLst>
            </p:cNvPr>
            <p:cNvSpPr/>
            <p:nvPr/>
          </p:nvSpPr>
          <p:spPr>
            <a:xfrm>
              <a:off x="7514191" y="2656821"/>
              <a:ext cx="689698" cy="153442"/>
            </a:xfrm>
            <a:custGeom>
              <a:avLst/>
              <a:gdLst/>
              <a:ahLst/>
              <a:cxnLst/>
              <a:rect l="l" t="t" r="r" b="b"/>
              <a:pathLst>
                <a:path w="32691" h="7273" extrusionOk="0">
                  <a:moveTo>
                    <a:pt x="0" y="0"/>
                  </a:moveTo>
                  <a:lnTo>
                    <a:pt x="0" y="7272"/>
                  </a:lnTo>
                  <a:lnTo>
                    <a:pt x="32690" y="7272"/>
                  </a:lnTo>
                  <a:lnTo>
                    <a:pt x="3269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9">
              <a:extLst>
                <a:ext uri="{FF2B5EF4-FFF2-40B4-BE49-F238E27FC236}">
                  <a16:creationId xmlns:a16="http://schemas.microsoft.com/office/drawing/2014/main" id="{41D1CDD6-1ED3-3852-3673-8604020AA8C3}"/>
                </a:ext>
              </a:extLst>
            </p:cNvPr>
            <p:cNvSpPr/>
            <p:nvPr/>
          </p:nvSpPr>
          <p:spPr>
            <a:xfrm>
              <a:off x="7884368" y="2673003"/>
              <a:ext cx="319522" cy="121079"/>
            </a:xfrm>
            <a:custGeom>
              <a:avLst/>
              <a:gdLst/>
              <a:ahLst/>
              <a:cxnLst/>
              <a:rect l="l" t="t" r="r" b="b"/>
              <a:pathLst>
                <a:path w="15145" h="5739" extrusionOk="0">
                  <a:moveTo>
                    <a:pt x="0" y="1"/>
                  </a:moveTo>
                  <a:lnTo>
                    <a:pt x="0" y="5738"/>
                  </a:lnTo>
                  <a:lnTo>
                    <a:pt x="15144" y="5738"/>
                  </a:lnTo>
                  <a:lnTo>
                    <a:pt x="15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9">
              <a:extLst>
                <a:ext uri="{FF2B5EF4-FFF2-40B4-BE49-F238E27FC236}">
                  <a16:creationId xmlns:a16="http://schemas.microsoft.com/office/drawing/2014/main" id="{4A902871-4F55-D67F-AF5C-9FE40837E976}"/>
                </a:ext>
              </a:extLst>
            </p:cNvPr>
            <p:cNvSpPr/>
            <p:nvPr/>
          </p:nvSpPr>
          <p:spPr>
            <a:xfrm>
              <a:off x="7884368" y="2695535"/>
              <a:ext cx="319522" cy="4937"/>
            </a:xfrm>
            <a:custGeom>
              <a:avLst/>
              <a:gdLst/>
              <a:ahLst/>
              <a:cxnLst/>
              <a:rect l="l" t="t" r="r" b="b"/>
              <a:pathLst>
                <a:path w="15145" h="234" extrusionOk="0">
                  <a:moveTo>
                    <a:pt x="7572" y="0"/>
                  </a:moveTo>
                  <a:lnTo>
                    <a:pt x="6105" y="33"/>
                  </a:lnTo>
                  <a:cubicBezTo>
                    <a:pt x="4070" y="33"/>
                    <a:pt x="2035" y="67"/>
                    <a:pt x="0" y="100"/>
                  </a:cubicBezTo>
                  <a:cubicBezTo>
                    <a:pt x="2035" y="167"/>
                    <a:pt x="4070" y="167"/>
                    <a:pt x="6105" y="200"/>
                  </a:cubicBezTo>
                  <a:lnTo>
                    <a:pt x="7572" y="234"/>
                  </a:lnTo>
                  <a:cubicBezTo>
                    <a:pt x="7572" y="234"/>
                    <a:pt x="13110" y="134"/>
                    <a:pt x="15144" y="100"/>
                  </a:cubicBezTo>
                  <a:cubicBezTo>
                    <a:pt x="13110" y="67"/>
                    <a:pt x="7572" y="0"/>
                    <a:pt x="7572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9">
              <a:extLst>
                <a:ext uri="{FF2B5EF4-FFF2-40B4-BE49-F238E27FC236}">
                  <a16:creationId xmlns:a16="http://schemas.microsoft.com/office/drawing/2014/main" id="{A91C8B6D-BA5E-7F84-6454-21EB532C1264}"/>
                </a:ext>
              </a:extLst>
            </p:cNvPr>
            <p:cNvSpPr/>
            <p:nvPr/>
          </p:nvSpPr>
          <p:spPr>
            <a:xfrm>
              <a:off x="7884368" y="2719459"/>
              <a:ext cx="319522" cy="4937"/>
            </a:xfrm>
            <a:custGeom>
              <a:avLst/>
              <a:gdLst/>
              <a:ahLst/>
              <a:cxnLst/>
              <a:rect l="l" t="t" r="r" b="b"/>
              <a:pathLst>
                <a:path w="15145" h="234" extrusionOk="0">
                  <a:moveTo>
                    <a:pt x="7572" y="0"/>
                  </a:moveTo>
                  <a:lnTo>
                    <a:pt x="6105" y="34"/>
                  </a:lnTo>
                  <a:cubicBezTo>
                    <a:pt x="4070" y="34"/>
                    <a:pt x="2035" y="67"/>
                    <a:pt x="0" y="100"/>
                  </a:cubicBezTo>
                  <a:cubicBezTo>
                    <a:pt x="2035" y="134"/>
                    <a:pt x="4070" y="167"/>
                    <a:pt x="6105" y="200"/>
                  </a:cubicBezTo>
                  <a:lnTo>
                    <a:pt x="7572" y="234"/>
                  </a:lnTo>
                  <a:cubicBezTo>
                    <a:pt x="7572" y="234"/>
                    <a:pt x="13110" y="134"/>
                    <a:pt x="15144" y="100"/>
                  </a:cubicBezTo>
                  <a:cubicBezTo>
                    <a:pt x="13110" y="67"/>
                    <a:pt x="7572" y="0"/>
                    <a:pt x="7572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9">
              <a:extLst>
                <a:ext uri="{FF2B5EF4-FFF2-40B4-BE49-F238E27FC236}">
                  <a16:creationId xmlns:a16="http://schemas.microsoft.com/office/drawing/2014/main" id="{D7D7A31C-005F-C2BD-EC44-0C7A9C4B0421}"/>
                </a:ext>
              </a:extLst>
            </p:cNvPr>
            <p:cNvSpPr/>
            <p:nvPr/>
          </p:nvSpPr>
          <p:spPr>
            <a:xfrm>
              <a:off x="7884368" y="2743384"/>
              <a:ext cx="319522" cy="4937"/>
            </a:xfrm>
            <a:custGeom>
              <a:avLst/>
              <a:gdLst/>
              <a:ahLst/>
              <a:cxnLst/>
              <a:rect l="l" t="t" r="r" b="b"/>
              <a:pathLst>
                <a:path w="15145" h="234" extrusionOk="0">
                  <a:moveTo>
                    <a:pt x="7572" y="0"/>
                  </a:moveTo>
                  <a:lnTo>
                    <a:pt x="6105" y="34"/>
                  </a:lnTo>
                  <a:cubicBezTo>
                    <a:pt x="4070" y="34"/>
                    <a:pt x="2035" y="67"/>
                    <a:pt x="0" y="134"/>
                  </a:cubicBezTo>
                  <a:cubicBezTo>
                    <a:pt x="2035" y="167"/>
                    <a:pt x="4070" y="201"/>
                    <a:pt x="6105" y="201"/>
                  </a:cubicBezTo>
                  <a:lnTo>
                    <a:pt x="7572" y="234"/>
                  </a:lnTo>
                  <a:cubicBezTo>
                    <a:pt x="7572" y="234"/>
                    <a:pt x="13110" y="134"/>
                    <a:pt x="15144" y="134"/>
                  </a:cubicBezTo>
                  <a:cubicBezTo>
                    <a:pt x="13110" y="67"/>
                    <a:pt x="7572" y="0"/>
                    <a:pt x="7572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9">
              <a:extLst>
                <a:ext uri="{FF2B5EF4-FFF2-40B4-BE49-F238E27FC236}">
                  <a16:creationId xmlns:a16="http://schemas.microsoft.com/office/drawing/2014/main" id="{C463AB8A-12E4-0E4D-FF82-DB61D82EAD61}"/>
                </a:ext>
              </a:extLst>
            </p:cNvPr>
            <p:cNvSpPr/>
            <p:nvPr/>
          </p:nvSpPr>
          <p:spPr>
            <a:xfrm>
              <a:off x="7884368" y="2767309"/>
              <a:ext cx="319522" cy="4241"/>
            </a:xfrm>
            <a:custGeom>
              <a:avLst/>
              <a:gdLst/>
              <a:ahLst/>
              <a:cxnLst/>
              <a:rect l="l" t="t" r="r" b="b"/>
              <a:pathLst>
                <a:path w="15145" h="201" extrusionOk="0">
                  <a:moveTo>
                    <a:pt x="6105" y="1"/>
                  </a:moveTo>
                  <a:cubicBezTo>
                    <a:pt x="4070" y="34"/>
                    <a:pt x="2035" y="67"/>
                    <a:pt x="0" y="101"/>
                  </a:cubicBezTo>
                  <a:cubicBezTo>
                    <a:pt x="2035" y="134"/>
                    <a:pt x="4070" y="167"/>
                    <a:pt x="6105" y="201"/>
                  </a:cubicBezTo>
                  <a:lnTo>
                    <a:pt x="7572" y="201"/>
                  </a:lnTo>
                  <a:cubicBezTo>
                    <a:pt x="7572" y="201"/>
                    <a:pt x="13110" y="134"/>
                    <a:pt x="15144" y="101"/>
                  </a:cubicBezTo>
                  <a:cubicBezTo>
                    <a:pt x="13110" y="67"/>
                    <a:pt x="7572" y="1"/>
                    <a:pt x="7572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9">
              <a:extLst>
                <a:ext uri="{FF2B5EF4-FFF2-40B4-BE49-F238E27FC236}">
                  <a16:creationId xmlns:a16="http://schemas.microsoft.com/office/drawing/2014/main" id="{9C6B657C-1565-2372-F82A-138C6F07C591}"/>
                </a:ext>
              </a:extLst>
            </p:cNvPr>
            <p:cNvSpPr/>
            <p:nvPr/>
          </p:nvSpPr>
          <p:spPr>
            <a:xfrm>
              <a:off x="7565564" y="2715092"/>
              <a:ext cx="28165" cy="43081"/>
            </a:xfrm>
            <a:custGeom>
              <a:avLst/>
              <a:gdLst/>
              <a:ahLst/>
              <a:cxnLst/>
              <a:rect l="l" t="t" r="r" b="b"/>
              <a:pathLst>
                <a:path w="1335" h="2042" extrusionOk="0">
                  <a:moveTo>
                    <a:pt x="128" y="0"/>
                  </a:moveTo>
                  <a:cubicBezTo>
                    <a:pt x="50" y="0"/>
                    <a:pt x="0" y="83"/>
                    <a:pt x="0" y="141"/>
                  </a:cubicBezTo>
                  <a:lnTo>
                    <a:pt x="0" y="1875"/>
                  </a:lnTo>
                  <a:cubicBezTo>
                    <a:pt x="0" y="1975"/>
                    <a:pt x="67" y="2042"/>
                    <a:pt x="167" y="2042"/>
                  </a:cubicBezTo>
                  <a:lnTo>
                    <a:pt x="1101" y="2042"/>
                  </a:lnTo>
                  <a:cubicBezTo>
                    <a:pt x="1335" y="2042"/>
                    <a:pt x="1335" y="1708"/>
                    <a:pt x="1101" y="1708"/>
                  </a:cubicBezTo>
                  <a:lnTo>
                    <a:pt x="334" y="1708"/>
                  </a:lnTo>
                  <a:lnTo>
                    <a:pt x="334" y="1175"/>
                  </a:lnTo>
                  <a:lnTo>
                    <a:pt x="1001" y="1175"/>
                  </a:lnTo>
                  <a:cubicBezTo>
                    <a:pt x="1101" y="1175"/>
                    <a:pt x="1168" y="1108"/>
                    <a:pt x="1168" y="1008"/>
                  </a:cubicBezTo>
                  <a:cubicBezTo>
                    <a:pt x="1168" y="941"/>
                    <a:pt x="1101" y="841"/>
                    <a:pt x="1001" y="841"/>
                  </a:cubicBezTo>
                  <a:lnTo>
                    <a:pt x="334" y="841"/>
                  </a:lnTo>
                  <a:lnTo>
                    <a:pt x="334" y="307"/>
                  </a:lnTo>
                  <a:lnTo>
                    <a:pt x="1135" y="307"/>
                  </a:lnTo>
                  <a:cubicBezTo>
                    <a:pt x="1325" y="307"/>
                    <a:pt x="1334" y="5"/>
                    <a:pt x="1162" y="5"/>
                  </a:cubicBezTo>
                  <a:cubicBezTo>
                    <a:pt x="1153" y="5"/>
                    <a:pt x="1144" y="5"/>
                    <a:pt x="1135" y="7"/>
                  </a:cubicBezTo>
                  <a:lnTo>
                    <a:pt x="167" y="7"/>
                  </a:lnTo>
                  <a:cubicBezTo>
                    <a:pt x="154" y="3"/>
                    <a:pt x="141" y="0"/>
                    <a:pt x="128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9">
              <a:extLst>
                <a:ext uri="{FF2B5EF4-FFF2-40B4-BE49-F238E27FC236}">
                  <a16:creationId xmlns:a16="http://schemas.microsoft.com/office/drawing/2014/main" id="{17FEDE47-DB05-252A-4F27-E6881E720762}"/>
                </a:ext>
              </a:extLst>
            </p:cNvPr>
            <p:cNvSpPr/>
            <p:nvPr/>
          </p:nvSpPr>
          <p:spPr>
            <a:xfrm>
              <a:off x="7602168" y="2715177"/>
              <a:ext cx="32385" cy="42997"/>
            </a:xfrm>
            <a:custGeom>
              <a:avLst/>
              <a:gdLst/>
              <a:ahLst/>
              <a:cxnLst/>
              <a:rect l="l" t="t" r="r" b="b"/>
              <a:pathLst>
                <a:path w="1535" h="2038" extrusionOk="0">
                  <a:moveTo>
                    <a:pt x="154" y="0"/>
                  </a:moveTo>
                  <a:cubicBezTo>
                    <a:pt x="123" y="0"/>
                    <a:pt x="92" y="11"/>
                    <a:pt x="67" y="36"/>
                  </a:cubicBezTo>
                  <a:cubicBezTo>
                    <a:pt x="33" y="70"/>
                    <a:pt x="0" y="137"/>
                    <a:pt x="0" y="170"/>
                  </a:cubicBezTo>
                  <a:lnTo>
                    <a:pt x="0" y="1871"/>
                  </a:lnTo>
                  <a:cubicBezTo>
                    <a:pt x="0" y="1971"/>
                    <a:pt x="67" y="2038"/>
                    <a:pt x="167" y="2038"/>
                  </a:cubicBezTo>
                  <a:cubicBezTo>
                    <a:pt x="234" y="2038"/>
                    <a:pt x="334" y="1971"/>
                    <a:pt x="334" y="1871"/>
                  </a:cubicBezTo>
                  <a:lnTo>
                    <a:pt x="334" y="670"/>
                  </a:lnTo>
                  <a:lnTo>
                    <a:pt x="1268" y="1971"/>
                  </a:lnTo>
                  <a:cubicBezTo>
                    <a:pt x="1301" y="2005"/>
                    <a:pt x="1334" y="2038"/>
                    <a:pt x="1401" y="2038"/>
                  </a:cubicBezTo>
                  <a:cubicBezTo>
                    <a:pt x="1468" y="2038"/>
                    <a:pt x="1534" y="1971"/>
                    <a:pt x="1534" y="1871"/>
                  </a:cubicBezTo>
                  <a:lnTo>
                    <a:pt x="1534" y="170"/>
                  </a:lnTo>
                  <a:cubicBezTo>
                    <a:pt x="1534" y="103"/>
                    <a:pt x="1468" y="3"/>
                    <a:pt x="1401" y="3"/>
                  </a:cubicBezTo>
                  <a:cubicBezTo>
                    <a:pt x="1301" y="3"/>
                    <a:pt x="1234" y="103"/>
                    <a:pt x="1234" y="170"/>
                  </a:cubicBezTo>
                  <a:lnTo>
                    <a:pt x="1234" y="1371"/>
                  </a:lnTo>
                  <a:lnTo>
                    <a:pt x="300" y="70"/>
                  </a:lnTo>
                  <a:cubicBezTo>
                    <a:pt x="259" y="29"/>
                    <a:pt x="205" y="0"/>
                    <a:pt x="154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9">
              <a:extLst>
                <a:ext uri="{FF2B5EF4-FFF2-40B4-BE49-F238E27FC236}">
                  <a16:creationId xmlns:a16="http://schemas.microsoft.com/office/drawing/2014/main" id="{99F577CB-046F-3671-0618-4355BD111D18}"/>
                </a:ext>
              </a:extLst>
            </p:cNvPr>
            <p:cNvSpPr/>
            <p:nvPr/>
          </p:nvSpPr>
          <p:spPr>
            <a:xfrm>
              <a:off x="7644384" y="2713679"/>
              <a:ext cx="40655" cy="43798"/>
            </a:xfrm>
            <a:custGeom>
              <a:avLst/>
              <a:gdLst/>
              <a:ahLst/>
              <a:cxnLst/>
              <a:rect l="l" t="t" r="r" b="b"/>
              <a:pathLst>
                <a:path w="1927" h="2076" extrusionOk="0">
                  <a:moveTo>
                    <a:pt x="1193" y="1"/>
                  </a:moveTo>
                  <a:cubicBezTo>
                    <a:pt x="1163" y="1"/>
                    <a:pt x="1132" y="3"/>
                    <a:pt x="1101" y="7"/>
                  </a:cubicBezTo>
                  <a:cubicBezTo>
                    <a:pt x="1081" y="6"/>
                    <a:pt x="1061" y="6"/>
                    <a:pt x="1041" y="6"/>
                  </a:cubicBezTo>
                  <a:cubicBezTo>
                    <a:pt x="470" y="6"/>
                    <a:pt x="33" y="461"/>
                    <a:pt x="0" y="1041"/>
                  </a:cubicBezTo>
                  <a:cubicBezTo>
                    <a:pt x="34" y="1642"/>
                    <a:pt x="534" y="2076"/>
                    <a:pt x="1101" y="2076"/>
                  </a:cubicBezTo>
                  <a:cubicBezTo>
                    <a:pt x="1368" y="2076"/>
                    <a:pt x="1602" y="1975"/>
                    <a:pt x="1768" y="1842"/>
                  </a:cubicBezTo>
                  <a:cubicBezTo>
                    <a:pt x="1802" y="1809"/>
                    <a:pt x="1835" y="1809"/>
                    <a:pt x="1835" y="1775"/>
                  </a:cubicBezTo>
                  <a:cubicBezTo>
                    <a:pt x="1835" y="1742"/>
                    <a:pt x="1835" y="1742"/>
                    <a:pt x="1835" y="1709"/>
                  </a:cubicBezTo>
                  <a:lnTo>
                    <a:pt x="1835" y="1075"/>
                  </a:lnTo>
                  <a:cubicBezTo>
                    <a:pt x="1835" y="975"/>
                    <a:pt x="1768" y="908"/>
                    <a:pt x="1668" y="908"/>
                  </a:cubicBezTo>
                  <a:lnTo>
                    <a:pt x="1101" y="908"/>
                  </a:lnTo>
                  <a:cubicBezTo>
                    <a:pt x="1001" y="908"/>
                    <a:pt x="934" y="975"/>
                    <a:pt x="934" y="1075"/>
                  </a:cubicBezTo>
                  <a:cubicBezTo>
                    <a:pt x="934" y="1142"/>
                    <a:pt x="1001" y="1242"/>
                    <a:pt x="1101" y="1242"/>
                  </a:cubicBezTo>
                  <a:lnTo>
                    <a:pt x="1502" y="1242"/>
                  </a:lnTo>
                  <a:lnTo>
                    <a:pt x="1502" y="1642"/>
                  </a:lnTo>
                  <a:cubicBezTo>
                    <a:pt x="1368" y="1709"/>
                    <a:pt x="1235" y="1775"/>
                    <a:pt x="1101" y="1775"/>
                  </a:cubicBezTo>
                  <a:cubicBezTo>
                    <a:pt x="901" y="1775"/>
                    <a:pt x="701" y="1675"/>
                    <a:pt x="568" y="1542"/>
                  </a:cubicBezTo>
                  <a:cubicBezTo>
                    <a:pt x="434" y="1408"/>
                    <a:pt x="334" y="1242"/>
                    <a:pt x="334" y="1041"/>
                  </a:cubicBezTo>
                  <a:cubicBezTo>
                    <a:pt x="334" y="841"/>
                    <a:pt x="434" y="675"/>
                    <a:pt x="568" y="541"/>
                  </a:cubicBezTo>
                  <a:cubicBezTo>
                    <a:pt x="683" y="425"/>
                    <a:pt x="850" y="334"/>
                    <a:pt x="1022" y="334"/>
                  </a:cubicBezTo>
                  <a:cubicBezTo>
                    <a:pt x="1049" y="334"/>
                    <a:pt x="1075" y="337"/>
                    <a:pt x="1101" y="341"/>
                  </a:cubicBezTo>
                  <a:cubicBezTo>
                    <a:pt x="1268" y="341"/>
                    <a:pt x="1435" y="374"/>
                    <a:pt x="1568" y="474"/>
                  </a:cubicBezTo>
                  <a:cubicBezTo>
                    <a:pt x="1603" y="509"/>
                    <a:pt x="1641" y="524"/>
                    <a:pt x="1676" y="524"/>
                  </a:cubicBezTo>
                  <a:cubicBezTo>
                    <a:pt x="1813" y="524"/>
                    <a:pt x="1927" y="313"/>
                    <a:pt x="1768" y="208"/>
                  </a:cubicBezTo>
                  <a:cubicBezTo>
                    <a:pt x="1595" y="92"/>
                    <a:pt x="1396" y="1"/>
                    <a:pt x="1193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9">
              <a:extLst>
                <a:ext uri="{FF2B5EF4-FFF2-40B4-BE49-F238E27FC236}">
                  <a16:creationId xmlns:a16="http://schemas.microsoft.com/office/drawing/2014/main" id="{6DD6B637-CAE4-D0D4-4137-C9B514E77A96}"/>
                </a:ext>
              </a:extLst>
            </p:cNvPr>
            <p:cNvSpPr/>
            <p:nvPr/>
          </p:nvSpPr>
          <p:spPr>
            <a:xfrm>
              <a:off x="7693647" y="2714881"/>
              <a:ext cx="28165" cy="43292"/>
            </a:xfrm>
            <a:custGeom>
              <a:avLst/>
              <a:gdLst/>
              <a:ahLst/>
              <a:cxnLst/>
              <a:rect l="l" t="t" r="r" b="b"/>
              <a:pathLst>
                <a:path w="1335" h="2052" extrusionOk="0">
                  <a:moveTo>
                    <a:pt x="167" y="0"/>
                  </a:moveTo>
                  <a:cubicBezTo>
                    <a:pt x="84" y="0"/>
                    <a:pt x="0" y="50"/>
                    <a:pt x="0" y="151"/>
                  </a:cubicBezTo>
                  <a:lnTo>
                    <a:pt x="0" y="1885"/>
                  </a:lnTo>
                  <a:cubicBezTo>
                    <a:pt x="0" y="1985"/>
                    <a:pt x="67" y="2052"/>
                    <a:pt x="167" y="2052"/>
                  </a:cubicBezTo>
                  <a:lnTo>
                    <a:pt x="1101" y="2052"/>
                  </a:lnTo>
                  <a:cubicBezTo>
                    <a:pt x="1335" y="2052"/>
                    <a:pt x="1335" y="1718"/>
                    <a:pt x="1101" y="1718"/>
                  </a:cubicBezTo>
                  <a:lnTo>
                    <a:pt x="334" y="1718"/>
                  </a:lnTo>
                  <a:lnTo>
                    <a:pt x="334" y="151"/>
                  </a:lnTo>
                  <a:cubicBezTo>
                    <a:pt x="334" y="5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9">
              <a:extLst>
                <a:ext uri="{FF2B5EF4-FFF2-40B4-BE49-F238E27FC236}">
                  <a16:creationId xmlns:a16="http://schemas.microsoft.com/office/drawing/2014/main" id="{2A11BE12-112E-79E6-3757-EA08A94B57F5}"/>
                </a:ext>
              </a:extLst>
            </p:cNvPr>
            <p:cNvSpPr/>
            <p:nvPr/>
          </p:nvSpPr>
          <p:spPr>
            <a:xfrm>
              <a:off x="7728837" y="2714523"/>
              <a:ext cx="7047" cy="43651"/>
            </a:xfrm>
            <a:custGeom>
              <a:avLst/>
              <a:gdLst/>
              <a:ahLst/>
              <a:cxnLst/>
              <a:rect l="l" t="t" r="r" b="b"/>
              <a:pathLst>
                <a:path w="334" h="2069" extrusionOk="0">
                  <a:moveTo>
                    <a:pt x="167" y="1"/>
                  </a:moveTo>
                  <a:cubicBezTo>
                    <a:pt x="67" y="1"/>
                    <a:pt x="0" y="67"/>
                    <a:pt x="0" y="168"/>
                  </a:cubicBezTo>
                  <a:lnTo>
                    <a:pt x="0" y="1902"/>
                  </a:lnTo>
                  <a:cubicBezTo>
                    <a:pt x="0" y="2002"/>
                    <a:pt x="67" y="2069"/>
                    <a:pt x="167" y="2069"/>
                  </a:cubicBezTo>
                  <a:cubicBezTo>
                    <a:pt x="267" y="2069"/>
                    <a:pt x="334" y="2002"/>
                    <a:pt x="334" y="1902"/>
                  </a:cubicBezTo>
                  <a:lnTo>
                    <a:pt x="334" y="168"/>
                  </a:lnTo>
                  <a:cubicBezTo>
                    <a:pt x="334" y="67"/>
                    <a:pt x="267" y="1"/>
                    <a:pt x="167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9">
              <a:extLst>
                <a:ext uri="{FF2B5EF4-FFF2-40B4-BE49-F238E27FC236}">
                  <a16:creationId xmlns:a16="http://schemas.microsoft.com/office/drawing/2014/main" id="{E5F32CC9-5A39-9B77-BC50-8833643719C8}"/>
                </a:ext>
              </a:extLst>
            </p:cNvPr>
            <p:cNvSpPr/>
            <p:nvPr/>
          </p:nvSpPr>
          <p:spPr>
            <a:xfrm>
              <a:off x="7745019" y="2713826"/>
              <a:ext cx="34516" cy="43651"/>
            </a:xfrm>
            <a:custGeom>
              <a:avLst/>
              <a:gdLst/>
              <a:ahLst/>
              <a:cxnLst/>
              <a:rect l="l" t="t" r="r" b="b"/>
              <a:pathLst>
                <a:path w="1636" h="2069" extrusionOk="0">
                  <a:moveTo>
                    <a:pt x="801" y="0"/>
                  </a:moveTo>
                  <a:cubicBezTo>
                    <a:pt x="634" y="0"/>
                    <a:pt x="434" y="34"/>
                    <a:pt x="301" y="134"/>
                  </a:cubicBezTo>
                  <a:cubicBezTo>
                    <a:pt x="167" y="234"/>
                    <a:pt x="67" y="401"/>
                    <a:pt x="67" y="567"/>
                  </a:cubicBezTo>
                  <a:cubicBezTo>
                    <a:pt x="67" y="668"/>
                    <a:pt x="101" y="734"/>
                    <a:pt x="134" y="801"/>
                  </a:cubicBezTo>
                  <a:cubicBezTo>
                    <a:pt x="201" y="901"/>
                    <a:pt x="301" y="1001"/>
                    <a:pt x="401" y="1034"/>
                  </a:cubicBezTo>
                  <a:cubicBezTo>
                    <a:pt x="534" y="1101"/>
                    <a:pt x="634" y="1135"/>
                    <a:pt x="768" y="1135"/>
                  </a:cubicBezTo>
                  <a:cubicBezTo>
                    <a:pt x="935" y="1168"/>
                    <a:pt x="1068" y="1201"/>
                    <a:pt x="1201" y="1301"/>
                  </a:cubicBezTo>
                  <a:cubicBezTo>
                    <a:pt x="1235" y="1301"/>
                    <a:pt x="1268" y="1335"/>
                    <a:pt x="1268" y="1368"/>
                  </a:cubicBezTo>
                  <a:cubicBezTo>
                    <a:pt x="1301" y="1401"/>
                    <a:pt x="1301" y="1435"/>
                    <a:pt x="1301" y="1468"/>
                  </a:cubicBezTo>
                  <a:cubicBezTo>
                    <a:pt x="1301" y="1568"/>
                    <a:pt x="1268" y="1635"/>
                    <a:pt x="1201" y="1668"/>
                  </a:cubicBezTo>
                  <a:cubicBezTo>
                    <a:pt x="1068" y="1735"/>
                    <a:pt x="935" y="1802"/>
                    <a:pt x="834" y="1802"/>
                  </a:cubicBezTo>
                  <a:cubicBezTo>
                    <a:pt x="601" y="1768"/>
                    <a:pt x="401" y="1702"/>
                    <a:pt x="267" y="1568"/>
                  </a:cubicBezTo>
                  <a:cubicBezTo>
                    <a:pt x="234" y="1535"/>
                    <a:pt x="192" y="1518"/>
                    <a:pt x="151" y="1518"/>
                  </a:cubicBezTo>
                  <a:cubicBezTo>
                    <a:pt x="109" y="1518"/>
                    <a:pt x="67" y="1535"/>
                    <a:pt x="34" y="1568"/>
                  </a:cubicBezTo>
                  <a:cubicBezTo>
                    <a:pt x="1" y="1635"/>
                    <a:pt x="34" y="1735"/>
                    <a:pt x="101" y="1768"/>
                  </a:cubicBezTo>
                  <a:cubicBezTo>
                    <a:pt x="301" y="1968"/>
                    <a:pt x="568" y="2069"/>
                    <a:pt x="834" y="2069"/>
                  </a:cubicBezTo>
                  <a:cubicBezTo>
                    <a:pt x="1035" y="2069"/>
                    <a:pt x="1235" y="2002"/>
                    <a:pt x="1402" y="1902"/>
                  </a:cubicBezTo>
                  <a:cubicBezTo>
                    <a:pt x="1535" y="1802"/>
                    <a:pt x="1635" y="1635"/>
                    <a:pt x="1635" y="1468"/>
                  </a:cubicBezTo>
                  <a:cubicBezTo>
                    <a:pt x="1635" y="1368"/>
                    <a:pt x="1602" y="1268"/>
                    <a:pt x="1568" y="1201"/>
                  </a:cubicBezTo>
                  <a:cubicBezTo>
                    <a:pt x="1502" y="1101"/>
                    <a:pt x="1402" y="1001"/>
                    <a:pt x="1268" y="968"/>
                  </a:cubicBezTo>
                  <a:cubicBezTo>
                    <a:pt x="1135" y="901"/>
                    <a:pt x="1001" y="868"/>
                    <a:pt x="868" y="834"/>
                  </a:cubicBezTo>
                  <a:cubicBezTo>
                    <a:pt x="734" y="801"/>
                    <a:pt x="601" y="768"/>
                    <a:pt x="501" y="701"/>
                  </a:cubicBezTo>
                  <a:cubicBezTo>
                    <a:pt x="468" y="701"/>
                    <a:pt x="434" y="668"/>
                    <a:pt x="434" y="634"/>
                  </a:cubicBezTo>
                  <a:cubicBezTo>
                    <a:pt x="401" y="601"/>
                    <a:pt x="401" y="567"/>
                    <a:pt x="401" y="567"/>
                  </a:cubicBezTo>
                  <a:cubicBezTo>
                    <a:pt x="401" y="467"/>
                    <a:pt x="434" y="401"/>
                    <a:pt x="501" y="367"/>
                  </a:cubicBezTo>
                  <a:cubicBezTo>
                    <a:pt x="601" y="301"/>
                    <a:pt x="701" y="267"/>
                    <a:pt x="834" y="267"/>
                  </a:cubicBezTo>
                  <a:cubicBezTo>
                    <a:pt x="1001" y="301"/>
                    <a:pt x="1135" y="367"/>
                    <a:pt x="1268" y="467"/>
                  </a:cubicBezTo>
                  <a:cubicBezTo>
                    <a:pt x="1294" y="493"/>
                    <a:pt x="1324" y="504"/>
                    <a:pt x="1354" y="504"/>
                  </a:cubicBezTo>
                  <a:cubicBezTo>
                    <a:pt x="1402" y="504"/>
                    <a:pt x="1448" y="475"/>
                    <a:pt x="1468" y="434"/>
                  </a:cubicBezTo>
                  <a:cubicBezTo>
                    <a:pt x="1535" y="367"/>
                    <a:pt x="1502" y="267"/>
                    <a:pt x="1435" y="234"/>
                  </a:cubicBezTo>
                  <a:cubicBezTo>
                    <a:pt x="1268" y="100"/>
                    <a:pt x="1035" y="0"/>
                    <a:pt x="801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9">
              <a:extLst>
                <a:ext uri="{FF2B5EF4-FFF2-40B4-BE49-F238E27FC236}">
                  <a16:creationId xmlns:a16="http://schemas.microsoft.com/office/drawing/2014/main" id="{FA915715-E32A-37CD-0E22-1E97853AF031}"/>
                </a:ext>
              </a:extLst>
            </p:cNvPr>
            <p:cNvSpPr/>
            <p:nvPr/>
          </p:nvSpPr>
          <p:spPr>
            <a:xfrm>
              <a:off x="7788649" y="2715092"/>
              <a:ext cx="29579" cy="43081"/>
            </a:xfrm>
            <a:custGeom>
              <a:avLst/>
              <a:gdLst/>
              <a:ahLst/>
              <a:cxnLst/>
              <a:rect l="l" t="t" r="r" b="b"/>
              <a:pathLst>
                <a:path w="1402" h="2042" extrusionOk="0">
                  <a:moveTo>
                    <a:pt x="128" y="0"/>
                  </a:moveTo>
                  <a:cubicBezTo>
                    <a:pt x="50" y="0"/>
                    <a:pt x="1" y="83"/>
                    <a:pt x="1" y="141"/>
                  </a:cubicBezTo>
                  <a:lnTo>
                    <a:pt x="1" y="1875"/>
                  </a:lnTo>
                  <a:cubicBezTo>
                    <a:pt x="1" y="1975"/>
                    <a:pt x="67" y="2042"/>
                    <a:pt x="167" y="2042"/>
                  </a:cubicBezTo>
                  <a:cubicBezTo>
                    <a:pt x="234" y="2042"/>
                    <a:pt x="301" y="1975"/>
                    <a:pt x="301" y="1875"/>
                  </a:cubicBezTo>
                  <a:lnTo>
                    <a:pt x="301" y="1175"/>
                  </a:lnTo>
                  <a:lnTo>
                    <a:pt x="1068" y="1175"/>
                  </a:lnTo>
                  <a:lnTo>
                    <a:pt x="1068" y="1875"/>
                  </a:lnTo>
                  <a:cubicBezTo>
                    <a:pt x="1068" y="1975"/>
                    <a:pt x="1135" y="2042"/>
                    <a:pt x="1235" y="2042"/>
                  </a:cubicBezTo>
                  <a:cubicBezTo>
                    <a:pt x="1335" y="2042"/>
                    <a:pt x="1402" y="1975"/>
                    <a:pt x="1402" y="1875"/>
                  </a:cubicBezTo>
                  <a:lnTo>
                    <a:pt x="1402" y="141"/>
                  </a:lnTo>
                  <a:cubicBezTo>
                    <a:pt x="1402" y="83"/>
                    <a:pt x="1352" y="0"/>
                    <a:pt x="1274" y="0"/>
                  </a:cubicBezTo>
                  <a:cubicBezTo>
                    <a:pt x="1262" y="0"/>
                    <a:pt x="1249" y="3"/>
                    <a:pt x="1235" y="7"/>
                  </a:cubicBezTo>
                  <a:cubicBezTo>
                    <a:pt x="1221" y="3"/>
                    <a:pt x="1208" y="0"/>
                    <a:pt x="1196" y="0"/>
                  </a:cubicBezTo>
                  <a:cubicBezTo>
                    <a:pt x="1118" y="0"/>
                    <a:pt x="1068" y="83"/>
                    <a:pt x="1068" y="141"/>
                  </a:cubicBezTo>
                  <a:lnTo>
                    <a:pt x="1068" y="841"/>
                  </a:lnTo>
                  <a:lnTo>
                    <a:pt x="301" y="841"/>
                  </a:lnTo>
                  <a:lnTo>
                    <a:pt x="301" y="141"/>
                  </a:lnTo>
                  <a:cubicBezTo>
                    <a:pt x="301" y="83"/>
                    <a:pt x="251" y="0"/>
                    <a:pt x="195" y="0"/>
                  </a:cubicBezTo>
                  <a:cubicBezTo>
                    <a:pt x="186" y="0"/>
                    <a:pt x="177" y="3"/>
                    <a:pt x="167" y="7"/>
                  </a:cubicBezTo>
                  <a:cubicBezTo>
                    <a:pt x="154" y="3"/>
                    <a:pt x="141" y="0"/>
                    <a:pt x="128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9">
              <a:extLst>
                <a:ext uri="{FF2B5EF4-FFF2-40B4-BE49-F238E27FC236}">
                  <a16:creationId xmlns:a16="http://schemas.microsoft.com/office/drawing/2014/main" id="{495B2B42-0C39-E7C9-792A-4964521CA2D7}"/>
                </a:ext>
              </a:extLst>
            </p:cNvPr>
            <p:cNvSpPr/>
            <p:nvPr/>
          </p:nvSpPr>
          <p:spPr>
            <a:xfrm>
              <a:off x="7576830" y="2468209"/>
              <a:ext cx="618621" cy="81668"/>
            </a:xfrm>
            <a:custGeom>
              <a:avLst/>
              <a:gdLst/>
              <a:ahLst/>
              <a:cxnLst/>
              <a:rect l="l" t="t" r="r" b="b"/>
              <a:pathLst>
                <a:path w="29322" h="3871" extrusionOk="0">
                  <a:moveTo>
                    <a:pt x="0" y="1"/>
                  </a:moveTo>
                  <a:lnTo>
                    <a:pt x="0" y="3870"/>
                  </a:lnTo>
                  <a:lnTo>
                    <a:pt x="29321" y="3870"/>
                  </a:lnTo>
                  <a:lnTo>
                    <a:pt x="29321" y="1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9">
              <a:extLst>
                <a:ext uri="{FF2B5EF4-FFF2-40B4-BE49-F238E27FC236}">
                  <a16:creationId xmlns:a16="http://schemas.microsoft.com/office/drawing/2014/main" id="{53030330-28DB-7162-66DE-9E79EFECC533}"/>
                </a:ext>
              </a:extLst>
            </p:cNvPr>
            <p:cNvSpPr/>
            <p:nvPr/>
          </p:nvSpPr>
          <p:spPr>
            <a:xfrm>
              <a:off x="7576830" y="2476648"/>
              <a:ext cx="414524" cy="64769"/>
            </a:xfrm>
            <a:custGeom>
              <a:avLst/>
              <a:gdLst/>
              <a:ahLst/>
              <a:cxnLst/>
              <a:rect l="l" t="t" r="r" b="b"/>
              <a:pathLst>
                <a:path w="19648" h="3070" extrusionOk="0">
                  <a:moveTo>
                    <a:pt x="0" y="1"/>
                  </a:moveTo>
                  <a:lnTo>
                    <a:pt x="0" y="3070"/>
                  </a:lnTo>
                  <a:lnTo>
                    <a:pt x="19648" y="3070"/>
                  </a:lnTo>
                  <a:lnTo>
                    <a:pt x="196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9">
              <a:extLst>
                <a:ext uri="{FF2B5EF4-FFF2-40B4-BE49-F238E27FC236}">
                  <a16:creationId xmlns:a16="http://schemas.microsoft.com/office/drawing/2014/main" id="{D7EB4A85-8700-8738-88A1-8F746DF71C95}"/>
                </a:ext>
              </a:extLst>
            </p:cNvPr>
            <p:cNvSpPr/>
            <p:nvPr/>
          </p:nvSpPr>
          <p:spPr>
            <a:xfrm>
              <a:off x="7603560" y="2527324"/>
              <a:ext cx="387097" cy="1435"/>
            </a:xfrm>
            <a:custGeom>
              <a:avLst/>
              <a:gdLst/>
              <a:ahLst/>
              <a:cxnLst/>
              <a:rect l="l" t="t" r="r" b="b"/>
              <a:pathLst>
                <a:path w="18348" h="68" extrusionOk="0">
                  <a:moveTo>
                    <a:pt x="4604" y="1"/>
                  </a:moveTo>
                  <a:cubicBezTo>
                    <a:pt x="3070" y="1"/>
                    <a:pt x="1535" y="1"/>
                    <a:pt x="1" y="34"/>
                  </a:cubicBezTo>
                  <a:cubicBezTo>
                    <a:pt x="1535" y="34"/>
                    <a:pt x="3070" y="67"/>
                    <a:pt x="4604" y="67"/>
                  </a:cubicBezTo>
                  <a:lnTo>
                    <a:pt x="13777" y="67"/>
                  </a:lnTo>
                  <a:cubicBezTo>
                    <a:pt x="15312" y="67"/>
                    <a:pt x="16813" y="67"/>
                    <a:pt x="18347" y="34"/>
                  </a:cubicBezTo>
                  <a:cubicBezTo>
                    <a:pt x="16813" y="34"/>
                    <a:pt x="15278" y="1"/>
                    <a:pt x="13777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9">
              <a:extLst>
                <a:ext uri="{FF2B5EF4-FFF2-40B4-BE49-F238E27FC236}">
                  <a16:creationId xmlns:a16="http://schemas.microsoft.com/office/drawing/2014/main" id="{B3993CCE-0B66-84BA-5CD0-0782E37FE474}"/>
                </a:ext>
              </a:extLst>
            </p:cNvPr>
            <p:cNvSpPr/>
            <p:nvPr/>
          </p:nvSpPr>
          <p:spPr>
            <a:xfrm>
              <a:off x="7603560" y="2514666"/>
              <a:ext cx="387097" cy="1414"/>
            </a:xfrm>
            <a:custGeom>
              <a:avLst/>
              <a:gdLst/>
              <a:ahLst/>
              <a:cxnLst/>
              <a:rect l="l" t="t" r="r" b="b"/>
              <a:pathLst>
                <a:path w="18348" h="67" extrusionOk="0">
                  <a:moveTo>
                    <a:pt x="4604" y="0"/>
                  </a:moveTo>
                  <a:cubicBezTo>
                    <a:pt x="3070" y="0"/>
                    <a:pt x="1535" y="0"/>
                    <a:pt x="1" y="34"/>
                  </a:cubicBezTo>
                  <a:cubicBezTo>
                    <a:pt x="1535" y="34"/>
                    <a:pt x="3070" y="67"/>
                    <a:pt x="4604" y="67"/>
                  </a:cubicBezTo>
                  <a:lnTo>
                    <a:pt x="13777" y="67"/>
                  </a:lnTo>
                  <a:cubicBezTo>
                    <a:pt x="15312" y="67"/>
                    <a:pt x="16846" y="67"/>
                    <a:pt x="18347" y="34"/>
                  </a:cubicBezTo>
                  <a:cubicBezTo>
                    <a:pt x="16813" y="0"/>
                    <a:pt x="15278" y="0"/>
                    <a:pt x="13777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9">
              <a:extLst>
                <a:ext uri="{FF2B5EF4-FFF2-40B4-BE49-F238E27FC236}">
                  <a16:creationId xmlns:a16="http://schemas.microsoft.com/office/drawing/2014/main" id="{17A91821-EF4A-0567-CF78-22F3E905CD23}"/>
                </a:ext>
              </a:extLst>
            </p:cNvPr>
            <p:cNvSpPr/>
            <p:nvPr/>
          </p:nvSpPr>
          <p:spPr>
            <a:xfrm>
              <a:off x="7603560" y="2501986"/>
              <a:ext cx="387097" cy="1435"/>
            </a:xfrm>
            <a:custGeom>
              <a:avLst/>
              <a:gdLst/>
              <a:ahLst/>
              <a:cxnLst/>
              <a:rect l="l" t="t" r="r" b="b"/>
              <a:pathLst>
                <a:path w="18348" h="68" extrusionOk="0">
                  <a:moveTo>
                    <a:pt x="4604" y="1"/>
                  </a:moveTo>
                  <a:cubicBezTo>
                    <a:pt x="3070" y="1"/>
                    <a:pt x="1535" y="1"/>
                    <a:pt x="1" y="34"/>
                  </a:cubicBezTo>
                  <a:cubicBezTo>
                    <a:pt x="1535" y="34"/>
                    <a:pt x="3070" y="68"/>
                    <a:pt x="4604" y="68"/>
                  </a:cubicBezTo>
                  <a:lnTo>
                    <a:pt x="13777" y="68"/>
                  </a:lnTo>
                  <a:cubicBezTo>
                    <a:pt x="15312" y="68"/>
                    <a:pt x="16846" y="68"/>
                    <a:pt x="18347" y="34"/>
                  </a:cubicBezTo>
                  <a:cubicBezTo>
                    <a:pt x="16813" y="1"/>
                    <a:pt x="15278" y="1"/>
                    <a:pt x="13777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9">
              <a:extLst>
                <a:ext uri="{FF2B5EF4-FFF2-40B4-BE49-F238E27FC236}">
                  <a16:creationId xmlns:a16="http://schemas.microsoft.com/office/drawing/2014/main" id="{5E10B2AF-566F-0265-4D26-7417FBC8587B}"/>
                </a:ext>
              </a:extLst>
            </p:cNvPr>
            <p:cNvSpPr/>
            <p:nvPr/>
          </p:nvSpPr>
          <p:spPr>
            <a:xfrm>
              <a:off x="7603560" y="2489328"/>
              <a:ext cx="387097" cy="1435"/>
            </a:xfrm>
            <a:custGeom>
              <a:avLst/>
              <a:gdLst/>
              <a:ahLst/>
              <a:cxnLst/>
              <a:rect l="l" t="t" r="r" b="b"/>
              <a:pathLst>
                <a:path w="18348" h="68" extrusionOk="0">
                  <a:moveTo>
                    <a:pt x="4604" y="0"/>
                  </a:moveTo>
                  <a:cubicBezTo>
                    <a:pt x="3070" y="0"/>
                    <a:pt x="1535" y="0"/>
                    <a:pt x="1" y="34"/>
                  </a:cubicBezTo>
                  <a:cubicBezTo>
                    <a:pt x="1535" y="34"/>
                    <a:pt x="3070" y="34"/>
                    <a:pt x="4604" y="67"/>
                  </a:cubicBezTo>
                  <a:lnTo>
                    <a:pt x="13777" y="67"/>
                  </a:lnTo>
                  <a:cubicBezTo>
                    <a:pt x="15312" y="67"/>
                    <a:pt x="16813" y="34"/>
                    <a:pt x="18347" y="34"/>
                  </a:cubicBezTo>
                  <a:cubicBezTo>
                    <a:pt x="16813" y="34"/>
                    <a:pt x="15278" y="0"/>
                    <a:pt x="13777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9">
              <a:extLst>
                <a:ext uri="{FF2B5EF4-FFF2-40B4-BE49-F238E27FC236}">
                  <a16:creationId xmlns:a16="http://schemas.microsoft.com/office/drawing/2014/main" id="{CD84E17C-CE17-0F7F-52D3-339C64CF010B}"/>
                </a:ext>
              </a:extLst>
            </p:cNvPr>
            <p:cNvSpPr/>
            <p:nvPr/>
          </p:nvSpPr>
          <p:spPr>
            <a:xfrm>
              <a:off x="8017367" y="2487914"/>
              <a:ext cx="18334" cy="42955"/>
            </a:xfrm>
            <a:custGeom>
              <a:avLst/>
              <a:gdLst/>
              <a:ahLst/>
              <a:cxnLst/>
              <a:rect l="l" t="t" r="r" b="b"/>
              <a:pathLst>
                <a:path w="869" h="2036" extrusionOk="0">
                  <a:moveTo>
                    <a:pt x="101" y="1"/>
                  </a:moveTo>
                  <a:cubicBezTo>
                    <a:pt x="34" y="1"/>
                    <a:pt x="1" y="67"/>
                    <a:pt x="1" y="167"/>
                  </a:cubicBezTo>
                  <a:lnTo>
                    <a:pt x="1" y="1902"/>
                  </a:lnTo>
                  <a:cubicBezTo>
                    <a:pt x="1" y="1969"/>
                    <a:pt x="34" y="2035"/>
                    <a:pt x="101" y="2035"/>
                  </a:cubicBezTo>
                  <a:cubicBezTo>
                    <a:pt x="168" y="2035"/>
                    <a:pt x="201" y="1969"/>
                    <a:pt x="201" y="1902"/>
                  </a:cubicBezTo>
                  <a:lnTo>
                    <a:pt x="201" y="1202"/>
                  </a:lnTo>
                  <a:lnTo>
                    <a:pt x="668" y="1202"/>
                  </a:lnTo>
                  <a:cubicBezTo>
                    <a:pt x="735" y="1202"/>
                    <a:pt x="801" y="1101"/>
                    <a:pt x="801" y="1035"/>
                  </a:cubicBezTo>
                  <a:cubicBezTo>
                    <a:pt x="801" y="935"/>
                    <a:pt x="735" y="868"/>
                    <a:pt x="668" y="868"/>
                  </a:cubicBezTo>
                  <a:lnTo>
                    <a:pt x="201" y="868"/>
                  </a:lnTo>
                  <a:lnTo>
                    <a:pt x="201" y="334"/>
                  </a:lnTo>
                  <a:lnTo>
                    <a:pt x="768" y="334"/>
                  </a:lnTo>
                  <a:cubicBezTo>
                    <a:pt x="801" y="334"/>
                    <a:pt x="868" y="268"/>
                    <a:pt x="868" y="167"/>
                  </a:cubicBezTo>
                  <a:cubicBezTo>
                    <a:pt x="868" y="67"/>
                    <a:pt x="801" y="1"/>
                    <a:pt x="76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9">
              <a:extLst>
                <a:ext uri="{FF2B5EF4-FFF2-40B4-BE49-F238E27FC236}">
                  <a16:creationId xmlns:a16="http://schemas.microsoft.com/office/drawing/2014/main" id="{F0CCAA07-7E5D-4406-4A2D-02DDB18DE65D}"/>
                </a:ext>
              </a:extLst>
            </p:cNvPr>
            <p:cNvSpPr/>
            <p:nvPr/>
          </p:nvSpPr>
          <p:spPr>
            <a:xfrm>
              <a:off x="8042008" y="2487914"/>
              <a:ext cx="21119" cy="42955"/>
            </a:xfrm>
            <a:custGeom>
              <a:avLst/>
              <a:gdLst/>
              <a:ahLst/>
              <a:cxnLst/>
              <a:rect l="l" t="t" r="r" b="b"/>
              <a:pathLst>
                <a:path w="1001" h="2036" extrusionOk="0">
                  <a:moveTo>
                    <a:pt x="467" y="334"/>
                  </a:moveTo>
                  <a:cubicBezTo>
                    <a:pt x="601" y="334"/>
                    <a:pt x="701" y="468"/>
                    <a:pt x="701" y="634"/>
                  </a:cubicBezTo>
                  <a:cubicBezTo>
                    <a:pt x="701" y="801"/>
                    <a:pt x="601" y="935"/>
                    <a:pt x="467" y="935"/>
                  </a:cubicBezTo>
                  <a:lnTo>
                    <a:pt x="234" y="935"/>
                  </a:lnTo>
                  <a:lnTo>
                    <a:pt x="234" y="334"/>
                  </a:lnTo>
                  <a:close/>
                  <a:moveTo>
                    <a:pt x="134" y="1"/>
                  </a:moveTo>
                  <a:cubicBezTo>
                    <a:pt x="67" y="1"/>
                    <a:pt x="0" y="67"/>
                    <a:pt x="0" y="167"/>
                  </a:cubicBezTo>
                  <a:lnTo>
                    <a:pt x="0" y="1869"/>
                  </a:lnTo>
                  <a:cubicBezTo>
                    <a:pt x="0" y="1969"/>
                    <a:pt x="67" y="2035"/>
                    <a:pt x="134" y="2035"/>
                  </a:cubicBezTo>
                  <a:cubicBezTo>
                    <a:pt x="167" y="2035"/>
                    <a:pt x="234" y="1969"/>
                    <a:pt x="234" y="1869"/>
                  </a:cubicBezTo>
                  <a:lnTo>
                    <a:pt x="234" y="1235"/>
                  </a:lnTo>
                  <a:lnTo>
                    <a:pt x="467" y="1235"/>
                  </a:lnTo>
                  <a:cubicBezTo>
                    <a:pt x="501" y="1268"/>
                    <a:pt x="567" y="1268"/>
                    <a:pt x="567" y="1302"/>
                  </a:cubicBezTo>
                  <a:cubicBezTo>
                    <a:pt x="601" y="1335"/>
                    <a:pt x="634" y="1368"/>
                    <a:pt x="634" y="1402"/>
                  </a:cubicBezTo>
                  <a:cubicBezTo>
                    <a:pt x="667" y="1435"/>
                    <a:pt x="667" y="1468"/>
                    <a:pt x="667" y="1535"/>
                  </a:cubicBezTo>
                  <a:cubicBezTo>
                    <a:pt x="667" y="1635"/>
                    <a:pt x="667" y="1769"/>
                    <a:pt x="701" y="1869"/>
                  </a:cubicBezTo>
                  <a:cubicBezTo>
                    <a:pt x="734" y="1902"/>
                    <a:pt x="734" y="1935"/>
                    <a:pt x="767" y="1969"/>
                  </a:cubicBezTo>
                  <a:cubicBezTo>
                    <a:pt x="801" y="2002"/>
                    <a:pt x="834" y="2002"/>
                    <a:pt x="868" y="2002"/>
                  </a:cubicBezTo>
                  <a:lnTo>
                    <a:pt x="901" y="2002"/>
                  </a:lnTo>
                  <a:cubicBezTo>
                    <a:pt x="968" y="1969"/>
                    <a:pt x="1001" y="1869"/>
                    <a:pt x="968" y="1802"/>
                  </a:cubicBezTo>
                  <a:cubicBezTo>
                    <a:pt x="968" y="1735"/>
                    <a:pt x="934" y="1702"/>
                    <a:pt x="868" y="1702"/>
                  </a:cubicBezTo>
                  <a:cubicBezTo>
                    <a:pt x="868" y="1635"/>
                    <a:pt x="868" y="1568"/>
                    <a:pt x="868" y="1535"/>
                  </a:cubicBezTo>
                  <a:cubicBezTo>
                    <a:pt x="868" y="1402"/>
                    <a:pt x="868" y="1302"/>
                    <a:pt x="801" y="1202"/>
                  </a:cubicBezTo>
                  <a:cubicBezTo>
                    <a:pt x="801" y="1168"/>
                    <a:pt x="767" y="1135"/>
                    <a:pt x="734" y="1101"/>
                  </a:cubicBezTo>
                  <a:cubicBezTo>
                    <a:pt x="834" y="968"/>
                    <a:pt x="901" y="801"/>
                    <a:pt x="901" y="634"/>
                  </a:cubicBezTo>
                  <a:cubicBezTo>
                    <a:pt x="901" y="268"/>
                    <a:pt x="734" y="1"/>
                    <a:pt x="46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9">
              <a:extLst>
                <a:ext uri="{FF2B5EF4-FFF2-40B4-BE49-F238E27FC236}">
                  <a16:creationId xmlns:a16="http://schemas.microsoft.com/office/drawing/2014/main" id="{4CF80831-D52A-515E-38C3-A9422C73BA2F}"/>
                </a:ext>
              </a:extLst>
            </p:cNvPr>
            <p:cNvSpPr/>
            <p:nvPr/>
          </p:nvSpPr>
          <p:spPr>
            <a:xfrm>
              <a:off x="8069456" y="2487914"/>
              <a:ext cx="18313" cy="43102"/>
            </a:xfrm>
            <a:custGeom>
              <a:avLst/>
              <a:gdLst/>
              <a:ahLst/>
              <a:cxnLst/>
              <a:rect l="l" t="t" r="r" b="b"/>
              <a:pathLst>
                <a:path w="868" h="2043" extrusionOk="0">
                  <a:moveTo>
                    <a:pt x="100" y="1"/>
                  </a:moveTo>
                  <a:cubicBezTo>
                    <a:pt x="34" y="1"/>
                    <a:pt x="0" y="67"/>
                    <a:pt x="0" y="167"/>
                  </a:cubicBezTo>
                  <a:lnTo>
                    <a:pt x="0" y="1902"/>
                  </a:lnTo>
                  <a:cubicBezTo>
                    <a:pt x="0" y="1960"/>
                    <a:pt x="50" y="2042"/>
                    <a:pt x="85" y="2042"/>
                  </a:cubicBezTo>
                  <a:cubicBezTo>
                    <a:pt x="91" y="2042"/>
                    <a:pt x="96" y="2040"/>
                    <a:pt x="100" y="2035"/>
                  </a:cubicBezTo>
                  <a:lnTo>
                    <a:pt x="767" y="2035"/>
                  </a:lnTo>
                  <a:cubicBezTo>
                    <a:pt x="834" y="2035"/>
                    <a:pt x="867" y="1969"/>
                    <a:pt x="867" y="1902"/>
                  </a:cubicBezTo>
                  <a:cubicBezTo>
                    <a:pt x="867" y="1802"/>
                    <a:pt x="834" y="1735"/>
                    <a:pt x="767" y="1735"/>
                  </a:cubicBezTo>
                  <a:lnTo>
                    <a:pt x="234" y="1735"/>
                  </a:lnTo>
                  <a:lnTo>
                    <a:pt x="234" y="1202"/>
                  </a:lnTo>
                  <a:lnTo>
                    <a:pt x="701" y="1202"/>
                  </a:lnTo>
                  <a:cubicBezTo>
                    <a:pt x="734" y="1202"/>
                    <a:pt x="801" y="1101"/>
                    <a:pt x="801" y="1035"/>
                  </a:cubicBezTo>
                  <a:cubicBezTo>
                    <a:pt x="801" y="935"/>
                    <a:pt x="734" y="868"/>
                    <a:pt x="701" y="868"/>
                  </a:cubicBezTo>
                  <a:lnTo>
                    <a:pt x="234" y="868"/>
                  </a:lnTo>
                  <a:lnTo>
                    <a:pt x="234" y="334"/>
                  </a:lnTo>
                  <a:lnTo>
                    <a:pt x="767" y="334"/>
                  </a:lnTo>
                  <a:cubicBezTo>
                    <a:pt x="834" y="334"/>
                    <a:pt x="867" y="268"/>
                    <a:pt x="867" y="167"/>
                  </a:cubicBezTo>
                  <a:cubicBezTo>
                    <a:pt x="867" y="67"/>
                    <a:pt x="834" y="1"/>
                    <a:pt x="76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9">
              <a:extLst>
                <a:ext uri="{FF2B5EF4-FFF2-40B4-BE49-F238E27FC236}">
                  <a16:creationId xmlns:a16="http://schemas.microsoft.com/office/drawing/2014/main" id="{FCEB956A-FCC7-1AC1-84CE-B098FB560589}"/>
                </a:ext>
              </a:extLst>
            </p:cNvPr>
            <p:cNvSpPr/>
            <p:nvPr/>
          </p:nvSpPr>
          <p:spPr>
            <a:xfrm>
              <a:off x="8094794" y="2488568"/>
              <a:ext cx="22532" cy="42997"/>
            </a:xfrm>
            <a:custGeom>
              <a:avLst/>
              <a:gdLst/>
              <a:ahLst/>
              <a:cxnLst/>
              <a:rect l="l" t="t" r="r" b="b"/>
              <a:pathLst>
                <a:path w="1068" h="2038" extrusionOk="0">
                  <a:moveTo>
                    <a:pt x="108" y="0"/>
                  </a:moveTo>
                  <a:cubicBezTo>
                    <a:pt x="84" y="0"/>
                    <a:pt x="59" y="11"/>
                    <a:pt x="33" y="36"/>
                  </a:cubicBezTo>
                  <a:cubicBezTo>
                    <a:pt x="0" y="70"/>
                    <a:pt x="0" y="103"/>
                    <a:pt x="0" y="170"/>
                  </a:cubicBezTo>
                  <a:lnTo>
                    <a:pt x="0" y="1871"/>
                  </a:lnTo>
                  <a:cubicBezTo>
                    <a:pt x="0" y="1938"/>
                    <a:pt x="33" y="2038"/>
                    <a:pt x="100" y="2038"/>
                  </a:cubicBezTo>
                  <a:cubicBezTo>
                    <a:pt x="167" y="2038"/>
                    <a:pt x="200" y="1938"/>
                    <a:pt x="200" y="1871"/>
                  </a:cubicBezTo>
                  <a:lnTo>
                    <a:pt x="234" y="637"/>
                  </a:lnTo>
                  <a:lnTo>
                    <a:pt x="867" y="1938"/>
                  </a:lnTo>
                  <a:lnTo>
                    <a:pt x="867" y="1971"/>
                  </a:lnTo>
                  <a:cubicBezTo>
                    <a:pt x="901" y="2004"/>
                    <a:pt x="934" y="2038"/>
                    <a:pt x="967" y="2038"/>
                  </a:cubicBezTo>
                  <a:cubicBezTo>
                    <a:pt x="1001" y="2038"/>
                    <a:pt x="1068" y="1938"/>
                    <a:pt x="1068" y="1871"/>
                  </a:cubicBezTo>
                  <a:lnTo>
                    <a:pt x="1068" y="170"/>
                  </a:lnTo>
                  <a:cubicBezTo>
                    <a:pt x="1068" y="70"/>
                    <a:pt x="1034" y="3"/>
                    <a:pt x="967" y="3"/>
                  </a:cubicBezTo>
                  <a:cubicBezTo>
                    <a:pt x="901" y="3"/>
                    <a:pt x="834" y="70"/>
                    <a:pt x="834" y="170"/>
                  </a:cubicBezTo>
                  <a:lnTo>
                    <a:pt x="834" y="1371"/>
                  </a:lnTo>
                  <a:lnTo>
                    <a:pt x="200" y="70"/>
                  </a:lnTo>
                  <a:cubicBezTo>
                    <a:pt x="180" y="29"/>
                    <a:pt x="146" y="0"/>
                    <a:pt x="10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9">
              <a:extLst>
                <a:ext uri="{FF2B5EF4-FFF2-40B4-BE49-F238E27FC236}">
                  <a16:creationId xmlns:a16="http://schemas.microsoft.com/office/drawing/2014/main" id="{E58AB96E-F549-3427-1835-4B2D0D941331}"/>
                </a:ext>
              </a:extLst>
            </p:cNvPr>
            <p:cNvSpPr/>
            <p:nvPr/>
          </p:nvSpPr>
          <p:spPr>
            <a:xfrm>
              <a:off x="8126462" y="2486501"/>
              <a:ext cx="26055" cy="45064"/>
            </a:xfrm>
            <a:custGeom>
              <a:avLst/>
              <a:gdLst/>
              <a:ahLst/>
              <a:cxnLst/>
              <a:rect l="l" t="t" r="r" b="b"/>
              <a:pathLst>
                <a:path w="1235" h="2136" extrusionOk="0">
                  <a:moveTo>
                    <a:pt x="734" y="1"/>
                  </a:moveTo>
                  <a:cubicBezTo>
                    <a:pt x="334" y="34"/>
                    <a:pt x="0" y="501"/>
                    <a:pt x="0" y="1068"/>
                  </a:cubicBezTo>
                  <a:cubicBezTo>
                    <a:pt x="0" y="1635"/>
                    <a:pt x="334" y="2136"/>
                    <a:pt x="734" y="2136"/>
                  </a:cubicBezTo>
                  <a:cubicBezTo>
                    <a:pt x="901" y="2102"/>
                    <a:pt x="1068" y="2036"/>
                    <a:pt x="1201" y="1902"/>
                  </a:cubicBezTo>
                  <a:cubicBezTo>
                    <a:pt x="1234" y="1802"/>
                    <a:pt x="1234" y="1736"/>
                    <a:pt x="1201" y="1669"/>
                  </a:cubicBezTo>
                  <a:cubicBezTo>
                    <a:pt x="1180" y="1628"/>
                    <a:pt x="1134" y="1599"/>
                    <a:pt x="1094" y="1599"/>
                  </a:cubicBezTo>
                  <a:cubicBezTo>
                    <a:pt x="1069" y="1599"/>
                    <a:pt x="1047" y="1610"/>
                    <a:pt x="1034" y="1635"/>
                  </a:cubicBezTo>
                  <a:cubicBezTo>
                    <a:pt x="968" y="1736"/>
                    <a:pt x="834" y="1769"/>
                    <a:pt x="701" y="1802"/>
                  </a:cubicBezTo>
                  <a:cubicBezTo>
                    <a:pt x="567" y="1769"/>
                    <a:pt x="434" y="1702"/>
                    <a:pt x="334" y="1569"/>
                  </a:cubicBezTo>
                  <a:cubicBezTo>
                    <a:pt x="134" y="1269"/>
                    <a:pt x="134" y="868"/>
                    <a:pt x="334" y="568"/>
                  </a:cubicBezTo>
                  <a:cubicBezTo>
                    <a:pt x="434" y="435"/>
                    <a:pt x="567" y="368"/>
                    <a:pt x="701" y="335"/>
                  </a:cubicBezTo>
                  <a:cubicBezTo>
                    <a:pt x="834" y="335"/>
                    <a:pt x="968" y="401"/>
                    <a:pt x="1034" y="501"/>
                  </a:cubicBezTo>
                  <a:cubicBezTo>
                    <a:pt x="1047" y="527"/>
                    <a:pt x="1069" y="538"/>
                    <a:pt x="1094" y="538"/>
                  </a:cubicBezTo>
                  <a:cubicBezTo>
                    <a:pt x="1134" y="538"/>
                    <a:pt x="1180" y="509"/>
                    <a:pt x="1201" y="468"/>
                  </a:cubicBezTo>
                  <a:cubicBezTo>
                    <a:pt x="1234" y="401"/>
                    <a:pt x="1234" y="301"/>
                    <a:pt x="1201" y="234"/>
                  </a:cubicBezTo>
                  <a:cubicBezTo>
                    <a:pt x="1068" y="101"/>
                    <a:pt x="901" y="34"/>
                    <a:pt x="73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9">
              <a:extLst>
                <a:ext uri="{FF2B5EF4-FFF2-40B4-BE49-F238E27FC236}">
                  <a16:creationId xmlns:a16="http://schemas.microsoft.com/office/drawing/2014/main" id="{0D02DA0F-47B4-2481-1323-3787878495D3}"/>
                </a:ext>
              </a:extLst>
            </p:cNvPr>
            <p:cNvSpPr/>
            <p:nvPr/>
          </p:nvSpPr>
          <p:spPr>
            <a:xfrm>
              <a:off x="8160239" y="2487914"/>
              <a:ext cx="20422" cy="43651"/>
            </a:xfrm>
            <a:custGeom>
              <a:avLst/>
              <a:gdLst/>
              <a:ahLst/>
              <a:cxnLst/>
              <a:rect l="l" t="t" r="r" b="b"/>
              <a:pathLst>
                <a:path w="968" h="2069" extrusionOk="0">
                  <a:moveTo>
                    <a:pt x="100" y="1"/>
                  </a:moveTo>
                  <a:cubicBezTo>
                    <a:pt x="67" y="1"/>
                    <a:pt x="0" y="67"/>
                    <a:pt x="0" y="167"/>
                  </a:cubicBezTo>
                  <a:lnTo>
                    <a:pt x="0" y="1902"/>
                  </a:lnTo>
                  <a:cubicBezTo>
                    <a:pt x="0" y="1969"/>
                    <a:pt x="67" y="2069"/>
                    <a:pt x="134" y="2069"/>
                  </a:cubicBezTo>
                  <a:cubicBezTo>
                    <a:pt x="167" y="2069"/>
                    <a:pt x="234" y="1969"/>
                    <a:pt x="234" y="1902"/>
                  </a:cubicBezTo>
                  <a:lnTo>
                    <a:pt x="234" y="1202"/>
                  </a:lnTo>
                  <a:lnTo>
                    <a:pt x="768" y="1202"/>
                  </a:lnTo>
                  <a:lnTo>
                    <a:pt x="768" y="1902"/>
                  </a:lnTo>
                  <a:cubicBezTo>
                    <a:pt x="768" y="1969"/>
                    <a:pt x="801" y="2069"/>
                    <a:pt x="868" y="2069"/>
                  </a:cubicBezTo>
                  <a:cubicBezTo>
                    <a:pt x="934" y="2069"/>
                    <a:pt x="968" y="1969"/>
                    <a:pt x="968" y="1902"/>
                  </a:cubicBezTo>
                  <a:lnTo>
                    <a:pt x="968" y="167"/>
                  </a:lnTo>
                  <a:cubicBezTo>
                    <a:pt x="968" y="67"/>
                    <a:pt x="934" y="1"/>
                    <a:pt x="868" y="1"/>
                  </a:cubicBezTo>
                  <a:cubicBezTo>
                    <a:pt x="801" y="1"/>
                    <a:pt x="768" y="67"/>
                    <a:pt x="768" y="167"/>
                  </a:cubicBezTo>
                  <a:lnTo>
                    <a:pt x="768" y="868"/>
                  </a:lnTo>
                  <a:lnTo>
                    <a:pt x="234" y="868"/>
                  </a:lnTo>
                  <a:lnTo>
                    <a:pt x="234" y="167"/>
                  </a:lnTo>
                  <a:cubicBezTo>
                    <a:pt x="234" y="67"/>
                    <a:pt x="167" y="1"/>
                    <a:pt x="10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9">
              <a:extLst>
                <a:ext uri="{FF2B5EF4-FFF2-40B4-BE49-F238E27FC236}">
                  <a16:creationId xmlns:a16="http://schemas.microsoft.com/office/drawing/2014/main" id="{AD1A2EAC-5E54-7B0F-62C4-0691C8991A6E}"/>
                </a:ext>
              </a:extLst>
            </p:cNvPr>
            <p:cNvSpPr/>
            <p:nvPr/>
          </p:nvSpPr>
          <p:spPr>
            <a:xfrm>
              <a:off x="7613413" y="2581376"/>
              <a:ext cx="39431" cy="43081"/>
            </a:xfrm>
            <a:custGeom>
              <a:avLst/>
              <a:gdLst/>
              <a:ahLst/>
              <a:cxnLst/>
              <a:rect l="l" t="t" r="r" b="b"/>
              <a:pathLst>
                <a:path w="1869" h="2042" extrusionOk="0">
                  <a:moveTo>
                    <a:pt x="534" y="307"/>
                  </a:moveTo>
                  <a:cubicBezTo>
                    <a:pt x="1435" y="307"/>
                    <a:pt x="1435" y="1708"/>
                    <a:pt x="534" y="1708"/>
                  </a:cubicBezTo>
                  <a:lnTo>
                    <a:pt x="334" y="1708"/>
                  </a:lnTo>
                  <a:lnTo>
                    <a:pt x="334" y="307"/>
                  </a:lnTo>
                  <a:close/>
                  <a:moveTo>
                    <a:pt x="139" y="1"/>
                  </a:moveTo>
                  <a:cubicBezTo>
                    <a:pt x="76" y="1"/>
                    <a:pt x="5" y="83"/>
                    <a:pt x="34" y="141"/>
                  </a:cubicBezTo>
                  <a:lnTo>
                    <a:pt x="34" y="1875"/>
                  </a:lnTo>
                  <a:cubicBezTo>
                    <a:pt x="1" y="1975"/>
                    <a:pt x="101" y="2042"/>
                    <a:pt x="168" y="2042"/>
                  </a:cubicBezTo>
                  <a:lnTo>
                    <a:pt x="534" y="2042"/>
                  </a:lnTo>
                  <a:cubicBezTo>
                    <a:pt x="1858" y="2042"/>
                    <a:pt x="1869" y="7"/>
                    <a:pt x="566" y="7"/>
                  </a:cubicBezTo>
                  <a:cubicBezTo>
                    <a:pt x="556" y="7"/>
                    <a:pt x="545" y="7"/>
                    <a:pt x="534" y="7"/>
                  </a:cubicBezTo>
                  <a:lnTo>
                    <a:pt x="168" y="7"/>
                  </a:lnTo>
                  <a:cubicBezTo>
                    <a:pt x="158" y="3"/>
                    <a:pt x="149" y="1"/>
                    <a:pt x="13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9">
              <a:extLst>
                <a:ext uri="{FF2B5EF4-FFF2-40B4-BE49-F238E27FC236}">
                  <a16:creationId xmlns:a16="http://schemas.microsoft.com/office/drawing/2014/main" id="{1F5C55AB-7A99-0D41-20B7-6166A8FFF93F}"/>
                </a:ext>
              </a:extLst>
            </p:cNvPr>
            <p:cNvSpPr/>
            <p:nvPr/>
          </p:nvSpPr>
          <p:spPr>
            <a:xfrm>
              <a:off x="7655650" y="2581376"/>
              <a:ext cx="6350" cy="43081"/>
            </a:xfrm>
            <a:custGeom>
              <a:avLst/>
              <a:gdLst/>
              <a:ahLst/>
              <a:cxnLst/>
              <a:rect l="l" t="t" r="r" b="b"/>
              <a:pathLst>
                <a:path w="301" h="2042" extrusionOk="0">
                  <a:moveTo>
                    <a:pt x="128" y="1"/>
                  </a:moveTo>
                  <a:cubicBezTo>
                    <a:pt x="50" y="1"/>
                    <a:pt x="0" y="83"/>
                    <a:pt x="0" y="141"/>
                  </a:cubicBezTo>
                  <a:lnTo>
                    <a:pt x="0" y="1875"/>
                  </a:lnTo>
                  <a:cubicBezTo>
                    <a:pt x="0" y="1975"/>
                    <a:pt x="67" y="2042"/>
                    <a:pt x="167" y="2042"/>
                  </a:cubicBezTo>
                  <a:cubicBezTo>
                    <a:pt x="234" y="2042"/>
                    <a:pt x="300" y="1975"/>
                    <a:pt x="300" y="1875"/>
                  </a:cubicBezTo>
                  <a:lnTo>
                    <a:pt x="300" y="141"/>
                  </a:lnTo>
                  <a:cubicBezTo>
                    <a:pt x="300" y="83"/>
                    <a:pt x="251" y="1"/>
                    <a:pt x="194" y="1"/>
                  </a:cubicBezTo>
                  <a:cubicBezTo>
                    <a:pt x="185" y="1"/>
                    <a:pt x="176" y="3"/>
                    <a:pt x="167" y="7"/>
                  </a:cubicBezTo>
                  <a:cubicBezTo>
                    <a:pt x="153" y="3"/>
                    <a:pt x="140" y="1"/>
                    <a:pt x="12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9">
              <a:extLst>
                <a:ext uri="{FF2B5EF4-FFF2-40B4-BE49-F238E27FC236}">
                  <a16:creationId xmlns:a16="http://schemas.microsoft.com/office/drawing/2014/main" id="{5FCF767F-9C78-9DF9-A7A2-DE5B8C97779A}"/>
                </a:ext>
              </a:extLst>
            </p:cNvPr>
            <p:cNvSpPr/>
            <p:nvPr/>
          </p:nvSpPr>
          <p:spPr>
            <a:xfrm>
              <a:off x="7671832" y="2580110"/>
              <a:ext cx="38735" cy="44199"/>
            </a:xfrm>
            <a:custGeom>
              <a:avLst/>
              <a:gdLst/>
              <a:ahLst/>
              <a:cxnLst/>
              <a:rect l="l" t="t" r="r" b="b"/>
              <a:pathLst>
                <a:path w="1836" h="2095" extrusionOk="0">
                  <a:moveTo>
                    <a:pt x="1068" y="0"/>
                  </a:moveTo>
                  <a:cubicBezTo>
                    <a:pt x="501" y="0"/>
                    <a:pt x="0" y="467"/>
                    <a:pt x="0" y="1035"/>
                  </a:cubicBezTo>
                  <a:cubicBezTo>
                    <a:pt x="0" y="1673"/>
                    <a:pt x="521" y="2094"/>
                    <a:pt x="1073" y="2094"/>
                  </a:cubicBezTo>
                  <a:cubicBezTo>
                    <a:pt x="1300" y="2094"/>
                    <a:pt x="1531" y="2024"/>
                    <a:pt x="1735" y="1868"/>
                  </a:cubicBezTo>
                  <a:cubicBezTo>
                    <a:pt x="1802" y="1802"/>
                    <a:pt x="1835" y="1702"/>
                    <a:pt x="1768" y="1635"/>
                  </a:cubicBezTo>
                  <a:cubicBezTo>
                    <a:pt x="1729" y="1596"/>
                    <a:pt x="1679" y="1580"/>
                    <a:pt x="1630" y="1580"/>
                  </a:cubicBezTo>
                  <a:cubicBezTo>
                    <a:pt x="1596" y="1580"/>
                    <a:pt x="1562" y="1588"/>
                    <a:pt x="1535" y="1602"/>
                  </a:cubicBezTo>
                  <a:cubicBezTo>
                    <a:pt x="1401" y="1702"/>
                    <a:pt x="1235" y="1768"/>
                    <a:pt x="1068" y="1768"/>
                  </a:cubicBezTo>
                  <a:cubicBezTo>
                    <a:pt x="868" y="1768"/>
                    <a:pt x="701" y="1702"/>
                    <a:pt x="534" y="1568"/>
                  </a:cubicBezTo>
                  <a:cubicBezTo>
                    <a:pt x="401" y="1401"/>
                    <a:pt x="334" y="1235"/>
                    <a:pt x="334" y="1035"/>
                  </a:cubicBezTo>
                  <a:cubicBezTo>
                    <a:pt x="334" y="868"/>
                    <a:pt x="401" y="668"/>
                    <a:pt x="534" y="534"/>
                  </a:cubicBezTo>
                  <a:cubicBezTo>
                    <a:pt x="701" y="401"/>
                    <a:pt x="868" y="334"/>
                    <a:pt x="1068" y="334"/>
                  </a:cubicBezTo>
                  <a:cubicBezTo>
                    <a:pt x="1235" y="334"/>
                    <a:pt x="1401" y="367"/>
                    <a:pt x="1535" y="501"/>
                  </a:cubicBezTo>
                  <a:cubicBezTo>
                    <a:pt x="1559" y="513"/>
                    <a:pt x="1593" y="521"/>
                    <a:pt x="1627" y="521"/>
                  </a:cubicBezTo>
                  <a:cubicBezTo>
                    <a:pt x="1686" y="521"/>
                    <a:pt x="1747" y="498"/>
                    <a:pt x="1768" y="434"/>
                  </a:cubicBezTo>
                  <a:cubicBezTo>
                    <a:pt x="1835" y="367"/>
                    <a:pt x="1802" y="267"/>
                    <a:pt x="1735" y="201"/>
                  </a:cubicBezTo>
                  <a:cubicBezTo>
                    <a:pt x="1568" y="67"/>
                    <a:pt x="1301" y="0"/>
                    <a:pt x="106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9">
              <a:extLst>
                <a:ext uri="{FF2B5EF4-FFF2-40B4-BE49-F238E27FC236}">
                  <a16:creationId xmlns:a16="http://schemas.microsoft.com/office/drawing/2014/main" id="{E86E74A4-EF4B-FF8D-982E-9F7709EBD090}"/>
                </a:ext>
              </a:extLst>
            </p:cNvPr>
            <p:cNvSpPr/>
            <p:nvPr/>
          </p:nvSpPr>
          <p:spPr>
            <a:xfrm>
              <a:off x="7717571" y="2581376"/>
              <a:ext cx="33798" cy="43081"/>
            </a:xfrm>
            <a:custGeom>
              <a:avLst/>
              <a:gdLst/>
              <a:ahLst/>
              <a:cxnLst/>
              <a:rect l="l" t="t" r="r" b="b"/>
              <a:pathLst>
                <a:path w="1602" h="2042" extrusionOk="0">
                  <a:moveTo>
                    <a:pt x="1464" y="1"/>
                  </a:moveTo>
                  <a:cubicBezTo>
                    <a:pt x="1454" y="1"/>
                    <a:pt x="1444" y="3"/>
                    <a:pt x="1435" y="7"/>
                  </a:cubicBezTo>
                  <a:lnTo>
                    <a:pt x="167" y="7"/>
                  </a:lnTo>
                  <a:cubicBezTo>
                    <a:pt x="101" y="7"/>
                    <a:pt x="34" y="74"/>
                    <a:pt x="34" y="141"/>
                  </a:cubicBezTo>
                  <a:cubicBezTo>
                    <a:pt x="1" y="241"/>
                    <a:pt x="101" y="307"/>
                    <a:pt x="167" y="307"/>
                  </a:cubicBezTo>
                  <a:lnTo>
                    <a:pt x="634" y="307"/>
                  </a:lnTo>
                  <a:lnTo>
                    <a:pt x="634" y="1875"/>
                  </a:lnTo>
                  <a:cubicBezTo>
                    <a:pt x="634" y="1975"/>
                    <a:pt x="701" y="2042"/>
                    <a:pt x="801" y="2042"/>
                  </a:cubicBezTo>
                  <a:cubicBezTo>
                    <a:pt x="901" y="2042"/>
                    <a:pt x="968" y="1975"/>
                    <a:pt x="968" y="1875"/>
                  </a:cubicBezTo>
                  <a:lnTo>
                    <a:pt x="968" y="307"/>
                  </a:lnTo>
                  <a:lnTo>
                    <a:pt x="1435" y="307"/>
                  </a:lnTo>
                  <a:cubicBezTo>
                    <a:pt x="1502" y="307"/>
                    <a:pt x="1602" y="241"/>
                    <a:pt x="1602" y="141"/>
                  </a:cubicBezTo>
                  <a:cubicBezTo>
                    <a:pt x="1602" y="83"/>
                    <a:pt x="1527" y="1"/>
                    <a:pt x="146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9">
              <a:extLst>
                <a:ext uri="{FF2B5EF4-FFF2-40B4-BE49-F238E27FC236}">
                  <a16:creationId xmlns:a16="http://schemas.microsoft.com/office/drawing/2014/main" id="{753CF738-552E-496E-21DD-3B1D240D31DD}"/>
                </a:ext>
              </a:extLst>
            </p:cNvPr>
            <p:cNvSpPr/>
            <p:nvPr/>
          </p:nvSpPr>
          <p:spPr>
            <a:xfrm>
              <a:off x="7761201" y="2581376"/>
              <a:ext cx="7068" cy="43081"/>
            </a:xfrm>
            <a:custGeom>
              <a:avLst/>
              <a:gdLst/>
              <a:ahLst/>
              <a:cxnLst/>
              <a:rect l="l" t="t" r="r" b="b"/>
              <a:pathLst>
                <a:path w="335" h="2042" extrusionOk="0">
                  <a:moveTo>
                    <a:pt x="139" y="1"/>
                  </a:moveTo>
                  <a:cubicBezTo>
                    <a:pt x="76" y="1"/>
                    <a:pt x="5" y="83"/>
                    <a:pt x="34" y="141"/>
                  </a:cubicBezTo>
                  <a:lnTo>
                    <a:pt x="34" y="1875"/>
                  </a:lnTo>
                  <a:cubicBezTo>
                    <a:pt x="1" y="1975"/>
                    <a:pt x="101" y="2042"/>
                    <a:pt x="168" y="2042"/>
                  </a:cubicBezTo>
                  <a:cubicBezTo>
                    <a:pt x="268" y="2042"/>
                    <a:pt x="334" y="1975"/>
                    <a:pt x="334" y="1875"/>
                  </a:cubicBezTo>
                  <a:lnTo>
                    <a:pt x="334" y="141"/>
                  </a:lnTo>
                  <a:cubicBezTo>
                    <a:pt x="334" y="83"/>
                    <a:pt x="285" y="1"/>
                    <a:pt x="207" y="1"/>
                  </a:cubicBezTo>
                  <a:cubicBezTo>
                    <a:pt x="194" y="1"/>
                    <a:pt x="181" y="3"/>
                    <a:pt x="168" y="7"/>
                  </a:cubicBezTo>
                  <a:cubicBezTo>
                    <a:pt x="158" y="3"/>
                    <a:pt x="149" y="1"/>
                    <a:pt x="13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9">
              <a:extLst>
                <a:ext uri="{FF2B5EF4-FFF2-40B4-BE49-F238E27FC236}">
                  <a16:creationId xmlns:a16="http://schemas.microsoft.com/office/drawing/2014/main" id="{A0133BD8-6145-B789-76DD-BB580E459667}"/>
                </a:ext>
              </a:extLst>
            </p:cNvPr>
            <p:cNvSpPr/>
            <p:nvPr/>
          </p:nvSpPr>
          <p:spPr>
            <a:xfrm>
              <a:off x="7775990" y="2580110"/>
              <a:ext cx="46457" cy="44347"/>
            </a:xfrm>
            <a:custGeom>
              <a:avLst/>
              <a:gdLst/>
              <a:ahLst/>
              <a:cxnLst/>
              <a:rect l="l" t="t" r="r" b="b"/>
              <a:pathLst>
                <a:path w="2202" h="2102" extrusionOk="0">
                  <a:moveTo>
                    <a:pt x="1101" y="334"/>
                  </a:moveTo>
                  <a:cubicBezTo>
                    <a:pt x="1268" y="334"/>
                    <a:pt x="1435" y="401"/>
                    <a:pt x="1568" y="534"/>
                  </a:cubicBezTo>
                  <a:cubicBezTo>
                    <a:pt x="1701" y="668"/>
                    <a:pt x="1768" y="868"/>
                    <a:pt x="1768" y="1035"/>
                  </a:cubicBezTo>
                  <a:cubicBezTo>
                    <a:pt x="1768" y="1235"/>
                    <a:pt x="1701" y="1401"/>
                    <a:pt x="1568" y="1568"/>
                  </a:cubicBezTo>
                  <a:cubicBezTo>
                    <a:pt x="1435" y="1702"/>
                    <a:pt x="1260" y="1768"/>
                    <a:pt x="1089" y="1768"/>
                  </a:cubicBezTo>
                  <a:cubicBezTo>
                    <a:pt x="918" y="1768"/>
                    <a:pt x="751" y="1702"/>
                    <a:pt x="634" y="1568"/>
                  </a:cubicBezTo>
                  <a:cubicBezTo>
                    <a:pt x="501" y="1401"/>
                    <a:pt x="434" y="1235"/>
                    <a:pt x="434" y="1035"/>
                  </a:cubicBezTo>
                  <a:cubicBezTo>
                    <a:pt x="434" y="868"/>
                    <a:pt x="501" y="668"/>
                    <a:pt x="634" y="534"/>
                  </a:cubicBezTo>
                  <a:cubicBezTo>
                    <a:pt x="734" y="401"/>
                    <a:pt x="934" y="334"/>
                    <a:pt x="1101" y="334"/>
                  </a:cubicBezTo>
                  <a:close/>
                  <a:moveTo>
                    <a:pt x="1101" y="0"/>
                  </a:moveTo>
                  <a:cubicBezTo>
                    <a:pt x="834" y="0"/>
                    <a:pt x="567" y="101"/>
                    <a:pt x="367" y="301"/>
                  </a:cubicBezTo>
                  <a:cubicBezTo>
                    <a:pt x="0" y="734"/>
                    <a:pt x="0" y="1368"/>
                    <a:pt x="367" y="1768"/>
                  </a:cubicBezTo>
                  <a:cubicBezTo>
                    <a:pt x="567" y="1969"/>
                    <a:pt x="834" y="2102"/>
                    <a:pt x="1101" y="2102"/>
                  </a:cubicBezTo>
                  <a:cubicBezTo>
                    <a:pt x="1368" y="2102"/>
                    <a:pt x="1635" y="1969"/>
                    <a:pt x="1802" y="1768"/>
                  </a:cubicBezTo>
                  <a:cubicBezTo>
                    <a:pt x="2202" y="1368"/>
                    <a:pt x="2202" y="701"/>
                    <a:pt x="1802" y="301"/>
                  </a:cubicBezTo>
                  <a:cubicBezTo>
                    <a:pt x="1635" y="101"/>
                    <a:pt x="1368" y="0"/>
                    <a:pt x="110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9">
              <a:extLst>
                <a:ext uri="{FF2B5EF4-FFF2-40B4-BE49-F238E27FC236}">
                  <a16:creationId xmlns:a16="http://schemas.microsoft.com/office/drawing/2014/main" id="{AA4405D9-B761-9113-8E43-29CB7F1426A5}"/>
                </a:ext>
              </a:extLst>
            </p:cNvPr>
            <p:cNvSpPr/>
            <p:nvPr/>
          </p:nvSpPr>
          <p:spPr>
            <a:xfrm>
              <a:off x="7830886" y="2581756"/>
              <a:ext cx="32385" cy="42701"/>
            </a:xfrm>
            <a:custGeom>
              <a:avLst/>
              <a:gdLst/>
              <a:ahLst/>
              <a:cxnLst/>
              <a:rect l="l" t="t" r="r" b="b"/>
              <a:pathLst>
                <a:path w="1535" h="2024" extrusionOk="0">
                  <a:moveTo>
                    <a:pt x="160" y="1"/>
                  </a:moveTo>
                  <a:cubicBezTo>
                    <a:pt x="128" y="1"/>
                    <a:pt x="94" y="9"/>
                    <a:pt x="67" y="23"/>
                  </a:cubicBezTo>
                  <a:cubicBezTo>
                    <a:pt x="0" y="56"/>
                    <a:pt x="0" y="123"/>
                    <a:pt x="0" y="156"/>
                  </a:cubicBezTo>
                  <a:lnTo>
                    <a:pt x="0" y="1857"/>
                  </a:lnTo>
                  <a:cubicBezTo>
                    <a:pt x="0" y="1957"/>
                    <a:pt x="67" y="2024"/>
                    <a:pt x="167" y="2024"/>
                  </a:cubicBezTo>
                  <a:cubicBezTo>
                    <a:pt x="234" y="2024"/>
                    <a:pt x="300" y="1957"/>
                    <a:pt x="300" y="1857"/>
                  </a:cubicBezTo>
                  <a:lnTo>
                    <a:pt x="334" y="656"/>
                  </a:lnTo>
                  <a:lnTo>
                    <a:pt x="1268" y="1957"/>
                  </a:lnTo>
                  <a:cubicBezTo>
                    <a:pt x="1301" y="1991"/>
                    <a:pt x="1334" y="2024"/>
                    <a:pt x="1368" y="2024"/>
                  </a:cubicBezTo>
                  <a:cubicBezTo>
                    <a:pt x="1468" y="2024"/>
                    <a:pt x="1535" y="1957"/>
                    <a:pt x="1535" y="1857"/>
                  </a:cubicBezTo>
                  <a:lnTo>
                    <a:pt x="1535" y="156"/>
                  </a:lnTo>
                  <a:cubicBezTo>
                    <a:pt x="1535" y="56"/>
                    <a:pt x="1460" y="6"/>
                    <a:pt x="1384" y="6"/>
                  </a:cubicBezTo>
                  <a:cubicBezTo>
                    <a:pt x="1309" y="6"/>
                    <a:pt x="1234" y="56"/>
                    <a:pt x="1234" y="156"/>
                  </a:cubicBezTo>
                  <a:lnTo>
                    <a:pt x="1234" y="1357"/>
                  </a:lnTo>
                  <a:lnTo>
                    <a:pt x="267" y="56"/>
                  </a:lnTo>
                  <a:cubicBezTo>
                    <a:pt x="247" y="17"/>
                    <a:pt x="205" y="1"/>
                    <a:pt x="160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9">
              <a:extLst>
                <a:ext uri="{FF2B5EF4-FFF2-40B4-BE49-F238E27FC236}">
                  <a16:creationId xmlns:a16="http://schemas.microsoft.com/office/drawing/2014/main" id="{4926D00F-A0C0-35C1-0CDF-7A92ED2DBA69}"/>
                </a:ext>
              </a:extLst>
            </p:cNvPr>
            <p:cNvSpPr/>
            <p:nvPr/>
          </p:nvSpPr>
          <p:spPr>
            <a:xfrm>
              <a:off x="7875212" y="2580996"/>
              <a:ext cx="35212" cy="43461"/>
            </a:xfrm>
            <a:custGeom>
              <a:avLst/>
              <a:gdLst/>
              <a:ahLst/>
              <a:cxnLst/>
              <a:rect l="l" t="t" r="r" b="b"/>
              <a:pathLst>
                <a:path w="1669" h="2060" extrusionOk="0">
                  <a:moveTo>
                    <a:pt x="835" y="626"/>
                  </a:moveTo>
                  <a:lnTo>
                    <a:pt x="1068" y="1226"/>
                  </a:lnTo>
                  <a:lnTo>
                    <a:pt x="601" y="1226"/>
                  </a:lnTo>
                  <a:lnTo>
                    <a:pt x="835" y="626"/>
                  </a:lnTo>
                  <a:close/>
                  <a:moveTo>
                    <a:pt x="830" y="0"/>
                  </a:moveTo>
                  <a:cubicBezTo>
                    <a:pt x="768" y="0"/>
                    <a:pt x="701" y="42"/>
                    <a:pt x="668" y="125"/>
                  </a:cubicBezTo>
                  <a:lnTo>
                    <a:pt x="34" y="1826"/>
                  </a:lnTo>
                  <a:cubicBezTo>
                    <a:pt x="1" y="1927"/>
                    <a:pt x="34" y="2027"/>
                    <a:pt x="134" y="2060"/>
                  </a:cubicBezTo>
                  <a:lnTo>
                    <a:pt x="167" y="2060"/>
                  </a:lnTo>
                  <a:cubicBezTo>
                    <a:pt x="234" y="2060"/>
                    <a:pt x="301" y="1993"/>
                    <a:pt x="334" y="1960"/>
                  </a:cubicBezTo>
                  <a:lnTo>
                    <a:pt x="468" y="1560"/>
                  </a:lnTo>
                  <a:lnTo>
                    <a:pt x="1168" y="1560"/>
                  </a:lnTo>
                  <a:lnTo>
                    <a:pt x="1335" y="1960"/>
                  </a:lnTo>
                  <a:cubicBezTo>
                    <a:pt x="1335" y="1993"/>
                    <a:pt x="1402" y="2060"/>
                    <a:pt x="1468" y="2060"/>
                  </a:cubicBezTo>
                  <a:lnTo>
                    <a:pt x="1535" y="2060"/>
                  </a:lnTo>
                  <a:cubicBezTo>
                    <a:pt x="1602" y="2027"/>
                    <a:pt x="1668" y="1927"/>
                    <a:pt x="1635" y="1826"/>
                  </a:cubicBezTo>
                  <a:lnTo>
                    <a:pt x="968" y="125"/>
                  </a:lnTo>
                  <a:cubicBezTo>
                    <a:pt x="951" y="42"/>
                    <a:pt x="893" y="0"/>
                    <a:pt x="83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9">
              <a:extLst>
                <a:ext uri="{FF2B5EF4-FFF2-40B4-BE49-F238E27FC236}">
                  <a16:creationId xmlns:a16="http://schemas.microsoft.com/office/drawing/2014/main" id="{237E7BF1-94D6-C068-4AC1-75340737291C}"/>
                </a:ext>
              </a:extLst>
            </p:cNvPr>
            <p:cNvSpPr/>
            <p:nvPr/>
          </p:nvSpPr>
          <p:spPr>
            <a:xfrm>
              <a:off x="7917449" y="2580807"/>
              <a:ext cx="31688" cy="42955"/>
            </a:xfrm>
            <a:custGeom>
              <a:avLst/>
              <a:gdLst/>
              <a:ahLst/>
              <a:cxnLst/>
              <a:rect l="l" t="t" r="r" b="b"/>
              <a:pathLst>
                <a:path w="1502" h="2036" extrusionOk="0">
                  <a:moveTo>
                    <a:pt x="667" y="334"/>
                  </a:moveTo>
                  <a:cubicBezTo>
                    <a:pt x="834" y="334"/>
                    <a:pt x="967" y="468"/>
                    <a:pt x="967" y="635"/>
                  </a:cubicBezTo>
                  <a:cubicBezTo>
                    <a:pt x="967" y="801"/>
                    <a:pt x="834" y="935"/>
                    <a:pt x="667" y="935"/>
                  </a:cubicBezTo>
                  <a:lnTo>
                    <a:pt x="300" y="935"/>
                  </a:lnTo>
                  <a:lnTo>
                    <a:pt x="300" y="334"/>
                  </a:lnTo>
                  <a:close/>
                  <a:moveTo>
                    <a:pt x="133" y="1"/>
                  </a:moveTo>
                  <a:cubicBezTo>
                    <a:pt x="67" y="1"/>
                    <a:pt x="0" y="68"/>
                    <a:pt x="0" y="168"/>
                  </a:cubicBezTo>
                  <a:lnTo>
                    <a:pt x="0" y="1902"/>
                  </a:lnTo>
                  <a:cubicBezTo>
                    <a:pt x="17" y="1986"/>
                    <a:pt x="83" y="2027"/>
                    <a:pt x="150" y="2027"/>
                  </a:cubicBezTo>
                  <a:cubicBezTo>
                    <a:pt x="217" y="2027"/>
                    <a:pt x="284" y="1986"/>
                    <a:pt x="300" y="1902"/>
                  </a:cubicBezTo>
                  <a:lnTo>
                    <a:pt x="300" y="1268"/>
                  </a:lnTo>
                  <a:lnTo>
                    <a:pt x="667" y="1268"/>
                  </a:lnTo>
                  <a:cubicBezTo>
                    <a:pt x="701" y="1268"/>
                    <a:pt x="767" y="1302"/>
                    <a:pt x="834" y="1335"/>
                  </a:cubicBezTo>
                  <a:cubicBezTo>
                    <a:pt x="867" y="1335"/>
                    <a:pt x="867" y="1368"/>
                    <a:pt x="901" y="1402"/>
                  </a:cubicBezTo>
                  <a:cubicBezTo>
                    <a:pt x="934" y="1435"/>
                    <a:pt x="934" y="1502"/>
                    <a:pt x="934" y="1535"/>
                  </a:cubicBezTo>
                  <a:cubicBezTo>
                    <a:pt x="934" y="1669"/>
                    <a:pt x="967" y="1769"/>
                    <a:pt x="1001" y="1902"/>
                  </a:cubicBezTo>
                  <a:cubicBezTo>
                    <a:pt x="1034" y="1936"/>
                    <a:pt x="1067" y="1969"/>
                    <a:pt x="1101" y="2002"/>
                  </a:cubicBezTo>
                  <a:cubicBezTo>
                    <a:pt x="1134" y="2002"/>
                    <a:pt x="1168" y="2036"/>
                    <a:pt x="1201" y="2036"/>
                  </a:cubicBezTo>
                  <a:lnTo>
                    <a:pt x="1268" y="2036"/>
                  </a:lnTo>
                  <a:cubicBezTo>
                    <a:pt x="1368" y="2002"/>
                    <a:pt x="1401" y="1902"/>
                    <a:pt x="1368" y="1835"/>
                  </a:cubicBezTo>
                  <a:cubicBezTo>
                    <a:pt x="1368" y="1769"/>
                    <a:pt x="1301" y="1735"/>
                    <a:pt x="1268" y="1702"/>
                  </a:cubicBezTo>
                  <a:cubicBezTo>
                    <a:pt x="1268" y="1669"/>
                    <a:pt x="1268" y="1602"/>
                    <a:pt x="1268" y="1535"/>
                  </a:cubicBezTo>
                  <a:cubicBezTo>
                    <a:pt x="1268" y="1435"/>
                    <a:pt x="1234" y="1302"/>
                    <a:pt x="1168" y="1235"/>
                  </a:cubicBezTo>
                  <a:cubicBezTo>
                    <a:pt x="1134" y="1168"/>
                    <a:pt x="1101" y="1135"/>
                    <a:pt x="1067" y="1102"/>
                  </a:cubicBezTo>
                  <a:cubicBezTo>
                    <a:pt x="1501" y="735"/>
                    <a:pt x="1268" y="1"/>
                    <a:pt x="66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9">
              <a:extLst>
                <a:ext uri="{FF2B5EF4-FFF2-40B4-BE49-F238E27FC236}">
                  <a16:creationId xmlns:a16="http://schemas.microsoft.com/office/drawing/2014/main" id="{FF75130F-5F27-0526-FEC8-4563C3B08015}"/>
                </a:ext>
              </a:extLst>
            </p:cNvPr>
            <p:cNvSpPr/>
            <p:nvPr/>
          </p:nvSpPr>
          <p:spPr>
            <a:xfrm>
              <a:off x="7951922" y="2581461"/>
              <a:ext cx="33798" cy="42997"/>
            </a:xfrm>
            <a:custGeom>
              <a:avLst/>
              <a:gdLst/>
              <a:ahLst/>
              <a:cxnLst/>
              <a:rect l="l" t="t" r="r" b="b"/>
              <a:pathLst>
                <a:path w="1602" h="2038" extrusionOk="0">
                  <a:moveTo>
                    <a:pt x="178" y="0"/>
                  </a:moveTo>
                  <a:cubicBezTo>
                    <a:pt x="144" y="0"/>
                    <a:pt x="106" y="11"/>
                    <a:pt x="67" y="37"/>
                  </a:cubicBezTo>
                  <a:cubicBezTo>
                    <a:pt x="1" y="103"/>
                    <a:pt x="1" y="203"/>
                    <a:pt x="67" y="270"/>
                  </a:cubicBezTo>
                  <a:lnTo>
                    <a:pt x="634" y="1104"/>
                  </a:lnTo>
                  <a:lnTo>
                    <a:pt x="634" y="1905"/>
                  </a:lnTo>
                  <a:cubicBezTo>
                    <a:pt x="634" y="1971"/>
                    <a:pt x="701" y="2038"/>
                    <a:pt x="801" y="2038"/>
                  </a:cubicBezTo>
                  <a:cubicBezTo>
                    <a:pt x="901" y="2038"/>
                    <a:pt x="968" y="1971"/>
                    <a:pt x="968" y="1905"/>
                  </a:cubicBezTo>
                  <a:lnTo>
                    <a:pt x="968" y="1104"/>
                  </a:lnTo>
                  <a:lnTo>
                    <a:pt x="1568" y="270"/>
                  </a:lnTo>
                  <a:cubicBezTo>
                    <a:pt x="1602" y="203"/>
                    <a:pt x="1602" y="103"/>
                    <a:pt x="1535" y="37"/>
                  </a:cubicBezTo>
                  <a:cubicBezTo>
                    <a:pt x="1510" y="11"/>
                    <a:pt x="1479" y="0"/>
                    <a:pt x="1448" y="0"/>
                  </a:cubicBezTo>
                  <a:cubicBezTo>
                    <a:pt x="1397" y="0"/>
                    <a:pt x="1343" y="29"/>
                    <a:pt x="1301" y="70"/>
                  </a:cubicBezTo>
                  <a:lnTo>
                    <a:pt x="801" y="770"/>
                  </a:lnTo>
                  <a:lnTo>
                    <a:pt x="301" y="70"/>
                  </a:lnTo>
                  <a:cubicBezTo>
                    <a:pt x="280" y="29"/>
                    <a:pt x="234" y="0"/>
                    <a:pt x="17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56373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>
          <a:extLst>
            <a:ext uri="{FF2B5EF4-FFF2-40B4-BE49-F238E27FC236}">
              <a16:creationId xmlns:a16="http://schemas.microsoft.com/office/drawing/2014/main" id="{FA070FB1-08A4-0007-230F-E36CE3C5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39">
            <a:extLst>
              <a:ext uri="{FF2B5EF4-FFF2-40B4-BE49-F238E27FC236}">
                <a16:creationId xmlns:a16="http://schemas.microsoft.com/office/drawing/2014/main" id="{083A156A-A06F-A788-2105-ECD588391C4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545475"/>
            <a:ext cx="7717500" cy="2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Results </a:t>
            </a:r>
            <a:r>
              <a:rPr lang="en"/>
              <a:t>A</a:t>
            </a:r>
            <a:r>
              <a:rPr lang="en" sz="2300"/>
              <a:t>nalysis</a:t>
            </a:r>
            <a:endParaRPr sz="2300"/>
          </a:p>
        </p:txBody>
      </p:sp>
      <p:sp>
        <p:nvSpPr>
          <p:cNvPr id="1268" name="Google Shape;1268;p39">
            <a:extLst>
              <a:ext uri="{FF2B5EF4-FFF2-40B4-BE49-F238E27FC236}">
                <a16:creationId xmlns:a16="http://schemas.microsoft.com/office/drawing/2014/main" id="{7E0092CA-ADED-885C-B381-01D2ACE486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0350" y="2916650"/>
            <a:ext cx="3377100" cy="7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Avez-vous des questions ?</a:t>
            </a:r>
            <a:endParaRPr dirty="0"/>
          </a:p>
        </p:txBody>
      </p:sp>
      <p:grpSp>
        <p:nvGrpSpPr>
          <p:cNvPr id="2" name="Google Shape;1703;p45">
            <a:extLst>
              <a:ext uri="{FF2B5EF4-FFF2-40B4-BE49-F238E27FC236}">
                <a16:creationId xmlns:a16="http://schemas.microsoft.com/office/drawing/2014/main" id="{E345C45D-25D3-3DE3-799C-C52CD3313A39}"/>
              </a:ext>
            </a:extLst>
          </p:cNvPr>
          <p:cNvGrpSpPr/>
          <p:nvPr/>
        </p:nvGrpSpPr>
        <p:grpSpPr>
          <a:xfrm>
            <a:off x="3730275" y="1028499"/>
            <a:ext cx="4700496" cy="3576010"/>
            <a:chOff x="3763400" y="1028499"/>
            <a:chExt cx="4700496" cy="3576010"/>
          </a:xfrm>
        </p:grpSpPr>
        <p:sp>
          <p:nvSpPr>
            <p:cNvPr id="3" name="Google Shape;1704;p45">
              <a:extLst>
                <a:ext uri="{FF2B5EF4-FFF2-40B4-BE49-F238E27FC236}">
                  <a16:creationId xmlns:a16="http://schemas.microsoft.com/office/drawing/2014/main" id="{2B025EAE-2FE2-6212-91E3-DE83F87246E1}"/>
                </a:ext>
              </a:extLst>
            </p:cNvPr>
            <p:cNvSpPr/>
            <p:nvPr/>
          </p:nvSpPr>
          <p:spPr>
            <a:xfrm>
              <a:off x="3763400" y="4033886"/>
              <a:ext cx="3844179" cy="10103"/>
            </a:xfrm>
            <a:custGeom>
              <a:avLst/>
              <a:gdLst/>
              <a:ahLst/>
              <a:cxnLst/>
              <a:rect l="l" t="t" r="r" b="b"/>
              <a:pathLst>
                <a:path w="165519" h="435" extrusionOk="0">
                  <a:moveTo>
                    <a:pt x="82759" y="0"/>
                  </a:moveTo>
                  <a:lnTo>
                    <a:pt x="41396" y="67"/>
                  </a:lnTo>
                  <a:lnTo>
                    <a:pt x="20715" y="101"/>
                  </a:lnTo>
                  <a:lnTo>
                    <a:pt x="0" y="234"/>
                  </a:lnTo>
                  <a:lnTo>
                    <a:pt x="20715" y="334"/>
                  </a:lnTo>
                  <a:lnTo>
                    <a:pt x="41396" y="367"/>
                  </a:lnTo>
                  <a:lnTo>
                    <a:pt x="82759" y="434"/>
                  </a:lnTo>
                  <a:lnTo>
                    <a:pt x="124122" y="367"/>
                  </a:lnTo>
                  <a:lnTo>
                    <a:pt x="144837" y="334"/>
                  </a:lnTo>
                  <a:lnTo>
                    <a:pt x="165518" y="234"/>
                  </a:lnTo>
                  <a:lnTo>
                    <a:pt x="144837" y="101"/>
                  </a:lnTo>
                  <a:lnTo>
                    <a:pt x="124122" y="67"/>
                  </a:lnTo>
                  <a:lnTo>
                    <a:pt x="8275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05;p45">
              <a:extLst>
                <a:ext uri="{FF2B5EF4-FFF2-40B4-BE49-F238E27FC236}">
                  <a16:creationId xmlns:a16="http://schemas.microsoft.com/office/drawing/2014/main" id="{B2A8C3D2-8C88-64F6-43BF-ACD4DA9A81DE}"/>
                </a:ext>
              </a:extLst>
            </p:cNvPr>
            <p:cNvSpPr/>
            <p:nvPr/>
          </p:nvSpPr>
          <p:spPr>
            <a:xfrm>
              <a:off x="6403814" y="1843183"/>
              <a:ext cx="421464" cy="21715"/>
            </a:xfrm>
            <a:custGeom>
              <a:avLst/>
              <a:gdLst/>
              <a:ahLst/>
              <a:cxnLst/>
              <a:rect l="l" t="t" r="r" b="b"/>
              <a:pathLst>
                <a:path w="18147" h="935" extrusionOk="0">
                  <a:moveTo>
                    <a:pt x="18146" y="1"/>
                  </a:moveTo>
                  <a:lnTo>
                    <a:pt x="0" y="34"/>
                  </a:lnTo>
                  <a:lnTo>
                    <a:pt x="0" y="935"/>
                  </a:lnTo>
                  <a:lnTo>
                    <a:pt x="18146" y="868"/>
                  </a:lnTo>
                  <a:lnTo>
                    <a:pt x="18146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06;p45">
              <a:extLst>
                <a:ext uri="{FF2B5EF4-FFF2-40B4-BE49-F238E27FC236}">
                  <a16:creationId xmlns:a16="http://schemas.microsoft.com/office/drawing/2014/main" id="{174421ED-F87A-A58E-91F7-4987B8B97B48}"/>
                </a:ext>
              </a:extLst>
            </p:cNvPr>
            <p:cNvSpPr/>
            <p:nvPr/>
          </p:nvSpPr>
          <p:spPr>
            <a:xfrm>
              <a:off x="6403814" y="1888893"/>
              <a:ext cx="298279" cy="21715"/>
            </a:xfrm>
            <a:custGeom>
              <a:avLst/>
              <a:gdLst/>
              <a:ahLst/>
              <a:cxnLst/>
              <a:rect l="l" t="t" r="r" b="b"/>
              <a:pathLst>
                <a:path w="12843" h="935" extrusionOk="0">
                  <a:moveTo>
                    <a:pt x="12843" y="1"/>
                  </a:moveTo>
                  <a:lnTo>
                    <a:pt x="0" y="34"/>
                  </a:lnTo>
                  <a:lnTo>
                    <a:pt x="0" y="935"/>
                  </a:lnTo>
                  <a:lnTo>
                    <a:pt x="12843" y="901"/>
                  </a:lnTo>
                  <a:lnTo>
                    <a:pt x="12843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07;p45">
              <a:extLst>
                <a:ext uri="{FF2B5EF4-FFF2-40B4-BE49-F238E27FC236}">
                  <a16:creationId xmlns:a16="http://schemas.microsoft.com/office/drawing/2014/main" id="{E722AFE1-0373-7555-BEF3-55CD9F37051B}"/>
                </a:ext>
              </a:extLst>
            </p:cNvPr>
            <p:cNvSpPr/>
            <p:nvPr/>
          </p:nvSpPr>
          <p:spPr>
            <a:xfrm>
              <a:off x="5059574" y="2920911"/>
              <a:ext cx="854541" cy="1182245"/>
            </a:xfrm>
            <a:custGeom>
              <a:avLst/>
              <a:gdLst/>
              <a:ahLst/>
              <a:cxnLst/>
              <a:rect l="l" t="t" r="r" b="b"/>
              <a:pathLst>
                <a:path w="36794" h="50904" extrusionOk="0">
                  <a:moveTo>
                    <a:pt x="0" y="0"/>
                  </a:moveTo>
                  <a:lnTo>
                    <a:pt x="0" y="50904"/>
                  </a:lnTo>
                  <a:lnTo>
                    <a:pt x="36793" y="50904"/>
                  </a:lnTo>
                  <a:lnTo>
                    <a:pt x="3679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08;p45">
              <a:extLst>
                <a:ext uri="{FF2B5EF4-FFF2-40B4-BE49-F238E27FC236}">
                  <a16:creationId xmlns:a16="http://schemas.microsoft.com/office/drawing/2014/main" id="{F96F0272-0A58-E8AB-835F-E4FBD61A4191}"/>
                </a:ext>
              </a:extLst>
            </p:cNvPr>
            <p:cNvSpPr/>
            <p:nvPr/>
          </p:nvSpPr>
          <p:spPr>
            <a:xfrm>
              <a:off x="5018510" y="2876757"/>
              <a:ext cx="937431" cy="44174"/>
            </a:xfrm>
            <a:custGeom>
              <a:avLst/>
              <a:gdLst/>
              <a:ahLst/>
              <a:cxnLst/>
              <a:rect l="l" t="t" r="r" b="b"/>
              <a:pathLst>
                <a:path w="40363" h="1902" extrusionOk="0">
                  <a:moveTo>
                    <a:pt x="0" y="0"/>
                  </a:moveTo>
                  <a:lnTo>
                    <a:pt x="0" y="1901"/>
                  </a:lnTo>
                  <a:lnTo>
                    <a:pt x="40363" y="1901"/>
                  </a:lnTo>
                  <a:lnTo>
                    <a:pt x="40363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09;p45">
              <a:extLst>
                <a:ext uri="{FF2B5EF4-FFF2-40B4-BE49-F238E27FC236}">
                  <a16:creationId xmlns:a16="http://schemas.microsoft.com/office/drawing/2014/main" id="{5CFF02FF-14D4-99BE-CD6F-2FDCF203872D}"/>
                </a:ext>
              </a:extLst>
            </p:cNvPr>
            <p:cNvSpPr/>
            <p:nvPr/>
          </p:nvSpPr>
          <p:spPr>
            <a:xfrm>
              <a:off x="5955982" y="2876757"/>
              <a:ext cx="294423" cy="44174"/>
            </a:xfrm>
            <a:custGeom>
              <a:avLst/>
              <a:gdLst/>
              <a:ahLst/>
              <a:cxnLst/>
              <a:rect l="l" t="t" r="r" b="b"/>
              <a:pathLst>
                <a:path w="12677" h="1902" extrusionOk="0">
                  <a:moveTo>
                    <a:pt x="1" y="0"/>
                  </a:moveTo>
                  <a:lnTo>
                    <a:pt x="1" y="1901"/>
                  </a:lnTo>
                  <a:lnTo>
                    <a:pt x="12676" y="1901"/>
                  </a:lnTo>
                  <a:lnTo>
                    <a:pt x="1267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10;p45">
              <a:extLst>
                <a:ext uri="{FF2B5EF4-FFF2-40B4-BE49-F238E27FC236}">
                  <a16:creationId xmlns:a16="http://schemas.microsoft.com/office/drawing/2014/main" id="{DDCDF49F-1CCD-F4BE-AA45-B84756FA07C0}"/>
                </a:ext>
              </a:extLst>
            </p:cNvPr>
            <p:cNvSpPr/>
            <p:nvPr/>
          </p:nvSpPr>
          <p:spPr>
            <a:xfrm>
              <a:off x="5914151" y="2920911"/>
              <a:ext cx="289755" cy="1182245"/>
            </a:xfrm>
            <a:custGeom>
              <a:avLst/>
              <a:gdLst/>
              <a:ahLst/>
              <a:cxnLst/>
              <a:rect l="l" t="t" r="r" b="b"/>
              <a:pathLst>
                <a:path w="12476" h="50904" extrusionOk="0">
                  <a:moveTo>
                    <a:pt x="0" y="0"/>
                  </a:moveTo>
                  <a:lnTo>
                    <a:pt x="0" y="50904"/>
                  </a:lnTo>
                  <a:lnTo>
                    <a:pt x="12476" y="50904"/>
                  </a:lnTo>
                  <a:lnTo>
                    <a:pt x="12476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11;p45">
              <a:extLst>
                <a:ext uri="{FF2B5EF4-FFF2-40B4-BE49-F238E27FC236}">
                  <a16:creationId xmlns:a16="http://schemas.microsoft.com/office/drawing/2014/main" id="{C5B8D842-603D-12D1-5904-494B1057D575}"/>
                </a:ext>
              </a:extLst>
            </p:cNvPr>
            <p:cNvSpPr/>
            <p:nvPr/>
          </p:nvSpPr>
          <p:spPr>
            <a:xfrm>
              <a:off x="5151761" y="3089027"/>
              <a:ext cx="670947" cy="378869"/>
            </a:xfrm>
            <a:custGeom>
              <a:avLst/>
              <a:gdLst/>
              <a:ahLst/>
              <a:cxnLst/>
              <a:rect l="l" t="t" r="r" b="b"/>
              <a:pathLst>
                <a:path w="28889" h="16313" extrusionOk="0">
                  <a:moveTo>
                    <a:pt x="28788" y="101"/>
                  </a:moveTo>
                  <a:lnTo>
                    <a:pt x="28788" y="16213"/>
                  </a:lnTo>
                  <a:lnTo>
                    <a:pt x="101" y="16213"/>
                  </a:lnTo>
                  <a:lnTo>
                    <a:pt x="101" y="101"/>
                  </a:lnTo>
                  <a:close/>
                  <a:moveTo>
                    <a:pt x="1" y="1"/>
                  </a:moveTo>
                  <a:lnTo>
                    <a:pt x="1" y="16313"/>
                  </a:lnTo>
                  <a:lnTo>
                    <a:pt x="28888" y="16313"/>
                  </a:lnTo>
                  <a:lnTo>
                    <a:pt x="2888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12;p45">
              <a:extLst>
                <a:ext uri="{FF2B5EF4-FFF2-40B4-BE49-F238E27FC236}">
                  <a16:creationId xmlns:a16="http://schemas.microsoft.com/office/drawing/2014/main" id="{29736306-1E35-E9B6-F673-697331B4BCB7}"/>
                </a:ext>
              </a:extLst>
            </p:cNvPr>
            <p:cNvSpPr/>
            <p:nvPr/>
          </p:nvSpPr>
          <p:spPr>
            <a:xfrm>
              <a:off x="5393503" y="3199843"/>
              <a:ext cx="130943" cy="75156"/>
            </a:xfrm>
            <a:custGeom>
              <a:avLst/>
              <a:gdLst/>
              <a:ahLst/>
              <a:cxnLst/>
              <a:rect l="l" t="t" r="r" b="b"/>
              <a:pathLst>
                <a:path w="5638" h="3236" extrusionOk="0">
                  <a:moveTo>
                    <a:pt x="0" y="0"/>
                  </a:moveTo>
                  <a:lnTo>
                    <a:pt x="0" y="3236"/>
                  </a:lnTo>
                  <a:lnTo>
                    <a:pt x="5638" y="3236"/>
                  </a:lnTo>
                  <a:lnTo>
                    <a:pt x="563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13;p45">
              <a:extLst>
                <a:ext uri="{FF2B5EF4-FFF2-40B4-BE49-F238E27FC236}">
                  <a16:creationId xmlns:a16="http://schemas.microsoft.com/office/drawing/2014/main" id="{1F8093BB-07ED-132B-C6FE-78619D558A67}"/>
                </a:ext>
              </a:extLst>
            </p:cNvPr>
            <p:cNvSpPr/>
            <p:nvPr/>
          </p:nvSpPr>
          <p:spPr>
            <a:xfrm>
              <a:off x="5430689" y="3204488"/>
              <a:ext cx="133265" cy="65866"/>
            </a:xfrm>
            <a:custGeom>
              <a:avLst/>
              <a:gdLst/>
              <a:ahLst/>
              <a:cxnLst/>
              <a:rect l="l" t="t" r="r" b="b"/>
              <a:pathLst>
                <a:path w="5738" h="2836" extrusionOk="0">
                  <a:moveTo>
                    <a:pt x="5638" y="100"/>
                  </a:moveTo>
                  <a:lnTo>
                    <a:pt x="5638" y="2736"/>
                  </a:lnTo>
                  <a:lnTo>
                    <a:pt x="134" y="2736"/>
                  </a:lnTo>
                  <a:lnTo>
                    <a:pt x="134" y="100"/>
                  </a:lnTo>
                  <a:close/>
                  <a:moveTo>
                    <a:pt x="0" y="0"/>
                  </a:moveTo>
                  <a:lnTo>
                    <a:pt x="0" y="2836"/>
                  </a:lnTo>
                  <a:lnTo>
                    <a:pt x="5738" y="2836"/>
                  </a:lnTo>
                  <a:lnTo>
                    <a:pt x="573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14;p45">
              <a:extLst>
                <a:ext uri="{FF2B5EF4-FFF2-40B4-BE49-F238E27FC236}">
                  <a16:creationId xmlns:a16="http://schemas.microsoft.com/office/drawing/2014/main" id="{44277288-D906-500D-6F09-30C39AD1FC39}"/>
                </a:ext>
              </a:extLst>
            </p:cNvPr>
            <p:cNvSpPr/>
            <p:nvPr/>
          </p:nvSpPr>
          <p:spPr>
            <a:xfrm>
              <a:off x="5151761" y="3564761"/>
              <a:ext cx="670947" cy="379636"/>
            </a:xfrm>
            <a:custGeom>
              <a:avLst/>
              <a:gdLst/>
              <a:ahLst/>
              <a:cxnLst/>
              <a:rect l="l" t="t" r="r" b="b"/>
              <a:pathLst>
                <a:path w="28889" h="16346" extrusionOk="0">
                  <a:moveTo>
                    <a:pt x="28788" y="100"/>
                  </a:moveTo>
                  <a:lnTo>
                    <a:pt x="28788" y="16245"/>
                  </a:lnTo>
                  <a:lnTo>
                    <a:pt x="101" y="16245"/>
                  </a:lnTo>
                  <a:lnTo>
                    <a:pt x="101" y="100"/>
                  </a:lnTo>
                  <a:close/>
                  <a:moveTo>
                    <a:pt x="1" y="0"/>
                  </a:moveTo>
                  <a:lnTo>
                    <a:pt x="1" y="16345"/>
                  </a:lnTo>
                  <a:lnTo>
                    <a:pt x="28888" y="16345"/>
                  </a:lnTo>
                  <a:lnTo>
                    <a:pt x="2888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15;p45">
              <a:extLst>
                <a:ext uri="{FF2B5EF4-FFF2-40B4-BE49-F238E27FC236}">
                  <a16:creationId xmlns:a16="http://schemas.microsoft.com/office/drawing/2014/main" id="{FF54AFEB-B9F6-FAB6-3ECD-AE3E5903805B}"/>
                </a:ext>
              </a:extLst>
            </p:cNvPr>
            <p:cNvSpPr/>
            <p:nvPr/>
          </p:nvSpPr>
          <p:spPr>
            <a:xfrm>
              <a:off x="5393503" y="3675553"/>
              <a:ext cx="130943" cy="75179"/>
            </a:xfrm>
            <a:custGeom>
              <a:avLst/>
              <a:gdLst/>
              <a:ahLst/>
              <a:cxnLst/>
              <a:rect l="l" t="t" r="r" b="b"/>
              <a:pathLst>
                <a:path w="5638" h="3237" extrusionOk="0">
                  <a:moveTo>
                    <a:pt x="0" y="0"/>
                  </a:moveTo>
                  <a:lnTo>
                    <a:pt x="0" y="3236"/>
                  </a:lnTo>
                  <a:lnTo>
                    <a:pt x="5638" y="3236"/>
                  </a:lnTo>
                  <a:lnTo>
                    <a:pt x="563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16;p45">
              <a:extLst>
                <a:ext uri="{FF2B5EF4-FFF2-40B4-BE49-F238E27FC236}">
                  <a16:creationId xmlns:a16="http://schemas.microsoft.com/office/drawing/2014/main" id="{3DEC260A-9EB1-2210-3776-787DDF22B8F1}"/>
                </a:ext>
              </a:extLst>
            </p:cNvPr>
            <p:cNvSpPr/>
            <p:nvPr/>
          </p:nvSpPr>
          <p:spPr>
            <a:xfrm>
              <a:off x="5430689" y="3680198"/>
              <a:ext cx="133265" cy="66656"/>
            </a:xfrm>
            <a:custGeom>
              <a:avLst/>
              <a:gdLst/>
              <a:ahLst/>
              <a:cxnLst/>
              <a:rect l="l" t="t" r="r" b="b"/>
              <a:pathLst>
                <a:path w="5738" h="2870" extrusionOk="0">
                  <a:moveTo>
                    <a:pt x="5638" y="101"/>
                  </a:moveTo>
                  <a:lnTo>
                    <a:pt x="5638" y="2736"/>
                  </a:lnTo>
                  <a:lnTo>
                    <a:pt x="134" y="2736"/>
                  </a:lnTo>
                  <a:lnTo>
                    <a:pt x="134" y="101"/>
                  </a:lnTo>
                  <a:close/>
                  <a:moveTo>
                    <a:pt x="0" y="1"/>
                  </a:moveTo>
                  <a:lnTo>
                    <a:pt x="0" y="2869"/>
                  </a:lnTo>
                  <a:lnTo>
                    <a:pt x="5738" y="2869"/>
                  </a:lnTo>
                  <a:lnTo>
                    <a:pt x="573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17;p45">
              <a:extLst>
                <a:ext uri="{FF2B5EF4-FFF2-40B4-BE49-F238E27FC236}">
                  <a16:creationId xmlns:a16="http://schemas.microsoft.com/office/drawing/2014/main" id="{57AC2E20-5031-56E1-F9E1-6DD94B7C105D}"/>
                </a:ext>
              </a:extLst>
            </p:cNvPr>
            <p:cNvSpPr/>
            <p:nvPr/>
          </p:nvSpPr>
          <p:spPr>
            <a:xfrm>
              <a:off x="4600129" y="4364324"/>
              <a:ext cx="857630" cy="164270"/>
            </a:xfrm>
            <a:custGeom>
              <a:avLst/>
              <a:gdLst/>
              <a:ahLst/>
              <a:cxnLst/>
              <a:rect l="l" t="t" r="r" b="b"/>
              <a:pathLst>
                <a:path w="36927" h="7073" extrusionOk="0">
                  <a:moveTo>
                    <a:pt x="18447" y="1"/>
                  </a:moveTo>
                  <a:cubicBezTo>
                    <a:pt x="8273" y="1"/>
                    <a:pt x="1" y="1569"/>
                    <a:pt x="1" y="3537"/>
                  </a:cubicBezTo>
                  <a:cubicBezTo>
                    <a:pt x="1" y="5472"/>
                    <a:pt x="8273" y="7073"/>
                    <a:pt x="18447" y="7073"/>
                  </a:cubicBezTo>
                  <a:cubicBezTo>
                    <a:pt x="28654" y="7073"/>
                    <a:pt x="36927" y="5472"/>
                    <a:pt x="36927" y="3537"/>
                  </a:cubicBezTo>
                  <a:cubicBezTo>
                    <a:pt x="36927" y="1569"/>
                    <a:pt x="28654" y="1"/>
                    <a:pt x="1844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18;p45">
              <a:extLst>
                <a:ext uri="{FF2B5EF4-FFF2-40B4-BE49-F238E27FC236}">
                  <a16:creationId xmlns:a16="http://schemas.microsoft.com/office/drawing/2014/main" id="{81A176CF-670B-3B35-4D5A-FB2E91716142}"/>
                </a:ext>
              </a:extLst>
            </p:cNvPr>
            <p:cNvSpPr/>
            <p:nvPr/>
          </p:nvSpPr>
          <p:spPr>
            <a:xfrm>
              <a:off x="4947994" y="4275225"/>
              <a:ext cx="3350694" cy="329284"/>
            </a:xfrm>
            <a:custGeom>
              <a:avLst/>
              <a:gdLst/>
              <a:ahLst/>
              <a:cxnLst/>
              <a:rect l="l" t="t" r="r" b="b"/>
              <a:pathLst>
                <a:path w="144271" h="14178" extrusionOk="0">
                  <a:moveTo>
                    <a:pt x="72152" y="1"/>
                  </a:moveTo>
                  <a:cubicBezTo>
                    <a:pt x="32291" y="1"/>
                    <a:pt x="1" y="3170"/>
                    <a:pt x="1" y="7073"/>
                  </a:cubicBezTo>
                  <a:cubicBezTo>
                    <a:pt x="1" y="11009"/>
                    <a:pt x="32291" y="14178"/>
                    <a:pt x="72152" y="14178"/>
                  </a:cubicBezTo>
                  <a:cubicBezTo>
                    <a:pt x="111981" y="14178"/>
                    <a:pt x="144271" y="11009"/>
                    <a:pt x="144271" y="7073"/>
                  </a:cubicBezTo>
                  <a:cubicBezTo>
                    <a:pt x="144271" y="3170"/>
                    <a:pt x="111981" y="1"/>
                    <a:pt x="72152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19;p45">
              <a:extLst>
                <a:ext uri="{FF2B5EF4-FFF2-40B4-BE49-F238E27FC236}">
                  <a16:creationId xmlns:a16="http://schemas.microsoft.com/office/drawing/2014/main" id="{FA98EB59-AAD1-1626-CF5E-FF697A8705F0}"/>
                </a:ext>
              </a:extLst>
            </p:cNvPr>
            <p:cNvSpPr/>
            <p:nvPr/>
          </p:nvSpPr>
          <p:spPr>
            <a:xfrm>
              <a:off x="6834575" y="3006131"/>
              <a:ext cx="250249" cy="1202405"/>
            </a:xfrm>
            <a:custGeom>
              <a:avLst/>
              <a:gdLst/>
              <a:ahLst/>
              <a:cxnLst/>
              <a:rect l="l" t="t" r="r" b="b"/>
              <a:pathLst>
                <a:path w="10775" h="51772" extrusionOk="0">
                  <a:moveTo>
                    <a:pt x="6872" y="1"/>
                  </a:moveTo>
                  <a:lnTo>
                    <a:pt x="6005" y="7306"/>
                  </a:lnTo>
                  <a:lnTo>
                    <a:pt x="1" y="51771"/>
                  </a:lnTo>
                  <a:lnTo>
                    <a:pt x="1335" y="51771"/>
                  </a:lnTo>
                  <a:lnTo>
                    <a:pt x="9574" y="7306"/>
                  </a:lnTo>
                  <a:lnTo>
                    <a:pt x="1077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20;p45">
              <a:extLst>
                <a:ext uri="{FF2B5EF4-FFF2-40B4-BE49-F238E27FC236}">
                  <a16:creationId xmlns:a16="http://schemas.microsoft.com/office/drawing/2014/main" id="{DA50B383-B62D-09CA-8326-DE5B158FA5E3}"/>
                </a:ext>
              </a:extLst>
            </p:cNvPr>
            <p:cNvSpPr/>
            <p:nvPr/>
          </p:nvSpPr>
          <p:spPr>
            <a:xfrm>
              <a:off x="6974028" y="3006131"/>
              <a:ext cx="110806" cy="169682"/>
            </a:xfrm>
            <a:custGeom>
              <a:avLst/>
              <a:gdLst/>
              <a:ahLst/>
              <a:cxnLst/>
              <a:rect l="l" t="t" r="r" b="b"/>
              <a:pathLst>
                <a:path w="4771" h="7306" extrusionOk="0">
                  <a:moveTo>
                    <a:pt x="868" y="1"/>
                  </a:moveTo>
                  <a:lnTo>
                    <a:pt x="1" y="7306"/>
                  </a:lnTo>
                  <a:lnTo>
                    <a:pt x="3570" y="7306"/>
                  </a:lnTo>
                  <a:lnTo>
                    <a:pt x="4771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21;p45">
              <a:extLst>
                <a:ext uri="{FF2B5EF4-FFF2-40B4-BE49-F238E27FC236}">
                  <a16:creationId xmlns:a16="http://schemas.microsoft.com/office/drawing/2014/main" id="{FB60BAC7-DB91-4953-292D-93AAECBF6DED}"/>
                </a:ext>
              </a:extLst>
            </p:cNvPr>
            <p:cNvSpPr/>
            <p:nvPr/>
          </p:nvSpPr>
          <p:spPr>
            <a:xfrm>
              <a:off x="7435796" y="3006131"/>
              <a:ext cx="250273" cy="1202405"/>
            </a:xfrm>
            <a:custGeom>
              <a:avLst/>
              <a:gdLst/>
              <a:ahLst/>
              <a:cxnLst/>
              <a:rect l="l" t="t" r="r" b="b"/>
              <a:pathLst>
                <a:path w="10776" h="51772" extrusionOk="0">
                  <a:moveTo>
                    <a:pt x="1" y="1"/>
                  </a:moveTo>
                  <a:lnTo>
                    <a:pt x="1202" y="7306"/>
                  </a:lnTo>
                  <a:lnTo>
                    <a:pt x="9441" y="51771"/>
                  </a:lnTo>
                  <a:lnTo>
                    <a:pt x="10775" y="51771"/>
                  </a:lnTo>
                  <a:lnTo>
                    <a:pt x="4771" y="7306"/>
                  </a:lnTo>
                  <a:lnTo>
                    <a:pt x="3904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22;p45">
              <a:extLst>
                <a:ext uri="{FF2B5EF4-FFF2-40B4-BE49-F238E27FC236}">
                  <a16:creationId xmlns:a16="http://schemas.microsoft.com/office/drawing/2014/main" id="{C3477F71-4654-1EEB-20D1-6037720E450E}"/>
                </a:ext>
              </a:extLst>
            </p:cNvPr>
            <p:cNvSpPr/>
            <p:nvPr/>
          </p:nvSpPr>
          <p:spPr>
            <a:xfrm>
              <a:off x="7435796" y="3006131"/>
              <a:ext cx="110806" cy="169682"/>
            </a:xfrm>
            <a:custGeom>
              <a:avLst/>
              <a:gdLst/>
              <a:ahLst/>
              <a:cxnLst/>
              <a:rect l="l" t="t" r="r" b="b"/>
              <a:pathLst>
                <a:path w="4771" h="7306" extrusionOk="0">
                  <a:moveTo>
                    <a:pt x="1" y="1"/>
                  </a:moveTo>
                  <a:lnTo>
                    <a:pt x="1202" y="7306"/>
                  </a:lnTo>
                  <a:lnTo>
                    <a:pt x="4771" y="7306"/>
                  </a:lnTo>
                  <a:lnTo>
                    <a:pt x="3904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23;p45">
              <a:extLst>
                <a:ext uri="{FF2B5EF4-FFF2-40B4-BE49-F238E27FC236}">
                  <a16:creationId xmlns:a16="http://schemas.microsoft.com/office/drawing/2014/main" id="{33DDB3BB-BD5C-2A52-B3DF-A9CDB742BDB2}"/>
                </a:ext>
              </a:extLst>
            </p:cNvPr>
            <p:cNvSpPr/>
            <p:nvPr/>
          </p:nvSpPr>
          <p:spPr>
            <a:xfrm>
              <a:off x="8009145" y="3006131"/>
              <a:ext cx="250249" cy="1202405"/>
            </a:xfrm>
            <a:custGeom>
              <a:avLst/>
              <a:gdLst/>
              <a:ahLst/>
              <a:cxnLst/>
              <a:rect l="l" t="t" r="r" b="b"/>
              <a:pathLst>
                <a:path w="10775" h="51772" extrusionOk="0">
                  <a:moveTo>
                    <a:pt x="0" y="1"/>
                  </a:moveTo>
                  <a:lnTo>
                    <a:pt x="1201" y="7306"/>
                  </a:lnTo>
                  <a:lnTo>
                    <a:pt x="9440" y="51771"/>
                  </a:lnTo>
                  <a:lnTo>
                    <a:pt x="10774" y="51771"/>
                  </a:lnTo>
                  <a:lnTo>
                    <a:pt x="4770" y="7306"/>
                  </a:lnTo>
                  <a:lnTo>
                    <a:pt x="390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24;p45">
              <a:extLst>
                <a:ext uri="{FF2B5EF4-FFF2-40B4-BE49-F238E27FC236}">
                  <a16:creationId xmlns:a16="http://schemas.microsoft.com/office/drawing/2014/main" id="{499103EB-0B41-BC21-EA21-4F89BED96431}"/>
                </a:ext>
              </a:extLst>
            </p:cNvPr>
            <p:cNvSpPr/>
            <p:nvPr/>
          </p:nvSpPr>
          <p:spPr>
            <a:xfrm>
              <a:off x="8009145" y="3006131"/>
              <a:ext cx="110806" cy="169682"/>
            </a:xfrm>
            <a:custGeom>
              <a:avLst/>
              <a:gdLst/>
              <a:ahLst/>
              <a:cxnLst/>
              <a:rect l="l" t="t" r="r" b="b"/>
              <a:pathLst>
                <a:path w="4771" h="7306" extrusionOk="0">
                  <a:moveTo>
                    <a:pt x="0" y="1"/>
                  </a:moveTo>
                  <a:lnTo>
                    <a:pt x="1201" y="7306"/>
                  </a:lnTo>
                  <a:lnTo>
                    <a:pt x="4770" y="7306"/>
                  </a:lnTo>
                  <a:lnTo>
                    <a:pt x="3903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25;p45">
              <a:extLst>
                <a:ext uri="{FF2B5EF4-FFF2-40B4-BE49-F238E27FC236}">
                  <a16:creationId xmlns:a16="http://schemas.microsoft.com/office/drawing/2014/main" id="{22D74C80-6E7E-A2F1-6B59-E1A012A5B72C}"/>
                </a:ext>
              </a:extLst>
            </p:cNvPr>
            <p:cNvSpPr/>
            <p:nvPr/>
          </p:nvSpPr>
          <p:spPr>
            <a:xfrm>
              <a:off x="6809003" y="1407748"/>
              <a:ext cx="1541722" cy="1678076"/>
            </a:xfrm>
            <a:custGeom>
              <a:avLst/>
              <a:gdLst/>
              <a:ahLst/>
              <a:cxnLst/>
              <a:rect l="l" t="t" r="r" b="b"/>
              <a:pathLst>
                <a:path w="66382" h="72253" extrusionOk="0">
                  <a:moveTo>
                    <a:pt x="34359" y="1"/>
                  </a:moveTo>
                  <a:lnTo>
                    <a:pt x="22584" y="65881"/>
                  </a:lnTo>
                  <a:lnTo>
                    <a:pt x="1" y="65881"/>
                  </a:lnTo>
                  <a:lnTo>
                    <a:pt x="1" y="72253"/>
                  </a:lnTo>
                  <a:lnTo>
                    <a:pt x="60344" y="72253"/>
                  </a:lnTo>
                  <a:lnTo>
                    <a:pt x="66382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726;p45">
              <a:extLst>
                <a:ext uri="{FF2B5EF4-FFF2-40B4-BE49-F238E27FC236}">
                  <a16:creationId xmlns:a16="http://schemas.microsoft.com/office/drawing/2014/main" id="{DACD32C7-3B7B-E121-EF2A-6659A6CE7991}"/>
                </a:ext>
              </a:extLst>
            </p:cNvPr>
            <p:cNvSpPr/>
            <p:nvPr/>
          </p:nvSpPr>
          <p:spPr>
            <a:xfrm>
              <a:off x="6809003" y="2937960"/>
              <a:ext cx="1400723" cy="147990"/>
            </a:xfrm>
            <a:custGeom>
              <a:avLst/>
              <a:gdLst/>
              <a:ahLst/>
              <a:cxnLst/>
              <a:rect l="l" t="t" r="r" b="b"/>
              <a:pathLst>
                <a:path w="60311" h="6372" extrusionOk="0">
                  <a:moveTo>
                    <a:pt x="1" y="0"/>
                  </a:moveTo>
                  <a:lnTo>
                    <a:pt x="1" y="6372"/>
                  </a:lnTo>
                  <a:lnTo>
                    <a:pt x="60311" y="6372"/>
                  </a:lnTo>
                  <a:lnTo>
                    <a:pt x="60077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727;p45">
              <a:extLst>
                <a:ext uri="{FF2B5EF4-FFF2-40B4-BE49-F238E27FC236}">
                  <a16:creationId xmlns:a16="http://schemas.microsoft.com/office/drawing/2014/main" id="{57E448EF-CAEA-10F2-045A-29F0815327C4}"/>
                </a:ext>
              </a:extLst>
            </p:cNvPr>
            <p:cNvSpPr/>
            <p:nvPr/>
          </p:nvSpPr>
          <p:spPr>
            <a:xfrm>
              <a:off x="8133872" y="1407748"/>
              <a:ext cx="216945" cy="1678076"/>
            </a:xfrm>
            <a:custGeom>
              <a:avLst/>
              <a:gdLst/>
              <a:ahLst/>
              <a:cxnLst/>
              <a:rect l="l" t="t" r="r" b="b"/>
              <a:pathLst>
                <a:path w="9341" h="72253" extrusionOk="0">
                  <a:moveTo>
                    <a:pt x="6205" y="1"/>
                  </a:moveTo>
                  <a:lnTo>
                    <a:pt x="1" y="72253"/>
                  </a:lnTo>
                  <a:lnTo>
                    <a:pt x="3303" y="72253"/>
                  </a:lnTo>
                  <a:lnTo>
                    <a:pt x="9341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28;p45">
              <a:extLst>
                <a:ext uri="{FF2B5EF4-FFF2-40B4-BE49-F238E27FC236}">
                  <a16:creationId xmlns:a16="http://schemas.microsoft.com/office/drawing/2014/main" id="{EF57A562-1019-ACCC-4252-DEC0844D450A}"/>
                </a:ext>
              </a:extLst>
            </p:cNvPr>
            <p:cNvSpPr/>
            <p:nvPr/>
          </p:nvSpPr>
          <p:spPr>
            <a:xfrm>
              <a:off x="7792208" y="1028499"/>
              <a:ext cx="435399" cy="380031"/>
            </a:xfrm>
            <a:custGeom>
              <a:avLst/>
              <a:gdLst/>
              <a:ahLst/>
              <a:cxnLst/>
              <a:rect l="l" t="t" r="r" b="b"/>
              <a:pathLst>
                <a:path w="18747" h="16363" extrusionOk="0">
                  <a:moveTo>
                    <a:pt x="4798" y="1"/>
                  </a:moveTo>
                  <a:cubicBezTo>
                    <a:pt x="4233" y="1"/>
                    <a:pt x="3809" y="120"/>
                    <a:pt x="3636" y="417"/>
                  </a:cubicBezTo>
                  <a:cubicBezTo>
                    <a:pt x="2969" y="1585"/>
                    <a:pt x="4336" y="2219"/>
                    <a:pt x="4336" y="2219"/>
                  </a:cubicBezTo>
                  <a:cubicBezTo>
                    <a:pt x="4336" y="2219"/>
                    <a:pt x="3979" y="2147"/>
                    <a:pt x="3516" y="2147"/>
                  </a:cubicBezTo>
                  <a:cubicBezTo>
                    <a:pt x="2839" y="2147"/>
                    <a:pt x="1938" y="2300"/>
                    <a:pt x="1601" y="3053"/>
                  </a:cubicBezTo>
                  <a:cubicBezTo>
                    <a:pt x="1034" y="4287"/>
                    <a:pt x="3202" y="5188"/>
                    <a:pt x="3202" y="5188"/>
                  </a:cubicBezTo>
                  <a:cubicBezTo>
                    <a:pt x="3202" y="5188"/>
                    <a:pt x="3013" y="5165"/>
                    <a:pt x="2733" y="5165"/>
                  </a:cubicBezTo>
                  <a:cubicBezTo>
                    <a:pt x="2049" y="5165"/>
                    <a:pt x="822" y="5299"/>
                    <a:pt x="467" y="6222"/>
                  </a:cubicBezTo>
                  <a:cubicBezTo>
                    <a:pt x="0" y="7489"/>
                    <a:pt x="2302" y="8023"/>
                    <a:pt x="2302" y="8023"/>
                  </a:cubicBezTo>
                  <a:cubicBezTo>
                    <a:pt x="2302" y="8023"/>
                    <a:pt x="2051" y="7982"/>
                    <a:pt x="1729" y="7982"/>
                  </a:cubicBezTo>
                  <a:cubicBezTo>
                    <a:pt x="1133" y="7982"/>
                    <a:pt x="290" y="8122"/>
                    <a:pt x="334" y="8924"/>
                  </a:cubicBezTo>
                  <a:cubicBezTo>
                    <a:pt x="400" y="10391"/>
                    <a:pt x="4203" y="10591"/>
                    <a:pt x="5904" y="11525"/>
                  </a:cubicBezTo>
                  <a:cubicBezTo>
                    <a:pt x="6305" y="11759"/>
                    <a:pt x="13543" y="16362"/>
                    <a:pt x="13543" y="16362"/>
                  </a:cubicBezTo>
                  <a:lnTo>
                    <a:pt x="18747" y="7122"/>
                  </a:lnTo>
                  <a:cubicBezTo>
                    <a:pt x="17813" y="6088"/>
                    <a:pt x="14010" y="3219"/>
                    <a:pt x="10741" y="1685"/>
                  </a:cubicBezTo>
                  <a:cubicBezTo>
                    <a:pt x="9536" y="1108"/>
                    <a:pt x="6517" y="1"/>
                    <a:pt x="4798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29;p45">
              <a:extLst>
                <a:ext uri="{FF2B5EF4-FFF2-40B4-BE49-F238E27FC236}">
                  <a16:creationId xmlns:a16="http://schemas.microsoft.com/office/drawing/2014/main" id="{0651C588-3420-19A0-BB1D-9709BCA2A632}"/>
                </a:ext>
              </a:extLst>
            </p:cNvPr>
            <p:cNvSpPr/>
            <p:nvPr/>
          </p:nvSpPr>
          <p:spPr>
            <a:xfrm>
              <a:off x="7843330" y="1211179"/>
              <a:ext cx="150800" cy="58109"/>
            </a:xfrm>
            <a:custGeom>
              <a:avLst/>
              <a:gdLst/>
              <a:ahLst/>
              <a:cxnLst/>
              <a:rect l="l" t="t" r="r" b="b"/>
              <a:pathLst>
                <a:path w="6493" h="2502" extrusionOk="0">
                  <a:moveTo>
                    <a:pt x="1153" y="1"/>
                  </a:moveTo>
                  <a:cubicBezTo>
                    <a:pt x="833" y="1"/>
                    <a:pt x="495" y="20"/>
                    <a:pt x="134" y="58"/>
                  </a:cubicBezTo>
                  <a:cubicBezTo>
                    <a:pt x="1" y="58"/>
                    <a:pt x="1" y="191"/>
                    <a:pt x="134" y="191"/>
                  </a:cubicBezTo>
                  <a:cubicBezTo>
                    <a:pt x="2936" y="325"/>
                    <a:pt x="4137" y="892"/>
                    <a:pt x="6405" y="2493"/>
                  </a:cubicBezTo>
                  <a:cubicBezTo>
                    <a:pt x="6412" y="2499"/>
                    <a:pt x="6419" y="2502"/>
                    <a:pt x="6427" y="2502"/>
                  </a:cubicBezTo>
                  <a:cubicBezTo>
                    <a:pt x="6459" y="2502"/>
                    <a:pt x="6493" y="2453"/>
                    <a:pt x="6439" y="2426"/>
                  </a:cubicBezTo>
                  <a:cubicBezTo>
                    <a:pt x="4663" y="883"/>
                    <a:pt x="3344" y="1"/>
                    <a:pt x="11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30;p45">
              <a:extLst>
                <a:ext uri="{FF2B5EF4-FFF2-40B4-BE49-F238E27FC236}">
                  <a16:creationId xmlns:a16="http://schemas.microsoft.com/office/drawing/2014/main" id="{5BF01D9E-5972-6108-B08B-2AC43CD24DC9}"/>
                </a:ext>
              </a:extLst>
            </p:cNvPr>
            <p:cNvSpPr/>
            <p:nvPr/>
          </p:nvSpPr>
          <p:spPr>
            <a:xfrm>
              <a:off x="7905054" y="1400408"/>
              <a:ext cx="147821" cy="56694"/>
            </a:xfrm>
            <a:custGeom>
              <a:avLst/>
              <a:gdLst/>
              <a:ahLst/>
              <a:cxnLst/>
              <a:rect l="l" t="t" r="r" b="b"/>
              <a:pathLst>
                <a:path w="6873" h="2636" extrusionOk="0">
                  <a:moveTo>
                    <a:pt x="167" y="0"/>
                  </a:moveTo>
                  <a:cubicBezTo>
                    <a:pt x="67" y="0"/>
                    <a:pt x="0" y="134"/>
                    <a:pt x="134" y="134"/>
                  </a:cubicBezTo>
                  <a:cubicBezTo>
                    <a:pt x="3036" y="567"/>
                    <a:pt x="4337" y="1135"/>
                    <a:pt x="6805" y="2636"/>
                  </a:cubicBezTo>
                  <a:cubicBezTo>
                    <a:pt x="6839" y="2636"/>
                    <a:pt x="6872" y="2602"/>
                    <a:pt x="6839" y="2569"/>
                  </a:cubicBezTo>
                  <a:cubicBezTo>
                    <a:pt x="4537" y="901"/>
                    <a:pt x="3136" y="34"/>
                    <a:pt x="1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31;p45">
              <a:extLst>
                <a:ext uri="{FF2B5EF4-FFF2-40B4-BE49-F238E27FC236}">
                  <a16:creationId xmlns:a16="http://schemas.microsoft.com/office/drawing/2014/main" id="{D80DFDDD-ECB8-E82D-BE78-31ED26B953F3}"/>
                </a:ext>
              </a:extLst>
            </p:cNvPr>
            <p:cNvSpPr/>
            <p:nvPr/>
          </p:nvSpPr>
          <p:spPr>
            <a:xfrm>
              <a:off x="7936627" y="1339433"/>
              <a:ext cx="144681" cy="65490"/>
            </a:xfrm>
            <a:custGeom>
              <a:avLst/>
              <a:gdLst/>
              <a:ahLst/>
              <a:cxnLst/>
              <a:rect l="l" t="t" r="r" b="b"/>
              <a:pathLst>
                <a:path w="6727" h="3045" extrusionOk="0">
                  <a:moveTo>
                    <a:pt x="200" y="0"/>
                  </a:moveTo>
                  <a:cubicBezTo>
                    <a:pt x="0" y="0"/>
                    <a:pt x="0" y="33"/>
                    <a:pt x="167" y="67"/>
                  </a:cubicBezTo>
                  <a:cubicBezTo>
                    <a:pt x="2936" y="667"/>
                    <a:pt x="4403" y="1268"/>
                    <a:pt x="6605" y="3036"/>
                  </a:cubicBezTo>
                  <a:cubicBezTo>
                    <a:pt x="6617" y="3042"/>
                    <a:pt x="6629" y="3044"/>
                    <a:pt x="6641" y="3044"/>
                  </a:cubicBezTo>
                  <a:cubicBezTo>
                    <a:pt x="6692" y="3044"/>
                    <a:pt x="6726" y="2990"/>
                    <a:pt x="6672" y="2935"/>
                  </a:cubicBezTo>
                  <a:cubicBezTo>
                    <a:pt x="4603" y="934"/>
                    <a:pt x="2769" y="200"/>
                    <a:pt x="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32;p45">
              <a:extLst>
                <a:ext uri="{FF2B5EF4-FFF2-40B4-BE49-F238E27FC236}">
                  <a16:creationId xmlns:a16="http://schemas.microsoft.com/office/drawing/2014/main" id="{66B6EF25-4B72-FE7D-A884-9D54D09C12B9}"/>
                </a:ext>
              </a:extLst>
            </p:cNvPr>
            <p:cNvSpPr/>
            <p:nvPr/>
          </p:nvSpPr>
          <p:spPr>
            <a:xfrm>
              <a:off x="7873548" y="1264787"/>
              <a:ext cx="328494" cy="180156"/>
            </a:xfrm>
            <a:custGeom>
              <a:avLst/>
              <a:gdLst/>
              <a:ahLst/>
              <a:cxnLst/>
              <a:rect l="l" t="t" r="r" b="b"/>
              <a:pathLst>
                <a:path w="14144" h="7757" extrusionOk="0">
                  <a:moveTo>
                    <a:pt x="10733" y="1"/>
                  </a:moveTo>
                  <a:cubicBezTo>
                    <a:pt x="8485" y="1"/>
                    <a:pt x="6539" y="2587"/>
                    <a:pt x="6539" y="2587"/>
                  </a:cubicBezTo>
                  <a:cubicBezTo>
                    <a:pt x="5457" y="1800"/>
                    <a:pt x="3417" y="634"/>
                    <a:pt x="2004" y="634"/>
                  </a:cubicBezTo>
                  <a:cubicBezTo>
                    <a:pt x="1499" y="634"/>
                    <a:pt x="1074" y="783"/>
                    <a:pt x="801" y="1152"/>
                  </a:cubicBezTo>
                  <a:cubicBezTo>
                    <a:pt x="1" y="2253"/>
                    <a:pt x="4771" y="6256"/>
                    <a:pt x="6272" y="6790"/>
                  </a:cubicBezTo>
                  <a:cubicBezTo>
                    <a:pt x="7773" y="7323"/>
                    <a:pt x="11242" y="7757"/>
                    <a:pt x="11242" y="7757"/>
                  </a:cubicBezTo>
                  <a:cubicBezTo>
                    <a:pt x="11242" y="7757"/>
                    <a:pt x="14144" y="885"/>
                    <a:pt x="11542" y="118"/>
                  </a:cubicBezTo>
                  <a:cubicBezTo>
                    <a:pt x="11270" y="37"/>
                    <a:pt x="10999" y="1"/>
                    <a:pt x="10733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33;p45">
              <a:extLst>
                <a:ext uri="{FF2B5EF4-FFF2-40B4-BE49-F238E27FC236}">
                  <a16:creationId xmlns:a16="http://schemas.microsoft.com/office/drawing/2014/main" id="{26D4C4FD-F816-7220-4586-2728845C7939}"/>
                </a:ext>
              </a:extLst>
            </p:cNvPr>
            <p:cNvSpPr/>
            <p:nvPr/>
          </p:nvSpPr>
          <p:spPr>
            <a:xfrm>
              <a:off x="7900677" y="1260954"/>
              <a:ext cx="241726" cy="68072"/>
            </a:xfrm>
            <a:custGeom>
              <a:avLst/>
              <a:gdLst/>
              <a:ahLst/>
              <a:cxnLst/>
              <a:rect l="l" t="t" r="r" b="b"/>
              <a:pathLst>
                <a:path w="10408" h="2931" extrusionOk="0">
                  <a:moveTo>
                    <a:pt x="9594" y="0"/>
                  </a:moveTo>
                  <a:cubicBezTo>
                    <a:pt x="7932" y="0"/>
                    <a:pt x="6290" y="1179"/>
                    <a:pt x="5304" y="2485"/>
                  </a:cubicBezTo>
                  <a:cubicBezTo>
                    <a:pt x="4131" y="1720"/>
                    <a:pt x="2744" y="682"/>
                    <a:pt x="1322" y="682"/>
                  </a:cubicBezTo>
                  <a:cubicBezTo>
                    <a:pt x="883" y="682"/>
                    <a:pt x="440" y="781"/>
                    <a:pt x="0" y="1017"/>
                  </a:cubicBezTo>
                  <a:lnTo>
                    <a:pt x="33" y="1017"/>
                  </a:lnTo>
                  <a:cubicBezTo>
                    <a:pt x="325" y="923"/>
                    <a:pt x="616" y="882"/>
                    <a:pt x="906" y="882"/>
                  </a:cubicBezTo>
                  <a:cubicBezTo>
                    <a:pt x="2475" y="882"/>
                    <a:pt x="4004" y="2102"/>
                    <a:pt x="5270" y="2918"/>
                  </a:cubicBezTo>
                  <a:cubicBezTo>
                    <a:pt x="5287" y="2927"/>
                    <a:pt x="5308" y="2931"/>
                    <a:pt x="5330" y="2931"/>
                  </a:cubicBezTo>
                  <a:cubicBezTo>
                    <a:pt x="5398" y="2931"/>
                    <a:pt x="5479" y="2893"/>
                    <a:pt x="5504" y="2818"/>
                  </a:cubicBezTo>
                  <a:cubicBezTo>
                    <a:pt x="6548" y="1584"/>
                    <a:pt x="8342" y="170"/>
                    <a:pt x="10062" y="170"/>
                  </a:cubicBezTo>
                  <a:cubicBezTo>
                    <a:pt x="10155" y="170"/>
                    <a:pt x="10248" y="175"/>
                    <a:pt x="10341" y="183"/>
                  </a:cubicBezTo>
                  <a:cubicBezTo>
                    <a:pt x="10407" y="183"/>
                    <a:pt x="10407" y="83"/>
                    <a:pt x="10341" y="83"/>
                  </a:cubicBezTo>
                  <a:cubicBezTo>
                    <a:pt x="10093" y="27"/>
                    <a:pt x="9843" y="0"/>
                    <a:pt x="959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34;p45">
              <a:extLst>
                <a:ext uri="{FF2B5EF4-FFF2-40B4-BE49-F238E27FC236}">
                  <a16:creationId xmlns:a16="http://schemas.microsoft.com/office/drawing/2014/main" id="{E919B92D-0072-8BF8-4D77-7D9A9502221B}"/>
                </a:ext>
              </a:extLst>
            </p:cNvPr>
            <p:cNvSpPr/>
            <p:nvPr/>
          </p:nvSpPr>
          <p:spPr>
            <a:xfrm>
              <a:off x="7450522" y="1062155"/>
              <a:ext cx="406763" cy="285157"/>
            </a:xfrm>
            <a:custGeom>
              <a:avLst/>
              <a:gdLst/>
              <a:ahLst/>
              <a:cxnLst/>
              <a:rect l="l" t="t" r="r" b="b"/>
              <a:pathLst>
                <a:path w="17514" h="12278" extrusionOk="0">
                  <a:moveTo>
                    <a:pt x="9954" y="1"/>
                  </a:moveTo>
                  <a:cubicBezTo>
                    <a:pt x="9879" y="1"/>
                    <a:pt x="9807" y="1"/>
                    <a:pt x="9741" y="3"/>
                  </a:cubicBezTo>
                  <a:cubicBezTo>
                    <a:pt x="6105" y="103"/>
                    <a:pt x="1235" y="1570"/>
                    <a:pt x="1" y="2137"/>
                  </a:cubicBezTo>
                  <a:lnTo>
                    <a:pt x="1201" y="12278"/>
                  </a:lnTo>
                  <a:cubicBezTo>
                    <a:pt x="1201" y="12278"/>
                    <a:pt x="9674" y="10977"/>
                    <a:pt x="10141" y="10944"/>
                  </a:cubicBezTo>
                  <a:cubicBezTo>
                    <a:pt x="10233" y="10937"/>
                    <a:pt x="10329" y="10934"/>
                    <a:pt x="10428" y="10934"/>
                  </a:cubicBezTo>
                  <a:cubicBezTo>
                    <a:pt x="11716" y="10934"/>
                    <a:pt x="13546" y="11433"/>
                    <a:pt x="14836" y="11433"/>
                  </a:cubicBezTo>
                  <a:cubicBezTo>
                    <a:pt x="15530" y="11433"/>
                    <a:pt x="16068" y="11288"/>
                    <a:pt x="16279" y="10844"/>
                  </a:cubicBezTo>
                  <a:cubicBezTo>
                    <a:pt x="16813" y="9743"/>
                    <a:pt x="14845" y="9243"/>
                    <a:pt x="14844" y="9242"/>
                  </a:cubicBezTo>
                  <a:lnTo>
                    <a:pt x="14844" y="9242"/>
                  </a:lnTo>
                  <a:cubicBezTo>
                    <a:pt x="14845" y="9243"/>
                    <a:pt x="15196" y="9308"/>
                    <a:pt x="15630" y="9308"/>
                  </a:cubicBezTo>
                  <a:cubicBezTo>
                    <a:pt x="16315" y="9308"/>
                    <a:pt x="17205" y="9145"/>
                    <a:pt x="17246" y="8308"/>
                  </a:cubicBezTo>
                  <a:cubicBezTo>
                    <a:pt x="17346" y="6941"/>
                    <a:pt x="15178" y="6274"/>
                    <a:pt x="15178" y="6274"/>
                  </a:cubicBezTo>
                  <a:lnTo>
                    <a:pt x="15178" y="6274"/>
                  </a:lnTo>
                  <a:cubicBezTo>
                    <a:pt x="15178" y="6274"/>
                    <a:pt x="15183" y="6274"/>
                    <a:pt x="15193" y="6274"/>
                  </a:cubicBezTo>
                  <a:cubicBezTo>
                    <a:pt x="15390" y="6274"/>
                    <a:pt x="17513" y="6243"/>
                    <a:pt x="17513" y="4939"/>
                  </a:cubicBezTo>
                  <a:cubicBezTo>
                    <a:pt x="17480" y="3572"/>
                    <a:pt x="15378" y="3071"/>
                    <a:pt x="15378" y="3071"/>
                  </a:cubicBezTo>
                  <a:cubicBezTo>
                    <a:pt x="15378" y="3071"/>
                    <a:pt x="16879" y="3071"/>
                    <a:pt x="16712" y="1704"/>
                  </a:cubicBezTo>
                  <a:cubicBezTo>
                    <a:pt x="16584" y="420"/>
                    <a:pt x="11884" y="1"/>
                    <a:pt x="9954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735;p45">
              <a:extLst>
                <a:ext uri="{FF2B5EF4-FFF2-40B4-BE49-F238E27FC236}">
                  <a16:creationId xmlns:a16="http://schemas.microsoft.com/office/drawing/2014/main" id="{BE54AE0C-8086-311A-30E4-D2C36129304B}"/>
                </a:ext>
              </a:extLst>
            </p:cNvPr>
            <p:cNvSpPr/>
            <p:nvPr/>
          </p:nvSpPr>
          <p:spPr>
            <a:xfrm>
              <a:off x="7638007" y="1250641"/>
              <a:ext cx="159858" cy="26709"/>
            </a:xfrm>
            <a:custGeom>
              <a:avLst/>
              <a:gdLst/>
              <a:ahLst/>
              <a:cxnLst/>
              <a:rect l="l" t="t" r="r" b="b"/>
              <a:pathLst>
                <a:path w="6883" h="1150" extrusionOk="0">
                  <a:moveTo>
                    <a:pt x="3378" y="1"/>
                  </a:moveTo>
                  <a:cubicBezTo>
                    <a:pt x="2363" y="1"/>
                    <a:pt x="1329" y="255"/>
                    <a:pt x="68" y="627"/>
                  </a:cubicBezTo>
                  <a:cubicBezTo>
                    <a:pt x="1" y="660"/>
                    <a:pt x="34" y="727"/>
                    <a:pt x="101" y="727"/>
                  </a:cubicBezTo>
                  <a:cubicBezTo>
                    <a:pt x="1291" y="477"/>
                    <a:pt x="2209" y="331"/>
                    <a:pt x="3089" y="331"/>
                  </a:cubicBezTo>
                  <a:cubicBezTo>
                    <a:pt x="4207" y="331"/>
                    <a:pt x="5264" y="567"/>
                    <a:pt x="6739" y="1127"/>
                  </a:cubicBezTo>
                  <a:cubicBezTo>
                    <a:pt x="6770" y="1143"/>
                    <a:pt x="6796" y="1149"/>
                    <a:pt x="6816" y="1149"/>
                  </a:cubicBezTo>
                  <a:cubicBezTo>
                    <a:pt x="6881" y="1149"/>
                    <a:pt x="6883" y="1079"/>
                    <a:pt x="6806" y="1027"/>
                  </a:cubicBezTo>
                  <a:cubicBezTo>
                    <a:pt x="5517" y="288"/>
                    <a:pt x="4458" y="1"/>
                    <a:pt x="337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736;p45">
              <a:extLst>
                <a:ext uri="{FF2B5EF4-FFF2-40B4-BE49-F238E27FC236}">
                  <a16:creationId xmlns:a16="http://schemas.microsoft.com/office/drawing/2014/main" id="{35447D2A-C7BE-DA6A-93F8-1990B91E7144}"/>
                </a:ext>
              </a:extLst>
            </p:cNvPr>
            <p:cNvSpPr/>
            <p:nvPr/>
          </p:nvSpPr>
          <p:spPr>
            <a:xfrm>
              <a:off x="7700579" y="1438154"/>
              <a:ext cx="157112" cy="21206"/>
            </a:xfrm>
            <a:custGeom>
              <a:avLst/>
              <a:gdLst/>
              <a:ahLst/>
              <a:cxnLst/>
              <a:rect l="l" t="t" r="r" b="b"/>
              <a:pathLst>
                <a:path w="7305" h="986" extrusionOk="0">
                  <a:moveTo>
                    <a:pt x="3567" y="0"/>
                  </a:moveTo>
                  <a:cubicBezTo>
                    <a:pt x="2497" y="0"/>
                    <a:pt x="1412" y="205"/>
                    <a:pt x="67" y="480"/>
                  </a:cubicBezTo>
                  <a:cubicBezTo>
                    <a:pt x="1" y="514"/>
                    <a:pt x="1" y="580"/>
                    <a:pt x="67" y="580"/>
                  </a:cubicBezTo>
                  <a:cubicBezTo>
                    <a:pt x="1256" y="415"/>
                    <a:pt x="2198" y="317"/>
                    <a:pt x="3093" y="317"/>
                  </a:cubicBezTo>
                  <a:cubicBezTo>
                    <a:pt x="4359" y="317"/>
                    <a:pt x="5531" y="512"/>
                    <a:pt x="7172" y="981"/>
                  </a:cubicBezTo>
                  <a:cubicBezTo>
                    <a:pt x="7187" y="984"/>
                    <a:pt x="7200" y="986"/>
                    <a:pt x="7212" y="986"/>
                  </a:cubicBezTo>
                  <a:cubicBezTo>
                    <a:pt x="7305" y="986"/>
                    <a:pt x="7295" y="877"/>
                    <a:pt x="7206" y="847"/>
                  </a:cubicBezTo>
                  <a:cubicBezTo>
                    <a:pt x="5816" y="230"/>
                    <a:pt x="4700" y="0"/>
                    <a:pt x="35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737;p45">
              <a:extLst>
                <a:ext uri="{FF2B5EF4-FFF2-40B4-BE49-F238E27FC236}">
                  <a16:creationId xmlns:a16="http://schemas.microsoft.com/office/drawing/2014/main" id="{4213CBB9-B005-415E-78CF-C41114689DFF}"/>
                </a:ext>
              </a:extLst>
            </p:cNvPr>
            <p:cNvSpPr/>
            <p:nvPr/>
          </p:nvSpPr>
          <p:spPr>
            <a:xfrm>
              <a:off x="7696471" y="1373135"/>
              <a:ext cx="158252" cy="18109"/>
            </a:xfrm>
            <a:custGeom>
              <a:avLst/>
              <a:gdLst/>
              <a:ahLst/>
              <a:cxnLst/>
              <a:rect l="l" t="t" r="r" b="b"/>
              <a:pathLst>
                <a:path w="7358" h="842" extrusionOk="0">
                  <a:moveTo>
                    <a:pt x="3740" y="1"/>
                  </a:moveTo>
                  <a:cubicBezTo>
                    <a:pt x="2602" y="1"/>
                    <a:pt x="1426" y="234"/>
                    <a:pt x="58" y="735"/>
                  </a:cubicBezTo>
                  <a:cubicBezTo>
                    <a:pt x="1" y="763"/>
                    <a:pt x="18" y="841"/>
                    <a:pt x="66" y="841"/>
                  </a:cubicBezTo>
                  <a:cubicBezTo>
                    <a:pt x="74" y="841"/>
                    <a:pt x="82" y="839"/>
                    <a:pt x="92" y="835"/>
                  </a:cubicBezTo>
                  <a:cubicBezTo>
                    <a:pt x="1476" y="484"/>
                    <a:pt x="2560" y="326"/>
                    <a:pt x="3644" y="326"/>
                  </a:cubicBezTo>
                  <a:cubicBezTo>
                    <a:pt x="4728" y="326"/>
                    <a:pt x="5812" y="484"/>
                    <a:pt x="7197" y="768"/>
                  </a:cubicBezTo>
                  <a:cubicBezTo>
                    <a:pt x="7227" y="774"/>
                    <a:pt x="7252" y="777"/>
                    <a:pt x="7272" y="777"/>
                  </a:cubicBezTo>
                  <a:cubicBezTo>
                    <a:pt x="7358" y="777"/>
                    <a:pt x="7333" y="722"/>
                    <a:pt x="7197" y="668"/>
                  </a:cubicBezTo>
                  <a:cubicBezTo>
                    <a:pt x="5979" y="234"/>
                    <a:pt x="4878" y="1"/>
                    <a:pt x="37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738;p45">
              <a:extLst>
                <a:ext uri="{FF2B5EF4-FFF2-40B4-BE49-F238E27FC236}">
                  <a16:creationId xmlns:a16="http://schemas.microsoft.com/office/drawing/2014/main" id="{9FA54C47-8C51-0BF4-A89C-24189F4610EC}"/>
                </a:ext>
              </a:extLst>
            </p:cNvPr>
            <p:cNvSpPr/>
            <p:nvPr/>
          </p:nvSpPr>
          <p:spPr>
            <a:xfrm>
              <a:off x="7437352" y="1204466"/>
              <a:ext cx="291125" cy="191769"/>
            </a:xfrm>
            <a:custGeom>
              <a:avLst/>
              <a:gdLst/>
              <a:ahLst/>
              <a:cxnLst/>
              <a:rect l="l" t="t" r="r" b="b"/>
              <a:pathLst>
                <a:path w="12535" h="8257" extrusionOk="0">
                  <a:moveTo>
                    <a:pt x="2648" y="0"/>
                  </a:moveTo>
                  <a:cubicBezTo>
                    <a:pt x="159" y="0"/>
                    <a:pt x="0" y="7118"/>
                    <a:pt x="0" y="7118"/>
                  </a:cubicBezTo>
                  <a:cubicBezTo>
                    <a:pt x="0" y="7118"/>
                    <a:pt x="3370" y="8119"/>
                    <a:pt x="4937" y="8252"/>
                  </a:cubicBezTo>
                  <a:cubicBezTo>
                    <a:pt x="4982" y="8255"/>
                    <a:pt x="5030" y="8257"/>
                    <a:pt x="5081" y="8257"/>
                  </a:cubicBezTo>
                  <a:cubicBezTo>
                    <a:pt x="6841" y="8257"/>
                    <a:pt x="12534" y="6614"/>
                    <a:pt x="12243" y="5317"/>
                  </a:cubicBezTo>
                  <a:cubicBezTo>
                    <a:pt x="12026" y="4312"/>
                    <a:pt x="10645" y="4005"/>
                    <a:pt x="9186" y="4005"/>
                  </a:cubicBezTo>
                  <a:cubicBezTo>
                    <a:pt x="8176" y="4005"/>
                    <a:pt x="7129" y="4153"/>
                    <a:pt x="6405" y="4316"/>
                  </a:cubicBezTo>
                  <a:cubicBezTo>
                    <a:pt x="6405" y="4316"/>
                    <a:pt x="5538" y="347"/>
                    <a:pt x="2836" y="13"/>
                  </a:cubicBezTo>
                  <a:cubicBezTo>
                    <a:pt x="2772" y="4"/>
                    <a:pt x="2709" y="0"/>
                    <a:pt x="2648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739;p45">
              <a:extLst>
                <a:ext uri="{FF2B5EF4-FFF2-40B4-BE49-F238E27FC236}">
                  <a16:creationId xmlns:a16="http://schemas.microsoft.com/office/drawing/2014/main" id="{62468C70-9583-717C-3767-FA85B86757D3}"/>
                </a:ext>
              </a:extLst>
            </p:cNvPr>
            <p:cNvSpPr/>
            <p:nvPr/>
          </p:nvSpPr>
          <p:spPr>
            <a:xfrm>
              <a:off x="7504198" y="1200727"/>
              <a:ext cx="212091" cy="117170"/>
            </a:xfrm>
            <a:custGeom>
              <a:avLst/>
              <a:gdLst/>
              <a:ahLst/>
              <a:cxnLst/>
              <a:rect l="l" t="t" r="r" b="b"/>
              <a:pathLst>
                <a:path w="9132" h="5045" extrusionOk="0">
                  <a:moveTo>
                    <a:pt x="44" y="1"/>
                  </a:moveTo>
                  <a:cubicBezTo>
                    <a:pt x="17" y="1"/>
                    <a:pt x="1" y="74"/>
                    <a:pt x="58" y="74"/>
                  </a:cubicBezTo>
                  <a:cubicBezTo>
                    <a:pt x="1759" y="641"/>
                    <a:pt x="2927" y="2809"/>
                    <a:pt x="3394" y="4444"/>
                  </a:cubicBezTo>
                  <a:cubicBezTo>
                    <a:pt x="3365" y="4531"/>
                    <a:pt x="3436" y="4617"/>
                    <a:pt x="3542" y="4617"/>
                  </a:cubicBezTo>
                  <a:cubicBezTo>
                    <a:pt x="3559" y="4617"/>
                    <a:pt x="3576" y="4615"/>
                    <a:pt x="3594" y="4611"/>
                  </a:cubicBezTo>
                  <a:cubicBezTo>
                    <a:pt x="4515" y="4487"/>
                    <a:pt x="5596" y="4250"/>
                    <a:pt x="6633" y="4250"/>
                  </a:cubicBezTo>
                  <a:cubicBezTo>
                    <a:pt x="7547" y="4250"/>
                    <a:pt x="8427" y="4434"/>
                    <a:pt x="9131" y="5044"/>
                  </a:cubicBezTo>
                  <a:cubicBezTo>
                    <a:pt x="9131" y="5044"/>
                    <a:pt x="9131" y="5044"/>
                    <a:pt x="9098" y="5011"/>
                  </a:cubicBezTo>
                  <a:cubicBezTo>
                    <a:pt x="8423" y="4141"/>
                    <a:pt x="7447" y="3895"/>
                    <a:pt x="6409" y="3895"/>
                  </a:cubicBezTo>
                  <a:cubicBezTo>
                    <a:pt x="5497" y="3895"/>
                    <a:pt x="4537" y="4086"/>
                    <a:pt x="3694" y="4210"/>
                  </a:cubicBezTo>
                  <a:cubicBezTo>
                    <a:pt x="3294" y="2376"/>
                    <a:pt x="1959" y="341"/>
                    <a:pt x="58" y="7"/>
                  </a:cubicBezTo>
                  <a:cubicBezTo>
                    <a:pt x="53" y="3"/>
                    <a:pt x="48" y="1"/>
                    <a:pt x="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740;p45">
              <a:extLst>
                <a:ext uri="{FF2B5EF4-FFF2-40B4-BE49-F238E27FC236}">
                  <a16:creationId xmlns:a16="http://schemas.microsoft.com/office/drawing/2014/main" id="{10ACE167-F6F4-8349-7DDA-91EF2F38C6A4}"/>
                </a:ext>
              </a:extLst>
            </p:cNvPr>
            <p:cNvSpPr/>
            <p:nvPr/>
          </p:nvSpPr>
          <p:spPr>
            <a:xfrm>
              <a:off x="7102657" y="1104823"/>
              <a:ext cx="713681" cy="607055"/>
            </a:xfrm>
            <a:custGeom>
              <a:avLst/>
              <a:gdLst/>
              <a:ahLst/>
              <a:cxnLst/>
              <a:rect l="l" t="t" r="r" b="b"/>
              <a:pathLst>
                <a:path w="30729" h="26138" extrusionOk="0">
                  <a:moveTo>
                    <a:pt x="15741" y="0"/>
                  </a:moveTo>
                  <a:cubicBezTo>
                    <a:pt x="15681" y="0"/>
                    <a:pt x="15616" y="11"/>
                    <a:pt x="15545" y="34"/>
                  </a:cubicBezTo>
                  <a:cubicBezTo>
                    <a:pt x="8339" y="2268"/>
                    <a:pt x="2702" y="6505"/>
                    <a:pt x="1368" y="10541"/>
                  </a:cubicBezTo>
                  <a:cubicBezTo>
                    <a:pt x="0" y="14677"/>
                    <a:pt x="15011" y="23317"/>
                    <a:pt x="24551" y="25885"/>
                  </a:cubicBezTo>
                  <a:cubicBezTo>
                    <a:pt x="25184" y="26057"/>
                    <a:pt x="25790" y="26138"/>
                    <a:pt x="26341" y="26138"/>
                  </a:cubicBezTo>
                  <a:cubicBezTo>
                    <a:pt x="29330" y="26138"/>
                    <a:pt x="30728" y="23759"/>
                    <a:pt x="26419" y="20548"/>
                  </a:cubicBezTo>
                  <a:cubicBezTo>
                    <a:pt x="22616" y="17713"/>
                    <a:pt x="15845" y="13210"/>
                    <a:pt x="16412" y="12976"/>
                  </a:cubicBezTo>
                  <a:cubicBezTo>
                    <a:pt x="17179" y="12676"/>
                    <a:pt x="17946" y="12476"/>
                    <a:pt x="18747" y="12476"/>
                  </a:cubicBezTo>
                  <a:cubicBezTo>
                    <a:pt x="20315" y="12476"/>
                    <a:pt x="17112" y="7572"/>
                    <a:pt x="16879" y="5738"/>
                  </a:cubicBezTo>
                  <a:cubicBezTo>
                    <a:pt x="16412" y="2157"/>
                    <a:pt x="16584" y="0"/>
                    <a:pt x="15741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741;p45">
              <a:extLst>
                <a:ext uri="{FF2B5EF4-FFF2-40B4-BE49-F238E27FC236}">
                  <a16:creationId xmlns:a16="http://schemas.microsoft.com/office/drawing/2014/main" id="{97C89740-0A68-EE7B-B5F1-114D3E37E7C3}"/>
                </a:ext>
              </a:extLst>
            </p:cNvPr>
            <p:cNvSpPr/>
            <p:nvPr/>
          </p:nvSpPr>
          <p:spPr>
            <a:xfrm>
              <a:off x="7352900" y="1484467"/>
              <a:ext cx="466404" cy="242515"/>
            </a:xfrm>
            <a:custGeom>
              <a:avLst/>
              <a:gdLst/>
              <a:ahLst/>
              <a:cxnLst/>
              <a:rect l="l" t="t" r="r" b="b"/>
              <a:pathLst>
                <a:path w="20082" h="10442" extrusionOk="0">
                  <a:moveTo>
                    <a:pt x="10575" y="0"/>
                  </a:moveTo>
                  <a:lnTo>
                    <a:pt x="1" y="6605"/>
                  </a:lnTo>
                  <a:cubicBezTo>
                    <a:pt x="1" y="6605"/>
                    <a:pt x="8202" y="10441"/>
                    <a:pt x="13838" y="10441"/>
                  </a:cubicBezTo>
                  <a:cubicBezTo>
                    <a:pt x="13862" y="10441"/>
                    <a:pt x="13886" y="10441"/>
                    <a:pt x="13910" y="10441"/>
                  </a:cubicBezTo>
                  <a:cubicBezTo>
                    <a:pt x="18847" y="10441"/>
                    <a:pt x="20082" y="8139"/>
                    <a:pt x="18514" y="6005"/>
                  </a:cubicBezTo>
                  <a:cubicBezTo>
                    <a:pt x="16946" y="3870"/>
                    <a:pt x="10575" y="0"/>
                    <a:pt x="10575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742;p45">
              <a:extLst>
                <a:ext uri="{FF2B5EF4-FFF2-40B4-BE49-F238E27FC236}">
                  <a16:creationId xmlns:a16="http://schemas.microsoft.com/office/drawing/2014/main" id="{4D9D79D9-44DE-A595-FE39-A84CCA716776}"/>
                </a:ext>
              </a:extLst>
            </p:cNvPr>
            <p:cNvSpPr/>
            <p:nvPr/>
          </p:nvSpPr>
          <p:spPr>
            <a:xfrm>
              <a:off x="7534207" y="1510806"/>
              <a:ext cx="127064" cy="13958"/>
            </a:xfrm>
            <a:custGeom>
              <a:avLst/>
              <a:gdLst/>
              <a:ahLst/>
              <a:cxnLst/>
              <a:rect l="l" t="t" r="r" b="b"/>
              <a:pathLst>
                <a:path w="5471" h="601" extrusionOk="0">
                  <a:moveTo>
                    <a:pt x="967" y="0"/>
                  </a:moveTo>
                  <a:lnTo>
                    <a:pt x="0" y="601"/>
                  </a:lnTo>
                  <a:lnTo>
                    <a:pt x="5471" y="601"/>
                  </a:lnTo>
                  <a:lnTo>
                    <a:pt x="45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743;p45">
              <a:extLst>
                <a:ext uri="{FF2B5EF4-FFF2-40B4-BE49-F238E27FC236}">
                  <a16:creationId xmlns:a16="http://schemas.microsoft.com/office/drawing/2014/main" id="{02688BBF-637A-A029-54A4-34E492493F8D}"/>
                </a:ext>
              </a:extLst>
            </p:cNvPr>
            <p:cNvSpPr/>
            <p:nvPr/>
          </p:nvSpPr>
          <p:spPr>
            <a:xfrm>
              <a:off x="7459812" y="1557283"/>
              <a:ext cx="266530" cy="13981"/>
            </a:xfrm>
            <a:custGeom>
              <a:avLst/>
              <a:gdLst/>
              <a:ahLst/>
              <a:cxnLst/>
              <a:rect l="l" t="t" r="r" b="b"/>
              <a:pathLst>
                <a:path w="11476" h="602" extrusionOk="0">
                  <a:moveTo>
                    <a:pt x="968" y="1"/>
                  </a:moveTo>
                  <a:lnTo>
                    <a:pt x="1" y="601"/>
                  </a:lnTo>
                  <a:lnTo>
                    <a:pt x="11476" y="601"/>
                  </a:lnTo>
                  <a:lnTo>
                    <a:pt x="1067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744;p45">
              <a:extLst>
                <a:ext uri="{FF2B5EF4-FFF2-40B4-BE49-F238E27FC236}">
                  <a16:creationId xmlns:a16="http://schemas.microsoft.com/office/drawing/2014/main" id="{C432B8F6-31BD-5466-0C6C-458E2F7E2559}"/>
                </a:ext>
              </a:extLst>
            </p:cNvPr>
            <p:cNvSpPr/>
            <p:nvPr/>
          </p:nvSpPr>
          <p:spPr>
            <a:xfrm>
              <a:off x="7385441" y="1603783"/>
              <a:ext cx="392038" cy="13958"/>
            </a:xfrm>
            <a:custGeom>
              <a:avLst/>
              <a:gdLst/>
              <a:ahLst/>
              <a:cxnLst/>
              <a:rect l="l" t="t" r="r" b="b"/>
              <a:pathLst>
                <a:path w="16880" h="601" extrusionOk="0">
                  <a:moveTo>
                    <a:pt x="1001" y="0"/>
                  </a:moveTo>
                  <a:lnTo>
                    <a:pt x="1" y="601"/>
                  </a:lnTo>
                  <a:lnTo>
                    <a:pt x="16879" y="601"/>
                  </a:lnTo>
                  <a:cubicBezTo>
                    <a:pt x="16746" y="401"/>
                    <a:pt x="16546" y="200"/>
                    <a:pt x="163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745;p45">
              <a:extLst>
                <a:ext uri="{FF2B5EF4-FFF2-40B4-BE49-F238E27FC236}">
                  <a16:creationId xmlns:a16="http://schemas.microsoft.com/office/drawing/2014/main" id="{1F847CB8-79AF-38CA-BF17-B700F8657E7A}"/>
                </a:ext>
              </a:extLst>
            </p:cNvPr>
            <p:cNvSpPr/>
            <p:nvPr/>
          </p:nvSpPr>
          <p:spPr>
            <a:xfrm>
              <a:off x="7380029" y="1650260"/>
              <a:ext cx="417585" cy="13981"/>
            </a:xfrm>
            <a:custGeom>
              <a:avLst/>
              <a:gdLst/>
              <a:ahLst/>
              <a:cxnLst/>
              <a:rect l="l" t="t" r="r" b="b"/>
              <a:pathLst>
                <a:path w="17980" h="602" extrusionOk="0">
                  <a:moveTo>
                    <a:pt x="0" y="1"/>
                  </a:moveTo>
                  <a:cubicBezTo>
                    <a:pt x="434" y="201"/>
                    <a:pt x="934" y="368"/>
                    <a:pt x="1501" y="601"/>
                  </a:cubicBezTo>
                  <a:lnTo>
                    <a:pt x="17980" y="601"/>
                  </a:lnTo>
                  <a:cubicBezTo>
                    <a:pt x="17980" y="401"/>
                    <a:pt x="17946" y="201"/>
                    <a:pt x="179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746;p45">
              <a:extLst>
                <a:ext uri="{FF2B5EF4-FFF2-40B4-BE49-F238E27FC236}">
                  <a16:creationId xmlns:a16="http://schemas.microsoft.com/office/drawing/2014/main" id="{7223692B-7C01-0091-4867-C5FA8B2C0306}"/>
                </a:ext>
              </a:extLst>
            </p:cNvPr>
            <p:cNvSpPr/>
            <p:nvPr/>
          </p:nvSpPr>
          <p:spPr>
            <a:xfrm>
              <a:off x="7507845" y="1696760"/>
              <a:ext cx="275843" cy="13958"/>
            </a:xfrm>
            <a:custGeom>
              <a:avLst/>
              <a:gdLst/>
              <a:ahLst/>
              <a:cxnLst/>
              <a:rect l="l" t="t" r="r" b="b"/>
              <a:pathLst>
                <a:path w="11877" h="601" extrusionOk="0">
                  <a:moveTo>
                    <a:pt x="1" y="0"/>
                  </a:moveTo>
                  <a:cubicBezTo>
                    <a:pt x="701" y="200"/>
                    <a:pt x="1435" y="400"/>
                    <a:pt x="2169" y="601"/>
                  </a:cubicBezTo>
                  <a:lnTo>
                    <a:pt x="11042" y="601"/>
                  </a:lnTo>
                  <a:cubicBezTo>
                    <a:pt x="11342" y="434"/>
                    <a:pt x="11609" y="234"/>
                    <a:pt x="1187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747;p45">
              <a:extLst>
                <a:ext uri="{FF2B5EF4-FFF2-40B4-BE49-F238E27FC236}">
                  <a16:creationId xmlns:a16="http://schemas.microsoft.com/office/drawing/2014/main" id="{00403D97-EC4C-3BAA-DE88-BF7927A05F4C}"/>
                </a:ext>
              </a:extLst>
            </p:cNvPr>
            <p:cNvSpPr/>
            <p:nvPr/>
          </p:nvSpPr>
          <p:spPr>
            <a:xfrm>
              <a:off x="7416588" y="1513895"/>
              <a:ext cx="215249" cy="143554"/>
            </a:xfrm>
            <a:custGeom>
              <a:avLst/>
              <a:gdLst/>
              <a:ahLst/>
              <a:cxnLst/>
              <a:rect l="l" t="t" r="r" b="b"/>
              <a:pathLst>
                <a:path w="9268" h="6181" extrusionOk="0">
                  <a:moveTo>
                    <a:pt x="9200" y="1"/>
                  </a:moveTo>
                  <a:cubicBezTo>
                    <a:pt x="5998" y="1835"/>
                    <a:pt x="2963" y="3904"/>
                    <a:pt x="27" y="6105"/>
                  </a:cubicBezTo>
                  <a:cubicBezTo>
                    <a:pt x="0" y="6132"/>
                    <a:pt x="17" y="6181"/>
                    <a:pt x="42" y="6181"/>
                  </a:cubicBezTo>
                  <a:cubicBezTo>
                    <a:pt x="48" y="6181"/>
                    <a:pt x="54" y="6178"/>
                    <a:pt x="61" y="6172"/>
                  </a:cubicBezTo>
                  <a:cubicBezTo>
                    <a:pt x="4330" y="3570"/>
                    <a:pt x="8533" y="635"/>
                    <a:pt x="9234" y="67"/>
                  </a:cubicBezTo>
                  <a:cubicBezTo>
                    <a:pt x="9267" y="34"/>
                    <a:pt x="9234" y="1"/>
                    <a:pt x="92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748;p45">
              <a:extLst>
                <a:ext uri="{FF2B5EF4-FFF2-40B4-BE49-F238E27FC236}">
                  <a16:creationId xmlns:a16="http://schemas.microsoft.com/office/drawing/2014/main" id="{4C692498-443D-84E2-B87B-DC30C0AA9B4A}"/>
                </a:ext>
              </a:extLst>
            </p:cNvPr>
            <p:cNvSpPr/>
            <p:nvPr/>
          </p:nvSpPr>
          <p:spPr>
            <a:xfrm>
              <a:off x="7533418" y="1574332"/>
              <a:ext cx="285900" cy="152658"/>
            </a:xfrm>
            <a:custGeom>
              <a:avLst/>
              <a:gdLst/>
              <a:ahLst/>
              <a:cxnLst/>
              <a:rect l="l" t="t" r="r" b="b"/>
              <a:pathLst>
                <a:path w="12310" h="6573" extrusionOk="0">
                  <a:moveTo>
                    <a:pt x="8473" y="1"/>
                  </a:moveTo>
                  <a:cubicBezTo>
                    <a:pt x="6072" y="1535"/>
                    <a:pt x="2769" y="3737"/>
                    <a:pt x="1" y="5605"/>
                  </a:cubicBezTo>
                  <a:cubicBezTo>
                    <a:pt x="2002" y="6172"/>
                    <a:pt x="4070" y="6505"/>
                    <a:pt x="6138" y="6572"/>
                  </a:cubicBezTo>
                  <a:cubicBezTo>
                    <a:pt x="11075" y="6572"/>
                    <a:pt x="12310" y="4270"/>
                    <a:pt x="10742" y="2136"/>
                  </a:cubicBezTo>
                  <a:cubicBezTo>
                    <a:pt x="10075" y="1335"/>
                    <a:pt x="9307" y="601"/>
                    <a:pt x="84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749;p45">
              <a:extLst>
                <a:ext uri="{FF2B5EF4-FFF2-40B4-BE49-F238E27FC236}">
                  <a16:creationId xmlns:a16="http://schemas.microsoft.com/office/drawing/2014/main" id="{A839C4E6-28F6-8A1A-DA1F-3B7692A565D8}"/>
                </a:ext>
              </a:extLst>
            </p:cNvPr>
            <p:cNvSpPr/>
            <p:nvPr/>
          </p:nvSpPr>
          <p:spPr>
            <a:xfrm>
              <a:off x="6836131" y="3512849"/>
              <a:ext cx="822769" cy="892514"/>
            </a:xfrm>
            <a:custGeom>
              <a:avLst/>
              <a:gdLst/>
              <a:ahLst/>
              <a:cxnLst/>
              <a:rect l="l" t="t" r="r" b="b"/>
              <a:pathLst>
                <a:path w="35426" h="38429" extrusionOk="0">
                  <a:moveTo>
                    <a:pt x="23984" y="0"/>
                  </a:moveTo>
                  <a:lnTo>
                    <a:pt x="3269" y="5771"/>
                  </a:lnTo>
                  <a:lnTo>
                    <a:pt x="12676" y="24618"/>
                  </a:lnTo>
                  <a:cubicBezTo>
                    <a:pt x="12676" y="24618"/>
                    <a:pt x="8807" y="27420"/>
                    <a:pt x="5471" y="30122"/>
                  </a:cubicBezTo>
                  <a:cubicBezTo>
                    <a:pt x="3403" y="31756"/>
                    <a:pt x="1601" y="33224"/>
                    <a:pt x="1235" y="33725"/>
                  </a:cubicBezTo>
                  <a:cubicBezTo>
                    <a:pt x="234" y="34959"/>
                    <a:pt x="0" y="38294"/>
                    <a:pt x="1168" y="38428"/>
                  </a:cubicBezTo>
                  <a:cubicBezTo>
                    <a:pt x="1175" y="38429"/>
                    <a:pt x="1184" y="38429"/>
                    <a:pt x="1195" y="38429"/>
                  </a:cubicBezTo>
                  <a:cubicBezTo>
                    <a:pt x="2752" y="38429"/>
                    <a:pt x="34298" y="30916"/>
                    <a:pt x="35292" y="29888"/>
                  </a:cubicBezTo>
                  <a:cubicBezTo>
                    <a:pt x="35426" y="29755"/>
                    <a:pt x="34792" y="26853"/>
                    <a:pt x="33858" y="22917"/>
                  </a:cubicBezTo>
                  <a:lnTo>
                    <a:pt x="33858" y="22817"/>
                  </a:lnTo>
                  <a:cubicBezTo>
                    <a:pt x="33291" y="20315"/>
                    <a:pt x="23984" y="0"/>
                    <a:pt x="23984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750;p45">
              <a:extLst>
                <a:ext uri="{FF2B5EF4-FFF2-40B4-BE49-F238E27FC236}">
                  <a16:creationId xmlns:a16="http://schemas.microsoft.com/office/drawing/2014/main" id="{D6FD6DBE-7882-C5F4-A799-0E63C11F7774}"/>
                </a:ext>
              </a:extLst>
            </p:cNvPr>
            <p:cNvSpPr/>
            <p:nvPr/>
          </p:nvSpPr>
          <p:spPr>
            <a:xfrm>
              <a:off x="6836131" y="3851427"/>
              <a:ext cx="822769" cy="553220"/>
            </a:xfrm>
            <a:custGeom>
              <a:avLst/>
              <a:gdLst/>
              <a:ahLst/>
              <a:cxnLst/>
              <a:rect l="l" t="t" r="r" b="b"/>
              <a:pathLst>
                <a:path w="35426" h="23820" extrusionOk="0">
                  <a:moveTo>
                    <a:pt x="30522" y="0"/>
                  </a:moveTo>
                  <a:cubicBezTo>
                    <a:pt x="27120" y="901"/>
                    <a:pt x="14911" y="4203"/>
                    <a:pt x="10474" y="5571"/>
                  </a:cubicBezTo>
                  <a:lnTo>
                    <a:pt x="12709" y="10041"/>
                  </a:lnTo>
                  <a:cubicBezTo>
                    <a:pt x="12709" y="10041"/>
                    <a:pt x="8807" y="12876"/>
                    <a:pt x="5471" y="15545"/>
                  </a:cubicBezTo>
                  <a:cubicBezTo>
                    <a:pt x="3403" y="17179"/>
                    <a:pt x="1601" y="18647"/>
                    <a:pt x="1235" y="19148"/>
                  </a:cubicBezTo>
                  <a:cubicBezTo>
                    <a:pt x="234" y="20382"/>
                    <a:pt x="0" y="23751"/>
                    <a:pt x="1168" y="23818"/>
                  </a:cubicBezTo>
                  <a:cubicBezTo>
                    <a:pt x="1178" y="23819"/>
                    <a:pt x="1190" y="23819"/>
                    <a:pt x="1205" y="23819"/>
                  </a:cubicBezTo>
                  <a:cubicBezTo>
                    <a:pt x="2886" y="23819"/>
                    <a:pt x="34300" y="16304"/>
                    <a:pt x="35292" y="15311"/>
                  </a:cubicBezTo>
                  <a:cubicBezTo>
                    <a:pt x="35426" y="15178"/>
                    <a:pt x="34792" y="12276"/>
                    <a:pt x="33858" y="8340"/>
                  </a:cubicBezTo>
                  <a:lnTo>
                    <a:pt x="33858" y="8240"/>
                  </a:lnTo>
                  <a:cubicBezTo>
                    <a:pt x="33658" y="7306"/>
                    <a:pt x="32223" y="3903"/>
                    <a:pt x="3052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751;p45">
              <a:extLst>
                <a:ext uri="{FF2B5EF4-FFF2-40B4-BE49-F238E27FC236}">
                  <a16:creationId xmlns:a16="http://schemas.microsoft.com/office/drawing/2014/main" id="{D52E10EA-B814-865C-C40D-7E879E5B208E}"/>
                </a:ext>
              </a:extLst>
            </p:cNvPr>
            <p:cNvSpPr/>
            <p:nvPr/>
          </p:nvSpPr>
          <p:spPr>
            <a:xfrm>
              <a:off x="6833019" y="3956808"/>
              <a:ext cx="831316" cy="451703"/>
            </a:xfrm>
            <a:custGeom>
              <a:avLst/>
              <a:gdLst/>
              <a:ahLst/>
              <a:cxnLst/>
              <a:rect l="l" t="t" r="r" b="b"/>
              <a:pathLst>
                <a:path w="35794" h="19449" extrusionOk="0">
                  <a:moveTo>
                    <a:pt x="33325" y="0"/>
                  </a:moveTo>
                  <a:lnTo>
                    <a:pt x="12743" y="5004"/>
                  </a:lnTo>
                  <a:cubicBezTo>
                    <a:pt x="12743" y="5004"/>
                    <a:pt x="2202" y="13343"/>
                    <a:pt x="1202" y="14611"/>
                  </a:cubicBezTo>
                  <a:cubicBezTo>
                    <a:pt x="201" y="15911"/>
                    <a:pt x="1" y="19347"/>
                    <a:pt x="1202" y="19447"/>
                  </a:cubicBezTo>
                  <a:cubicBezTo>
                    <a:pt x="1210" y="19448"/>
                    <a:pt x="1219" y="19448"/>
                    <a:pt x="1229" y="19448"/>
                  </a:cubicBezTo>
                  <a:cubicBezTo>
                    <a:pt x="2816" y="19448"/>
                    <a:pt x="34399" y="11868"/>
                    <a:pt x="35393" y="10808"/>
                  </a:cubicBezTo>
                  <a:cubicBezTo>
                    <a:pt x="35793" y="10374"/>
                    <a:pt x="35093" y="5337"/>
                    <a:pt x="33325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752;p45">
              <a:extLst>
                <a:ext uri="{FF2B5EF4-FFF2-40B4-BE49-F238E27FC236}">
                  <a16:creationId xmlns:a16="http://schemas.microsoft.com/office/drawing/2014/main" id="{CA571F08-2BF6-B957-3957-D1B9A32A01D4}"/>
                </a:ext>
              </a:extLst>
            </p:cNvPr>
            <p:cNvSpPr/>
            <p:nvPr/>
          </p:nvSpPr>
          <p:spPr>
            <a:xfrm>
              <a:off x="6862122" y="4198530"/>
              <a:ext cx="754162" cy="179971"/>
            </a:xfrm>
            <a:custGeom>
              <a:avLst/>
              <a:gdLst/>
              <a:ahLst/>
              <a:cxnLst/>
              <a:rect l="l" t="t" r="r" b="b"/>
              <a:pathLst>
                <a:path w="32472" h="7749" extrusionOk="0">
                  <a:moveTo>
                    <a:pt x="32405" y="1"/>
                  </a:moveTo>
                  <a:cubicBezTo>
                    <a:pt x="27035" y="968"/>
                    <a:pt x="5419" y="6238"/>
                    <a:pt x="82" y="7639"/>
                  </a:cubicBezTo>
                  <a:cubicBezTo>
                    <a:pt x="0" y="7694"/>
                    <a:pt x="8" y="7748"/>
                    <a:pt x="68" y="7748"/>
                  </a:cubicBezTo>
                  <a:cubicBezTo>
                    <a:pt x="81" y="7748"/>
                    <a:pt x="97" y="7746"/>
                    <a:pt x="116" y="7739"/>
                  </a:cubicBezTo>
                  <a:cubicBezTo>
                    <a:pt x="5519" y="6605"/>
                    <a:pt x="27168" y="1568"/>
                    <a:pt x="32405" y="34"/>
                  </a:cubicBezTo>
                  <a:cubicBezTo>
                    <a:pt x="32472" y="34"/>
                    <a:pt x="32472" y="1"/>
                    <a:pt x="3240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753;p45">
              <a:extLst>
                <a:ext uri="{FF2B5EF4-FFF2-40B4-BE49-F238E27FC236}">
                  <a16:creationId xmlns:a16="http://schemas.microsoft.com/office/drawing/2014/main" id="{BB97A4E1-CF4B-1213-2228-B74A35A18B53}"/>
                </a:ext>
              </a:extLst>
            </p:cNvPr>
            <p:cNvSpPr/>
            <p:nvPr/>
          </p:nvSpPr>
          <p:spPr>
            <a:xfrm>
              <a:off x="6901979" y="4254507"/>
              <a:ext cx="126298" cy="76341"/>
            </a:xfrm>
            <a:custGeom>
              <a:avLst/>
              <a:gdLst/>
              <a:ahLst/>
              <a:cxnLst/>
              <a:rect l="l" t="t" r="r" b="b"/>
              <a:pathLst>
                <a:path w="5438" h="3287" extrusionOk="0">
                  <a:moveTo>
                    <a:pt x="1193" y="1"/>
                  </a:moveTo>
                  <a:cubicBezTo>
                    <a:pt x="807" y="1"/>
                    <a:pt x="417" y="53"/>
                    <a:pt x="34" y="159"/>
                  </a:cubicBezTo>
                  <a:cubicBezTo>
                    <a:pt x="1" y="159"/>
                    <a:pt x="34" y="192"/>
                    <a:pt x="34" y="192"/>
                  </a:cubicBezTo>
                  <a:cubicBezTo>
                    <a:pt x="240" y="168"/>
                    <a:pt x="444" y="156"/>
                    <a:pt x="647" y="156"/>
                  </a:cubicBezTo>
                  <a:cubicBezTo>
                    <a:pt x="2685" y="156"/>
                    <a:pt x="4552" y="1350"/>
                    <a:pt x="5371" y="3261"/>
                  </a:cubicBezTo>
                  <a:cubicBezTo>
                    <a:pt x="5371" y="3278"/>
                    <a:pt x="5388" y="3286"/>
                    <a:pt x="5405" y="3286"/>
                  </a:cubicBezTo>
                  <a:cubicBezTo>
                    <a:pt x="5421" y="3286"/>
                    <a:pt x="5438" y="3278"/>
                    <a:pt x="5438" y="3261"/>
                  </a:cubicBezTo>
                  <a:cubicBezTo>
                    <a:pt x="5138" y="2194"/>
                    <a:pt x="4471" y="1260"/>
                    <a:pt x="3537" y="693"/>
                  </a:cubicBezTo>
                  <a:cubicBezTo>
                    <a:pt x="2832" y="238"/>
                    <a:pt x="2020" y="1"/>
                    <a:pt x="119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754;p45">
              <a:extLst>
                <a:ext uri="{FF2B5EF4-FFF2-40B4-BE49-F238E27FC236}">
                  <a16:creationId xmlns:a16="http://schemas.microsoft.com/office/drawing/2014/main" id="{EFD2C5ED-E276-075C-F3A5-F2DEAB355BB9}"/>
                </a:ext>
              </a:extLst>
            </p:cNvPr>
            <p:cNvSpPr/>
            <p:nvPr/>
          </p:nvSpPr>
          <p:spPr>
            <a:xfrm>
              <a:off x="7089487" y="4087668"/>
              <a:ext cx="157071" cy="34327"/>
            </a:xfrm>
            <a:custGeom>
              <a:avLst/>
              <a:gdLst/>
              <a:ahLst/>
              <a:cxnLst/>
              <a:rect l="l" t="t" r="r" b="b"/>
              <a:pathLst>
                <a:path w="6763" h="1478" extrusionOk="0">
                  <a:moveTo>
                    <a:pt x="2496" y="1"/>
                  </a:moveTo>
                  <a:cubicBezTo>
                    <a:pt x="1696" y="1"/>
                    <a:pt x="900" y="109"/>
                    <a:pt x="167" y="304"/>
                  </a:cubicBezTo>
                  <a:cubicBezTo>
                    <a:pt x="0" y="337"/>
                    <a:pt x="33" y="537"/>
                    <a:pt x="167" y="571"/>
                  </a:cubicBezTo>
                  <a:cubicBezTo>
                    <a:pt x="2368" y="637"/>
                    <a:pt x="4503" y="937"/>
                    <a:pt x="6638" y="1471"/>
                  </a:cubicBezTo>
                  <a:cubicBezTo>
                    <a:pt x="6647" y="1476"/>
                    <a:pt x="6656" y="1478"/>
                    <a:pt x="6665" y="1478"/>
                  </a:cubicBezTo>
                  <a:cubicBezTo>
                    <a:pt x="6721" y="1478"/>
                    <a:pt x="6763" y="1395"/>
                    <a:pt x="6705" y="1338"/>
                  </a:cubicBezTo>
                  <a:cubicBezTo>
                    <a:pt x="5566" y="396"/>
                    <a:pt x="4025" y="1"/>
                    <a:pt x="24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755;p45">
              <a:extLst>
                <a:ext uri="{FF2B5EF4-FFF2-40B4-BE49-F238E27FC236}">
                  <a16:creationId xmlns:a16="http://schemas.microsoft.com/office/drawing/2014/main" id="{A7FA0726-3905-ACC3-0A61-A2F4A8AC560D}"/>
                </a:ext>
              </a:extLst>
            </p:cNvPr>
            <p:cNvSpPr/>
            <p:nvPr/>
          </p:nvSpPr>
          <p:spPr>
            <a:xfrm>
              <a:off x="7053834" y="4112242"/>
              <a:ext cx="158069" cy="34396"/>
            </a:xfrm>
            <a:custGeom>
              <a:avLst/>
              <a:gdLst/>
              <a:ahLst/>
              <a:cxnLst/>
              <a:rect l="l" t="t" r="r" b="b"/>
              <a:pathLst>
                <a:path w="6806" h="1481" extrusionOk="0">
                  <a:moveTo>
                    <a:pt x="2464" y="1"/>
                  </a:moveTo>
                  <a:cubicBezTo>
                    <a:pt x="1678" y="1"/>
                    <a:pt x="895" y="101"/>
                    <a:pt x="167" y="280"/>
                  </a:cubicBezTo>
                  <a:cubicBezTo>
                    <a:pt x="1" y="313"/>
                    <a:pt x="34" y="580"/>
                    <a:pt x="201" y="580"/>
                  </a:cubicBezTo>
                  <a:cubicBezTo>
                    <a:pt x="2402" y="647"/>
                    <a:pt x="4537" y="947"/>
                    <a:pt x="6672" y="1481"/>
                  </a:cubicBezTo>
                  <a:cubicBezTo>
                    <a:pt x="6739" y="1481"/>
                    <a:pt x="6806" y="1381"/>
                    <a:pt x="6739" y="1347"/>
                  </a:cubicBezTo>
                  <a:cubicBezTo>
                    <a:pt x="5586" y="394"/>
                    <a:pt x="4021" y="1"/>
                    <a:pt x="24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756;p45">
              <a:extLst>
                <a:ext uri="{FF2B5EF4-FFF2-40B4-BE49-F238E27FC236}">
                  <a16:creationId xmlns:a16="http://schemas.microsoft.com/office/drawing/2014/main" id="{9DEB1C93-4E07-8170-8059-E37E2D2E59D7}"/>
                </a:ext>
              </a:extLst>
            </p:cNvPr>
            <p:cNvSpPr/>
            <p:nvPr/>
          </p:nvSpPr>
          <p:spPr>
            <a:xfrm>
              <a:off x="7019738" y="4136259"/>
              <a:ext cx="157303" cy="34396"/>
            </a:xfrm>
            <a:custGeom>
              <a:avLst/>
              <a:gdLst/>
              <a:ahLst/>
              <a:cxnLst/>
              <a:rect l="l" t="t" r="r" b="b"/>
              <a:pathLst>
                <a:path w="6773" h="1481" extrusionOk="0">
                  <a:moveTo>
                    <a:pt x="2441" y="1"/>
                  </a:moveTo>
                  <a:cubicBezTo>
                    <a:pt x="1660" y="1"/>
                    <a:pt x="884" y="101"/>
                    <a:pt x="168" y="280"/>
                  </a:cubicBezTo>
                  <a:cubicBezTo>
                    <a:pt x="1" y="347"/>
                    <a:pt x="34" y="547"/>
                    <a:pt x="168" y="580"/>
                  </a:cubicBezTo>
                  <a:cubicBezTo>
                    <a:pt x="2369" y="647"/>
                    <a:pt x="4504" y="947"/>
                    <a:pt x="6639" y="1481"/>
                  </a:cubicBezTo>
                  <a:cubicBezTo>
                    <a:pt x="6706" y="1481"/>
                    <a:pt x="6772" y="1381"/>
                    <a:pt x="6706" y="1347"/>
                  </a:cubicBezTo>
                  <a:cubicBezTo>
                    <a:pt x="5553" y="394"/>
                    <a:pt x="3988" y="1"/>
                    <a:pt x="24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57;p45">
              <a:extLst>
                <a:ext uri="{FF2B5EF4-FFF2-40B4-BE49-F238E27FC236}">
                  <a16:creationId xmlns:a16="http://schemas.microsoft.com/office/drawing/2014/main" id="{BE7034F5-5699-84E1-77AB-61E7D40767EA}"/>
                </a:ext>
              </a:extLst>
            </p:cNvPr>
            <p:cNvSpPr/>
            <p:nvPr/>
          </p:nvSpPr>
          <p:spPr>
            <a:xfrm>
              <a:off x="6984108" y="4160507"/>
              <a:ext cx="157860" cy="34327"/>
            </a:xfrm>
            <a:custGeom>
              <a:avLst/>
              <a:gdLst/>
              <a:ahLst/>
              <a:cxnLst/>
              <a:rect l="l" t="t" r="r" b="b"/>
              <a:pathLst>
                <a:path w="6797" h="1478" extrusionOk="0">
                  <a:moveTo>
                    <a:pt x="2530" y="0"/>
                  </a:moveTo>
                  <a:cubicBezTo>
                    <a:pt x="1730" y="0"/>
                    <a:pt x="934" y="108"/>
                    <a:pt x="201" y="303"/>
                  </a:cubicBezTo>
                  <a:cubicBezTo>
                    <a:pt x="1" y="303"/>
                    <a:pt x="34" y="570"/>
                    <a:pt x="201" y="570"/>
                  </a:cubicBezTo>
                  <a:cubicBezTo>
                    <a:pt x="2402" y="637"/>
                    <a:pt x="4537" y="937"/>
                    <a:pt x="6672" y="1471"/>
                  </a:cubicBezTo>
                  <a:cubicBezTo>
                    <a:pt x="6681" y="1475"/>
                    <a:pt x="6690" y="1477"/>
                    <a:pt x="6699" y="1477"/>
                  </a:cubicBezTo>
                  <a:cubicBezTo>
                    <a:pt x="6754" y="1477"/>
                    <a:pt x="6796" y="1395"/>
                    <a:pt x="6739" y="1337"/>
                  </a:cubicBezTo>
                  <a:cubicBezTo>
                    <a:pt x="5600" y="396"/>
                    <a:pt x="4058" y="0"/>
                    <a:pt x="25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758;p45">
              <a:extLst>
                <a:ext uri="{FF2B5EF4-FFF2-40B4-BE49-F238E27FC236}">
                  <a16:creationId xmlns:a16="http://schemas.microsoft.com/office/drawing/2014/main" id="{4E63D110-1183-0AEE-B881-078D4F046EB7}"/>
                </a:ext>
              </a:extLst>
            </p:cNvPr>
            <p:cNvSpPr/>
            <p:nvPr/>
          </p:nvSpPr>
          <p:spPr>
            <a:xfrm>
              <a:off x="7503223" y="4086390"/>
              <a:ext cx="124695" cy="90252"/>
            </a:xfrm>
            <a:custGeom>
              <a:avLst/>
              <a:gdLst/>
              <a:ahLst/>
              <a:cxnLst/>
              <a:rect l="l" t="t" r="r" b="b"/>
              <a:pathLst>
                <a:path w="5369" h="3886" extrusionOk="0">
                  <a:moveTo>
                    <a:pt x="2717" y="0"/>
                  </a:moveTo>
                  <a:cubicBezTo>
                    <a:pt x="2564" y="0"/>
                    <a:pt x="2403" y="19"/>
                    <a:pt x="2235" y="58"/>
                  </a:cubicBezTo>
                  <a:cubicBezTo>
                    <a:pt x="0" y="586"/>
                    <a:pt x="595" y="3886"/>
                    <a:pt x="2650" y="3886"/>
                  </a:cubicBezTo>
                  <a:cubicBezTo>
                    <a:pt x="2804" y="3886"/>
                    <a:pt x="2966" y="3867"/>
                    <a:pt x="3135" y="3828"/>
                  </a:cubicBezTo>
                  <a:cubicBezTo>
                    <a:pt x="5369" y="3269"/>
                    <a:pt x="4747" y="0"/>
                    <a:pt x="27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59;p45">
              <a:extLst>
                <a:ext uri="{FF2B5EF4-FFF2-40B4-BE49-F238E27FC236}">
                  <a16:creationId xmlns:a16="http://schemas.microsoft.com/office/drawing/2014/main" id="{11CDD9DA-9E2E-8EA9-0678-00134C57E021}"/>
                </a:ext>
              </a:extLst>
            </p:cNvPr>
            <p:cNvSpPr/>
            <p:nvPr/>
          </p:nvSpPr>
          <p:spPr>
            <a:xfrm>
              <a:off x="6987987" y="3959455"/>
              <a:ext cx="172771" cy="143902"/>
            </a:xfrm>
            <a:custGeom>
              <a:avLst/>
              <a:gdLst/>
              <a:ahLst/>
              <a:cxnLst/>
              <a:rect l="l" t="t" r="r" b="b"/>
              <a:pathLst>
                <a:path w="7439" h="6196" extrusionOk="0">
                  <a:moveTo>
                    <a:pt x="2018" y="617"/>
                  </a:moveTo>
                  <a:cubicBezTo>
                    <a:pt x="2722" y="617"/>
                    <a:pt x="3680" y="1168"/>
                    <a:pt x="4037" y="1487"/>
                  </a:cubicBezTo>
                  <a:cubicBezTo>
                    <a:pt x="4470" y="1888"/>
                    <a:pt x="4837" y="2321"/>
                    <a:pt x="5171" y="2755"/>
                  </a:cubicBezTo>
                  <a:cubicBezTo>
                    <a:pt x="5905" y="3689"/>
                    <a:pt x="6538" y="4656"/>
                    <a:pt x="7172" y="5624"/>
                  </a:cubicBezTo>
                  <a:cubicBezTo>
                    <a:pt x="6305" y="5257"/>
                    <a:pt x="5438" y="4923"/>
                    <a:pt x="4570" y="4556"/>
                  </a:cubicBezTo>
                  <a:cubicBezTo>
                    <a:pt x="3503" y="4156"/>
                    <a:pt x="1435" y="3322"/>
                    <a:pt x="1235" y="1988"/>
                  </a:cubicBezTo>
                  <a:cubicBezTo>
                    <a:pt x="1074" y="951"/>
                    <a:pt x="1469" y="617"/>
                    <a:pt x="2018" y="617"/>
                  </a:cubicBezTo>
                  <a:close/>
                  <a:moveTo>
                    <a:pt x="2173" y="0"/>
                  </a:moveTo>
                  <a:cubicBezTo>
                    <a:pt x="1671" y="0"/>
                    <a:pt x="1193" y="184"/>
                    <a:pt x="834" y="653"/>
                  </a:cubicBezTo>
                  <a:cubicBezTo>
                    <a:pt x="0" y="1754"/>
                    <a:pt x="868" y="3055"/>
                    <a:pt x="1768" y="3756"/>
                  </a:cubicBezTo>
                  <a:cubicBezTo>
                    <a:pt x="3269" y="4956"/>
                    <a:pt x="5271" y="5490"/>
                    <a:pt x="7039" y="6191"/>
                  </a:cubicBezTo>
                  <a:cubicBezTo>
                    <a:pt x="7056" y="6194"/>
                    <a:pt x="7074" y="6196"/>
                    <a:pt x="7092" y="6196"/>
                  </a:cubicBezTo>
                  <a:cubicBezTo>
                    <a:pt x="7245" y="6196"/>
                    <a:pt x="7402" y="6073"/>
                    <a:pt x="7372" y="5924"/>
                  </a:cubicBezTo>
                  <a:cubicBezTo>
                    <a:pt x="7439" y="5924"/>
                    <a:pt x="7439" y="5857"/>
                    <a:pt x="7439" y="5824"/>
                  </a:cubicBezTo>
                  <a:cubicBezTo>
                    <a:pt x="6805" y="3889"/>
                    <a:pt x="5671" y="2188"/>
                    <a:pt x="4170" y="820"/>
                  </a:cubicBezTo>
                  <a:cubicBezTo>
                    <a:pt x="3642" y="370"/>
                    <a:pt x="2884" y="0"/>
                    <a:pt x="21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60;p45">
              <a:extLst>
                <a:ext uri="{FF2B5EF4-FFF2-40B4-BE49-F238E27FC236}">
                  <a16:creationId xmlns:a16="http://schemas.microsoft.com/office/drawing/2014/main" id="{431508D0-4714-B974-CB13-B0C2A167FA72}"/>
                </a:ext>
              </a:extLst>
            </p:cNvPr>
            <p:cNvSpPr/>
            <p:nvPr/>
          </p:nvSpPr>
          <p:spPr>
            <a:xfrm>
              <a:off x="7148367" y="3994830"/>
              <a:ext cx="192930" cy="107648"/>
            </a:xfrm>
            <a:custGeom>
              <a:avLst/>
              <a:gdLst/>
              <a:ahLst/>
              <a:cxnLst/>
              <a:rect l="l" t="t" r="r" b="b"/>
              <a:pathLst>
                <a:path w="8307" h="4635" extrusionOk="0">
                  <a:moveTo>
                    <a:pt x="6102" y="663"/>
                  </a:moveTo>
                  <a:cubicBezTo>
                    <a:pt x="6942" y="663"/>
                    <a:pt x="7641" y="1017"/>
                    <a:pt x="7039" y="2299"/>
                  </a:cubicBezTo>
                  <a:cubicBezTo>
                    <a:pt x="6505" y="3500"/>
                    <a:pt x="4237" y="3700"/>
                    <a:pt x="3136" y="3834"/>
                  </a:cubicBezTo>
                  <a:cubicBezTo>
                    <a:pt x="2202" y="3934"/>
                    <a:pt x="1268" y="3967"/>
                    <a:pt x="334" y="4101"/>
                  </a:cubicBezTo>
                  <a:cubicBezTo>
                    <a:pt x="1201" y="3333"/>
                    <a:pt x="2102" y="2599"/>
                    <a:pt x="3036" y="1899"/>
                  </a:cubicBezTo>
                  <a:cubicBezTo>
                    <a:pt x="3503" y="1565"/>
                    <a:pt x="3970" y="1265"/>
                    <a:pt x="4503" y="998"/>
                  </a:cubicBezTo>
                  <a:cubicBezTo>
                    <a:pt x="4824" y="845"/>
                    <a:pt x="5499" y="663"/>
                    <a:pt x="6102" y="663"/>
                  </a:cubicBezTo>
                  <a:close/>
                  <a:moveTo>
                    <a:pt x="6023" y="1"/>
                  </a:moveTo>
                  <a:cubicBezTo>
                    <a:pt x="5518" y="1"/>
                    <a:pt x="4996" y="131"/>
                    <a:pt x="4570" y="331"/>
                  </a:cubicBezTo>
                  <a:cubicBezTo>
                    <a:pt x="2736" y="1198"/>
                    <a:pt x="1168" y="2533"/>
                    <a:pt x="0" y="4201"/>
                  </a:cubicBezTo>
                  <a:cubicBezTo>
                    <a:pt x="0" y="4234"/>
                    <a:pt x="0" y="4267"/>
                    <a:pt x="34" y="4301"/>
                  </a:cubicBezTo>
                  <a:cubicBezTo>
                    <a:pt x="0" y="4467"/>
                    <a:pt x="100" y="4634"/>
                    <a:pt x="300" y="4634"/>
                  </a:cubicBezTo>
                  <a:cubicBezTo>
                    <a:pt x="2202" y="4501"/>
                    <a:pt x="4270" y="4568"/>
                    <a:pt x="6038" y="3800"/>
                  </a:cubicBezTo>
                  <a:cubicBezTo>
                    <a:pt x="7105" y="3400"/>
                    <a:pt x="8306" y="2399"/>
                    <a:pt x="7806" y="1098"/>
                  </a:cubicBezTo>
                  <a:cubicBezTo>
                    <a:pt x="7505" y="297"/>
                    <a:pt x="6783" y="1"/>
                    <a:pt x="60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61;p45">
              <a:extLst>
                <a:ext uri="{FF2B5EF4-FFF2-40B4-BE49-F238E27FC236}">
                  <a16:creationId xmlns:a16="http://schemas.microsoft.com/office/drawing/2014/main" id="{0BA53F08-4CB2-0539-5EEA-3EFD3A859243}"/>
                </a:ext>
              </a:extLst>
            </p:cNvPr>
            <p:cNvSpPr/>
            <p:nvPr/>
          </p:nvSpPr>
          <p:spPr>
            <a:xfrm>
              <a:off x="6547146" y="2301868"/>
              <a:ext cx="1476622" cy="1726082"/>
            </a:xfrm>
            <a:custGeom>
              <a:avLst/>
              <a:gdLst/>
              <a:ahLst/>
              <a:cxnLst/>
              <a:rect l="l" t="t" r="r" b="b"/>
              <a:pathLst>
                <a:path w="63579" h="74320" extrusionOk="0">
                  <a:moveTo>
                    <a:pt x="34491" y="0"/>
                  </a:moveTo>
                  <a:cubicBezTo>
                    <a:pt x="34491" y="0"/>
                    <a:pt x="34925" y="4803"/>
                    <a:pt x="34058" y="5571"/>
                  </a:cubicBezTo>
                  <a:cubicBezTo>
                    <a:pt x="33457" y="6071"/>
                    <a:pt x="6104" y="9207"/>
                    <a:pt x="3369" y="18547"/>
                  </a:cubicBezTo>
                  <a:cubicBezTo>
                    <a:pt x="0" y="29988"/>
                    <a:pt x="23283" y="74320"/>
                    <a:pt x="23283" y="74320"/>
                  </a:cubicBezTo>
                  <a:lnTo>
                    <a:pt x="45266" y="68416"/>
                  </a:lnTo>
                  <a:cubicBezTo>
                    <a:pt x="45266" y="68416"/>
                    <a:pt x="25952" y="28354"/>
                    <a:pt x="27520" y="26152"/>
                  </a:cubicBezTo>
                  <a:cubicBezTo>
                    <a:pt x="28287" y="25051"/>
                    <a:pt x="48902" y="24117"/>
                    <a:pt x="55273" y="18347"/>
                  </a:cubicBezTo>
                  <a:cubicBezTo>
                    <a:pt x="63579" y="10875"/>
                    <a:pt x="57541" y="0"/>
                    <a:pt x="5754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62;p45">
              <a:extLst>
                <a:ext uri="{FF2B5EF4-FFF2-40B4-BE49-F238E27FC236}">
                  <a16:creationId xmlns:a16="http://schemas.microsoft.com/office/drawing/2014/main" id="{2D68E6B7-DAEB-A38B-586E-AB9B448D518F}"/>
                </a:ext>
              </a:extLst>
            </p:cNvPr>
            <p:cNvSpPr/>
            <p:nvPr/>
          </p:nvSpPr>
          <p:spPr>
            <a:xfrm>
              <a:off x="7077084" y="3819630"/>
              <a:ext cx="461759" cy="137190"/>
            </a:xfrm>
            <a:custGeom>
              <a:avLst/>
              <a:gdLst/>
              <a:ahLst/>
              <a:cxnLst/>
              <a:rect l="l" t="t" r="r" b="b"/>
              <a:pathLst>
                <a:path w="19882" h="5907" extrusionOk="0">
                  <a:moveTo>
                    <a:pt x="19765" y="1"/>
                  </a:moveTo>
                  <a:cubicBezTo>
                    <a:pt x="19460" y="1"/>
                    <a:pt x="16683" y="743"/>
                    <a:pt x="15345" y="1069"/>
                  </a:cubicBezTo>
                  <a:cubicBezTo>
                    <a:pt x="12776" y="1770"/>
                    <a:pt x="10174" y="2470"/>
                    <a:pt x="7606" y="3237"/>
                  </a:cubicBezTo>
                  <a:cubicBezTo>
                    <a:pt x="6338" y="3604"/>
                    <a:pt x="5071" y="3971"/>
                    <a:pt x="3803" y="4405"/>
                  </a:cubicBezTo>
                  <a:cubicBezTo>
                    <a:pt x="3169" y="4605"/>
                    <a:pt x="2536" y="4839"/>
                    <a:pt x="1902" y="5039"/>
                  </a:cubicBezTo>
                  <a:cubicBezTo>
                    <a:pt x="1268" y="5239"/>
                    <a:pt x="668" y="5472"/>
                    <a:pt x="100" y="5739"/>
                  </a:cubicBezTo>
                  <a:cubicBezTo>
                    <a:pt x="0" y="5773"/>
                    <a:pt x="100" y="5906"/>
                    <a:pt x="167" y="5906"/>
                  </a:cubicBezTo>
                  <a:cubicBezTo>
                    <a:pt x="934" y="5806"/>
                    <a:pt x="1668" y="5639"/>
                    <a:pt x="2435" y="5406"/>
                  </a:cubicBezTo>
                  <a:cubicBezTo>
                    <a:pt x="3136" y="5239"/>
                    <a:pt x="3870" y="5072"/>
                    <a:pt x="4570" y="4872"/>
                  </a:cubicBezTo>
                  <a:cubicBezTo>
                    <a:pt x="7139" y="4238"/>
                    <a:pt x="9674" y="3438"/>
                    <a:pt x="12209" y="2670"/>
                  </a:cubicBezTo>
                  <a:cubicBezTo>
                    <a:pt x="14778" y="1870"/>
                    <a:pt x="17313" y="1103"/>
                    <a:pt x="19815" y="169"/>
                  </a:cubicBezTo>
                  <a:cubicBezTo>
                    <a:pt x="19881" y="135"/>
                    <a:pt x="19848" y="2"/>
                    <a:pt x="19781" y="2"/>
                  </a:cubicBezTo>
                  <a:cubicBezTo>
                    <a:pt x="19777" y="1"/>
                    <a:pt x="19772" y="1"/>
                    <a:pt x="1976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63;p45">
              <a:extLst>
                <a:ext uri="{FF2B5EF4-FFF2-40B4-BE49-F238E27FC236}">
                  <a16:creationId xmlns:a16="http://schemas.microsoft.com/office/drawing/2014/main" id="{E24C500F-5D67-257E-5B5A-8A1CEAF0B14C}"/>
                </a:ext>
              </a:extLst>
            </p:cNvPr>
            <p:cNvSpPr/>
            <p:nvPr/>
          </p:nvSpPr>
          <p:spPr>
            <a:xfrm>
              <a:off x="7082496" y="2339240"/>
              <a:ext cx="797988" cy="1453072"/>
            </a:xfrm>
            <a:custGeom>
              <a:avLst/>
              <a:gdLst/>
              <a:ahLst/>
              <a:cxnLst/>
              <a:rect l="l" t="t" r="r" b="b"/>
              <a:pathLst>
                <a:path w="34359" h="62565" extrusionOk="0">
                  <a:moveTo>
                    <a:pt x="33095" y="1"/>
                  </a:moveTo>
                  <a:cubicBezTo>
                    <a:pt x="33075" y="1"/>
                    <a:pt x="33058" y="9"/>
                    <a:pt x="33058" y="26"/>
                  </a:cubicBezTo>
                  <a:cubicBezTo>
                    <a:pt x="33191" y="659"/>
                    <a:pt x="33325" y="1260"/>
                    <a:pt x="33425" y="1894"/>
                  </a:cubicBezTo>
                  <a:cubicBezTo>
                    <a:pt x="33725" y="4395"/>
                    <a:pt x="33758" y="7031"/>
                    <a:pt x="33058" y="9499"/>
                  </a:cubicBezTo>
                  <a:cubicBezTo>
                    <a:pt x="32357" y="11967"/>
                    <a:pt x="30823" y="14136"/>
                    <a:pt x="28688" y="15570"/>
                  </a:cubicBezTo>
                  <a:cubicBezTo>
                    <a:pt x="26520" y="17004"/>
                    <a:pt x="23951" y="17738"/>
                    <a:pt x="21383" y="18339"/>
                  </a:cubicBezTo>
                  <a:cubicBezTo>
                    <a:pt x="18314" y="19006"/>
                    <a:pt x="15212" y="19573"/>
                    <a:pt x="12110" y="20207"/>
                  </a:cubicBezTo>
                  <a:lnTo>
                    <a:pt x="2202" y="22141"/>
                  </a:lnTo>
                  <a:cubicBezTo>
                    <a:pt x="1602" y="22275"/>
                    <a:pt x="935" y="22342"/>
                    <a:pt x="468" y="22742"/>
                  </a:cubicBezTo>
                  <a:cubicBezTo>
                    <a:pt x="1" y="23175"/>
                    <a:pt x="68" y="23809"/>
                    <a:pt x="201" y="24376"/>
                  </a:cubicBezTo>
                  <a:cubicBezTo>
                    <a:pt x="601" y="25911"/>
                    <a:pt x="1068" y="27412"/>
                    <a:pt x="1635" y="28913"/>
                  </a:cubicBezTo>
                  <a:cubicBezTo>
                    <a:pt x="3837" y="34717"/>
                    <a:pt x="14278" y="57166"/>
                    <a:pt x="17480" y="62537"/>
                  </a:cubicBezTo>
                  <a:cubicBezTo>
                    <a:pt x="17490" y="62557"/>
                    <a:pt x="17508" y="62565"/>
                    <a:pt x="17528" y="62565"/>
                  </a:cubicBezTo>
                  <a:cubicBezTo>
                    <a:pt x="17574" y="62565"/>
                    <a:pt x="17627" y="62517"/>
                    <a:pt x="17580" y="62470"/>
                  </a:cubicBezTo>
                  <a:cubicBezTo>
                    <a:pt x="17213" y="61803"/>
                    <a:pt x="3203" y="32682"/>
                    <a:pt x="1202" y="26545"/>
                  </a:cubicBezTo>
                  <a:cubicBezTo>
                    <a:pt x="935" y="25777"/>
                    <a:pt x="701" y="25010"/>
                    <a:pt x="535" y="24243"/>
                  </a:cubicBezTo>
                  <a:cubicBezTo>
                    <a:pt x="368" y="23876"/>
                    <a:pt x="401" y="23442"/>
                    <a:pt x="635" y="23075"/>
                  </a:cubicBezTo>
                  <a:cubicBezTo>
                    <a:pt x="868" y="22875"/>
                    <a:pt x="1168" y="22708"/>
                    <a:pt x="1502" y="22675"/>
                  </a:cubicBezTo>
                  <a:cubicBezTo>
                    <a:pt x="3070" y="22275"/>
                    <a:pt x="4671" y="22041"/>
                    <a:pt x="6272" y="21708"/>
                  </a:cubicBezTo>
                  <a:lnTo>
                    <a:pt x="16212" y="19773"/>
                  </a:lnTo>
                  <a:cubicBezTo>
                    <a:pt x="18981" y="19206"/>
                    <a:pt x="21850" y="18739"/>
                    <a:pt x="24552" y="17872"/>
                  </a:cubicBezTo>
                  <a:cubicBezTo>
                    <a:pt x="26920" y="17104"/>
                    <a:pt x="29288" y="15970"/>
                    <a:pt x="30956" y="14069"/>
                  </a:cubicBezTo>
                  <a:cubicBezTo>
                    <a:pt x="34359" y="10200"/>
                    <a:pt x="34125" y="4729"/>
                    <a:pt x="33158" y="26"/>
                  </a:cubicBezTo>
                  <a:cubicBezTo>
                    <a:pt x="33141" y="9"/>
                    <a:pt x="33116" y="1"/>
                    <a:pt x="3309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64;p45">
              <a:extLst>
                <a:ext uri="{FF2B5EF4-FFF2-40B4-BE49-F238E27FC236}">
                  <a16:creationId xmlns:a16="http://schemas.microsoft.com/office/drawing/2014/main" id="{50449286-AFC5-3982-E916-9FDD4734032A}"/>
                </a:ext>
              </a:extLst>
            </p:cNvPr>
            <p:cNvSpPr/>
            <p:nvPr/>
          </p:nvSpPr>
          <p:spPr>
            <a:xfrm>
              <a:off x="5531400" y="3702659"/>
              <a:ext cx="1252757" cy="757785"/>
            </a:xfrm>
            <a:custGeom>
              <a:avLst/>
              <a:gdLst/>
              <a:ahLst/>
              <a:cxnLst/>
              <a:rect l="l" t="t" r="r" b="b"/>
              <a:pathLst>
                <a:path w="53940" h="32628" extrusionOk="0">
                  <a:moveTo>
                    <a:pt x="30389" y="1"/>
                  </a:moveTo>
                  <a:lnTo>
                    <a:pt x="15979" y="21049"/>
                  </a:lnTo>
                  <a:cubicBezTo>
                    <a:pt x="15979" y="21049"/>
                    <a:pt x="11442" y="22650"/>
                    <a:pt x="7506" y="24285"/>
                  </a:cubicBezTo>
                  <a:cubicBezTo>
                    <a:pt x="5038" y="25286"/>
                    <a:pt x="2936" y="26186"/>
                    <a:pt x="2436" y="26553"/>
                  </a:cubicBezTo>
                  <a:cubicBezTo>
                    <a:pt x="1168" y="27454"/>
                    <a:pt x="1" y="30623"/>
                    <a:pt x="1068" y="31056"/>
                  </a:cubicBezTo>
                  <a:cubicBezTo>
                    <a:pt x="1982" y="31416"/>
                    <a:pt x="24736" y="32627"/>
                    <a:pt x="33163" y="32627"/>
                  </a:cubicBezTo>
                  <a:cubicBezTo>
                    <a:pt x="34887" y="32627"/>
                    <a:pt x="36011" y="32576"/>
                    <a:pt x="36227" y="32457"/>
                  </a:cubicBezTo>
                  <a:cubicBezTo>
                    <a:pt x="36394" y="32357"/>
                    <a:pt x="36594" y="29389"/>
                    <a:pt x="36827" y="25352"/>
                  </a:cubicBezTo>
                  <a:lnTo>
                    <a:pt x="36994" y="21516"/>
                  </a:lnTo>
                  <a:cubicBezTo>
                    <a:pt x="37027" y="20249"/>
                    <a:pt x="53939" y="1402"/>
                    <a:pt x="53939" y="1402"/>
                  </a:cubicBezTo>
                  <a:lnTo>
                    <a:pt x="30389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765;p45">
              <a:extLst>
                <a:ext uri="{FF2B5EF4-FFF2-40B4-BE49-F238E27FC236}">
                  <a16:creationId xmlns:a16="http://schemas.microsoft.com/office/drawing/2014/main" id="{C1FC9BD9-3199-7567-978F-9B7136557BD9}"/>
                </a:ext>
              </a:extLst>
            </p:cNvPr>
            <p:cNvSpPr/>
            <p:nvPr/>
          </p:nvSpPr>
          <p:spPr>
            <a:xfrm>
              <a:off x="5530633" y="4049762"/>
              <a:ext cx="959912" cy="410200"/>
            </a:xfrm>
            <a:custGeom>
              <a:avLst/>
              <a:gdLst/>
              <a:ahLst/>
              <a:cxnLst/>
              <a:rect l="l" t="t" r="r" b="b"/>
              <a:pathLst>
                <a:path w="41331" h="17662" extrusionOk="0">
                  <a:moveTo>
                    <a:pt x="20182" y="1"/>
                  </a:moveTo>
                  <a:lnTo>
                    <a:pt x="16012" y="6105"/>
                  </a:lnTo>
                  <a:cubicBezTo>
                    <a:pt x="16012" y="6105"/>
                    <a:pt x="11475" y="7706"/>
                    <a:pt x="7539" y="9308"/>
                  </a:cubicBezTo>
                  <a:cubicBezTo>
                    <a:pt x="5104" y="10342"/>
                    <a:pt x="2969" y="11242"/>
                    <a:pt x="2469" y="11576"/>
                  </a:cubicBezTo>
                  <a:cubicBezTo>
                    <a:pt x="1168" y="12510"/>
                    <a:pt x="1" y="15645"/>
                    <a:pt x="1101" y="16079"/>
                  </a:cubicBezTo>
                  <a:cubicBezTo>
                    <a:pt x="2011" y="16437"/>
                    <a:pt x="24585" y="17662"/>
                    <a:pt x="33092" y="17662"/>
                  </a:cubicBezTo>
                  <a:cubicBezTo>
                    <a:pt x="34879" y="17662"/>
                    <a:pt x="36046" y="17608"/>
                    <a:pt x="36260" y="17480"/>
                  </a:cubicBezTo>
                  <a:cubicBezTo>
                    <a:pt x="36427" y="17413"/>
                    <a:pt x="36627" y="14445"/>
                    <a:pt x="36860" y="10408"/>
                  </a:cubicBezTo>
                  <a:lnTo>
                    <a:pt x="37027" y="6572"/>
                  </a:lnTo>
                  <a:cubicBezTo>
                    <a:pt x="37027" y="6139"/>
                    <a:pt x="38862" y="3837"/>
                    <a:pt x="41330" y="935"/>
                  </a:cubicBezTo>
                  <a:lnTo>
                    <a:pt x="2018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766;p45">
              <a:extLst>
                <a:ext uri="{FF2B5EF4-FFF2-40B4-BE49-F238E27FC236}">
                  <a16:creationId xmlns:a16="http://schemas.microsoft.com/office/drawing/2014/main" id="{6DB6B5BD-64EE-78DE-D86F-B20559B9AADF}"/>
                </a:ext>
              </a:extLst>
            </p:cNvPr>
            <p:cNvSpPr/>
            <p:nvPr/>
          </p:nvSpPr>
          <p:spPr>
            <a:xfrm>
              <a:off x="5526754" y="4179159"/>
              <a:ext cx="874677" cy="281789"/>
            </a:xfrm>
            <a:custGeom>
              <a:avLst/>
              <a:gdLst/>
              <a:ahLst/>
              <a:cxnLst/>
              <a:rect l="l" t="t" r="r" b="b"/>
              <a:pathLst>
                <a:path w="37661" h="12133" extrusionOk="0">
                  <a:moveTo>
                    <a:pt x="16279" y="1"/>
                  </a:moveTo>
                  <a:cubicBezTo>
                    <a:pt x="16279" y="1"/>
                    <a:pt x="3837" y="5038"/>
                    <a:pt x="2503" y="6005"/>
                  </a:cubicBezTo>
                  <a:cubicBezTo>
                    <a:pt x="1202" y="6939"/>
                    <a:pt x="1" y="10208"/>
                    <a:pt x="1135" y="10642"/>
                  </a:cubicBezTo>
                  <a:cubicBezTo>
                    <a:pt x="2063" y="10996"/>
                    <a:pt x="24195" y="12132"/>
                    <a:pt x="32932" y="12132"/>
                  </a:cubicBezTo>
                  <a:cubicBezTo>
                    <a:pt x="34876" y="12132"/>
                    <a:pt x="36157" y="12076"/>
                    <a:pt x="36393" y="11942"/>
                  </a:cubicBezTo>
                  <a:cubicBezTo>
                    <a:pt x="36894" y="11676"/>
                    <a:pt x="37661" y="6639"/>
                    <a:pt x="37461" y="1001"/>
                  </a:cubicBezTo>
                  <a:lnTo>
                    <a:pt x="16279" y="1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767;p45">
              <a:extLst>
                <a:ext uri="{FF2B5EF4-FFF2-40B4-BE49-F238E27FC236}">
                  <a16:creationId xmlns:a16="http://schemas.microsoft.com/office/drawing/2014/main" id="{92C21171-736B-D3C6-F190-6089BC022BA4}"/>
                </a:ext>
              </a:extLst>
            </p:cNvPr>
            <p:cNvSpPr/>
            <p:nvPr/>
          </p:nvSpPr>
          <p:spPr>
            <a:xfrm>
              <a:off x="5563174" y="4396864"/>
              <a:ext cx="773973" cy="41085"/>
            </a:xfrm>
            <a:custGeom>
              <a:avLst/>
              <a:gdLst/>
              <a:ahLst/>
              <a:cxnLst/>
              <a:rect l="l" t="t" r="r" b="b"/>
              <a:pathLst>
                <a:path w="33325" h="1769" extrusionOk="0">
                  <a:moveTo>
                    <a:pt x="101" y="1"/>
                  </a:moveTo>
                  <a:cubicBezTo>
                    <a:pt x="1" y="1"/>
                    <a:pt x="1" y="68"/>
                    <a:pt x="101" y="101"/>
                  </a:cubicBezTo>
                  <a:cubicBezTo>
                    <a:pt x="5605" y="501"/>
                    <a:pt x="27787" y="1769"/>
                    <a:pt x="33258" y="1769"/>
                  </a:cubicBezTo>
                  <a:cubicBezTo>
                    <a:pt x="33324" y="1769"/>
                    <a:pt x="33324" y="1736"/>
                    <a:pt x="33258" y="1736"/>
                  </a:cubicBezTo>
                  <a:cubicBezTo>
                    <a:pt x="27820" y="1168"/>
                    <a:pt x="5605" y="101"/>
                    <a:pt x="1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768;p45">
              <a:extLst>
                <a:ext uri="{FF2B5EF4-FFF2-40B4-BE49-F238E27FC236}">
                  <a16:creationId xmlns:a16="http://schemas.microsoft.com/office/drawing/2014/main" id="{DB447F53-A660-246D-AD3B-7E0AAE1B927E}"/>
                </a:ext>
              </a:extLst>
            </p:cNvPr>
            <p:cNvSpPr/>
            <p:nvPr/>
          </p:nvSpPr>
          <p:spPr>
            <a:xfrm>
              <a:off x="5634456" y="4293830"/>
              <a:ext cx="102283" cy="104954"/>
            </a:xfrm>
            <a:custGeom>
              <a:avLst/>
              <a:gdLst/>
              <a:ahLst/>
              <a:cxnLst/>
              <a:rect l="l" t="t" r="r" b="b"/>
              <a:pathLst>
                <a:path w="4404" h="4519" extrusionOk="0">
                  <a:moveTo>
                    <a:pt x="34" y="0"/>
                  </a:moveTo>
                  <a:cubicBezTo>
                    <a:pt x="0" y="0"/>
                    <a:pt x="0" y="67"/>
                    <a:pt x="34" y="67"/>
                  </a:cubicBezTo>
                  <a:cubicBezTo>
                    <a:pt x="2269" y="434"/>
                    <a:pt x="4003" y="2235"/>
                    <a:pt x="4303" y="4504"/>
                  </a:cubicBezTo>
                  <a:cubicBezTo>
                    <a:pt x="4303" y="4504"/>
                    <a:pt x="4333" y="4519"/>
                    <a:pt x="4353" y="4519"/>
                  </a:cubicBezTo>
                  <a:cubicBezTo>
                    <a:pt x="4363" y="4519"/>
                    <a:pt x="4370" y="4515"/>
                    <a:pt x="4370" y="4504"/>
                  </a:cubicBezTo>
                  <a:cubicBezTo>
                    <a:pt x="4404" y="3370"/>
                    <a:pt x="4003" y="2302"/>
                    <a:pt x="3269" y="1502"/>
                  </a:cubicBezTo>
                  <a:cubicBezTo>
                    <a:pt x="2435" y="568"/>
                    <a:pt x="1268" y="0"/>
                    <a:pt x="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769;p45">
              <a:extLst>
                <a:ext uri="{FF2B5EF4-FFF2-40B4-BE49-F238E27FC236}">
                  <a16:creationId xmlns:a16="http://schemas.microsoft.com/office/drawing/2014/main" id="{8E839917-DCC2-C2B8-B185-FE1BFE0315EC}"/>
                </a:ext>
              </a:extLst>
            </p:cNvPr>
            <p:cNvSpPr/>
            <p:nvPr/>
          </p:nvSpPr>
          <p:spPr>
            <a:xfrm>
              <a:off x="5859917" y="4190006"/>
              <a:ext cx="144599" cy="69187"/>
            </a:xfrm>
            <a:custGeom>
              <a:avLst/>
              <a:gdLst/>
              <a:ahLst/>
              <a:cxnLst/>
              <a:rect l="l" t="t" r="r" b="b"/>
              <a:pathLst>
                <a:path w="6226" h="2979" extrusionOk="0">
                  <a:moveTo>
                    <a:pt x="167" y="1"/>
                  </a:moveTo>
                  <a:cubicBezTo>
                    <a:pt x="34" y="1"/>
                    <a:pt x="0" y="234"/>
                    <a:pt x="134" y="267"/>
                  </a:cubicBezTo>
                  <a:cubicBezTo>
                    <a:pt x="2202" y="968"/>
                    <a:pt x="4170" y="1869"/>
                    <a:pt x="6071" y="2969"/>
                  </a:cubicBezTo>
                  <a:cubicBezTo>
                    <a:pt x="6084" y="2976"/>
                    <a:pt x="6097" y="2978"/>
                    <a:pt x="6110" y="2978"/>
                  </a:cubicBezTo>
                  <a:cubicBezTo>
                    <a:pt x="6169" y="2978"/>
                    <a:pt x="6226" y="2924"/>
                    <a:pt x="6171" y="2869"/>
                  </a:cubicBezTo>
                  <a:cubicBezTo>
                    <a:pt x="4904" y="1001"/>
                    <a:pt x="2369" y="101"/>
                    <a:pt x="1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770;p45">
              <a:extLst>
                <a:ext uri="{FF2B5EF4-FFF2-40B4-BE49-F238E27FC236}">
                  <a16:creationId xmlns:a16="http://schemas.microsoft.com/office/drawing/2014/main" id="{7DAC7730-2A35-B5EC-0557-4301C92952E6}"/>
                </a:ext>
              </a:extLst>
            </p:cNvPr>
            <p:cNvSpPr/>
            <p:nvPr/>
          </p:nvSpPr>
          <p:spPr>
            <a:xfrm>
              <a:off x="5818341" y="4203895"/>
              <a:ext cx="145899" cy="68467"/>
            </a:xfrm>
            <a:custGeom>
              <a:avLst/>
              <a:gdLst/>
              <a:ahLst/>
              <a:cxnLst/>
              <a:rect l="l" t="t" r="r" b="b"/>
              <a:pathLst>
                <a:path w="6282" h="2948" extrusionOk="0">
                  <a:moveTo>
                    <a:pt x="194" y="0"/>
                  </a:moveTo>
                  <a:cubicBezTo>
                    <a:pt x="49" y="0"/>
                    <a:pt x="1" y="238"/>
                    <a:pt x="189" y="270"/>
                  </a:cubicBezTo>
                  <a:cubicBezTo>
                    <a:pt x="2257" y="937"/>
                    <a:pt x="4225" y="1838"/>
                    <a:pt x="6127" y="2938"/>
                  </a:cubicBezTo>
                  <a:cubicBezTo>
                    <a:pt x="6139" y="2945"/>
                    <a:pt x="6152" y="2947"/>
                    <a:pt x="6166" y="2947"/>
                  </a:cubicBezTo>
                  <a:cubicBezTo>
                    <a:pt x="6225" y="2947"/>
                    <a:pt x="6281" y="2893"/>
                    <a:pt x="6227" y="2838"/>
                  </a:cubicBezTo>
                  <a:cubicBezTo>
                    <a:pt x="4959" y="970"/>
                    <a:pt x="2424" y="70"/>
                    <a:pt x="223" y="3"/>
                  </a:cubicBezTo>
                  <a:cubicBezTo>
                    <a:pt x="213" y="1"/>
                    <a:pt x="203" y="0"/>
                    <a:pt x="19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771;p45">
              <a:extLst>
                <a:ext uri="{FF2B5EF4-FFF2-40B4-BE49-F238E27FC236}">
                  <a16:creationId xmlns:a16="http://schemas.microsoft.com/office/drawing/2014/main" id="{0FB7E2D9-390E-BD2D-3DF7-087A9DFF79FB}"/>
                </a:ext>
              </a:extLst>
            </p:cNvPr>
            <p:cNvSpPr/>
            <p:nvPr/>
          </p:nvSpPr>
          <p:spPr>
            <a:xfrm>
              <a:off x="5778554" y="4217135"/>
              <a:ext cx="145412" cy="69164"/>
            </a:xfrm>
            <a:custGeom>
              <a:avLst/>
              <a:gdLst/>
              <a:ahLst/>
              <a:cxnLst/>
              <a:rect l="l" t="t" r="r" b="b"/>
              <a:pathLst>
                <a:path w="6261" h="2978" extrusionOk="0">
                  <a:moveTo>
                    <a:pt x="201" y="0"/>
                  </a:moveTo>
                  <a:cubicBezTo>
                    <a:pt x="68" y="0"/>
                    <a:pt x="1" y="234"/>
                    <a:pt x="168" y="267"/>
                  </a:cubicBezTo>
                  <a:cubicBezTo>
                    <a:pt x="2236" y="934"/>
                    <a:pt x="4237" y="1835"/>
                    <a:pt x="6105" y="2969"/>
                  </a:cubicBezTo>
                  <a:cubicBezTo>
                    <a:pt x="6117" y="2975"/>
                    <a:pt x="6130" y="2978"/>
                    <a:pt x="6143" y="2978"/>
                  </a:cubicBezTo>
                  <a:cubicBezTo>
                    <a:pt x="6202" y="2978"/>
                    <a:pt x="6260" y="2918"/>
                    <a:pt x="6205" y="2835"/>
                  </a:cubicBezTo>
                  <a:cubicBezTo>
                    <a:pt x="4938" y="967"/>
                    <a:pt x="2436" y="67"/>
                    <a:pt x="2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772;p45">
              <a:extLst>
                <a:ext uri="{FF2B5EF4-FFF2-40B4-BE49-F238E27FC236}">
                  <a16:creationId xmlns:a16="http://schemas.microsoft.com/office/drawing/2014/main" id="{14865575-3365-B08F-628D-BA085FE57FA5}"/>
                </a:ext>
              </a:extLst>
            </p:cNvPr>
            <p:cNvSpPr/>
            <p:nvPr/>
          </p:nvSpPr>
          <p:spPr>
            <a:xfrm>
              <a:off x="5739046" y="4231071"/>
              <a:ext cx="144622" cy="68398"/>
            </a:xfrm>
            <a:custGeom>
              <a:avLst/>
              <a:gdLst/>
              <a:ahLst/>
              <a:cxnLst/>
              <a:rect l="l" t="t" r="r" b="b"/>
              <a:pathLst>
                <a:path w="6227" h="2945" extrusionOk="0">
                  <a:moveTo>
                    <a:pt x="167" y="1"/>
                  </a:moveTo>
                  <a:cubicBezTo>
                    <a:pt x="34" y="1"/>
                    <a:pt x="1" y="201"/>
                    <a:pt x="167" y="267"/>
                  </a:cubicBezTo>
                  <a:cubicBezTo>
                    <a:pt x="2202" y="935"/>
                    <a:pt x="4204" y="1835"/>
                    <a:pt x="6072" y="2936"/>
                  </a:cubicBezTo>
                  <a:cubicBezTo>
                    <a:pt x="6084" y="2942"/>
                    <a:pt x="6097" y="2945"/>
                    <a:pt x="6110" y="2945"/>
                  </a:cubicBezTo>
                  <a:cubicBezTo>
                    <a:pt x="6169" y="2945"/>
                    <a:pt x="6226" y="2890"/>
                    <a:pt x="6172" y="2836"/>
                  </a:cubicBezTo>
                  <a:cubicBezTo>
                    <a:pt x="4904" y="968"/>
                    <a:pt x="2402" y="67"/>
                    <a:pt x="1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773;p45">
              <a:extLst>
                <a:ext uri="{FF2B5EF4-FFF2-40B4-BE49-F238E27FC236}">
                  <a16:creationId xmlns:a16="http://schemas.microsoft.com/office/drawing/2014/main" id="{FEE65D1B-E342-357F-EE89-7B1E5BC7B37A}"/>
                </a:ext>
              </a:extLst>
            </p:cNvPr>
            <p:cNvSpPr/>
            <p:nvPr/>
          </p:nvSpPr>
          <p:spPr>
            <a:xfrm>
              <a:off x="6248289" y="4313898"/>
              <a:ext cx="117379" cy="89277"/>
            </a:xfrm>
            <a:custGeom>
              <a:avLst/>
              <a:gdLst/>
              <a:ahLst/>
              <a:cxnLst/>
              <a:rect l="l" t="t" r="r" b="b"/>
              <a:pathLst>
                <a:path w="5054" h="3844" extrusionOk="0">
                  <a:moveTo>
                    <a:pt x="2502" y="0"/>
                  </a:moveTo>
                  <a:cubicBezTo>
                    <a:pt x="152" y="0"/>
                    <a:pt x="0" y="3709"/>
                    <a:pt x="2426" y="3840"/>
                  </a:cubicBezTo>
                  <a:cubicBezTo>
                    <a:pt x="2468" y="3842"/>
                    <a:pt x="2509" y="3843"/>
                    <a:pt x="2550" y="3843"/>
                  </a:cubicBezTo>
                  <a:cubicBezTo>
                    <a:pt x="4901" y="3843"/>
                    <a:pt x="5053" y="102"/>
                    <a:pt x="2626" y="4"/>
                  </a:cubicBezTo>
                  <a:cubicBezTo>
                    <a:pt x="2584" y="1"/>
                    <a:pt x="2543" y="0"/>
                    <a:pt x="25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774;p45">
              <a:extLst>
                <a:ext uri="{FF2B5EF4-FFF2-40B4-BE49-F238E27FC236}">
                  <a16:creationId xmlns:a16="http://schemas.microsoft.com/office/drawing/2014/main" id="{54D5008B-7439-975D-1F57-1E8F2FC9C381}"/>
                </a:ext>
              </a:extLst>
            </p:cNvPr>
            <p:cNvSpPr/>
            <p:nvPr/>
          </p:nvSpPr>
          <p:spPr>
            <a:xfrm>
              <a:off x="5788634" y="4043490"/>
              <a:ext cx="141022" cy="172376"/>
            </a:xfrm>
            <a:custGeom>
              <a:avLst/>
              <a:gdLst/>
              <a:ahLst/>
              <a:cxnLst/>
              <a:rect l="l" t="t" r="r" b="b"/>
              <a:pathLst>
                <a:path w="6072" h="7422" extrusionOk="0">
                  <a:moveTo>
                    <a:pt x="2034" y="582"/>
                  </a:moveTo>
                  <a:cubicBezTo>
                    <a:pt x="2772" y="582"/>
                    <a:pt x="3736" y="1566"/>
                    <a:pt x="4037" y="2039"/>
                  </a:cubicBezTo>
                  <a:cubicBezTo>
                    <a:pt x="4304" y="2539"/>
                    <a:pt x="4537" y="3040"/>
                    <a:pt x="4771" y="3573"/>
                  </a:cubicBezTo>
                  <a:cubicBezTo>
                    <a:pt x="5171" y="4674"/>
                    <a:pt x="5538" y="5775"/>
                    <a:pt x="5838" y="6909"/>
                  </a:cubicBezTo>
                  <a:cubicBezTo>
                    <a:pt x="5137" y="6275"/>
                    <a:pt x="4370" y="5742"/>
                    <a:pt x="3636" y="5141"/>
                  </a:cubicBezTo>
                  <a:cubicBezTo>
                    <a:pt x="2769" y="4441"/>
                    <a:pt x="968" y="3040"/>
                    <a:pt x="1168" y="1739"/>
                  </a:cubicBezTo>
                  <a:cubicBezTo>
                    <a:pt x="1287" y="883"/>
                    <a:pt x="1626" y="582"/>
                    <a:pt x="2034" y="582"/>
                  </a:cubicBezTo>
                  <a:close/>
                  <a:moveTo>
                    <a:pt x="2129" y="1"/>
                  </a:moveTo>
                  <a:cubicBezTo>
                    <a:pt x="1804" y="1"/>
                    <a:pt x="1478" y="101"/>
                    <a:pt x="1168" y="338"/>
                  </a:cubicBezTo>
                  <a:cubicBezTo>
                    <a:pt x="0" y="1205"/>
                    <a:pt x="534" y="2639"/>
                    <a:pt x="1168" y="3573"/>
                  </a:cubicBezTo>
                  <a:cubicBezTo>
                    <a:pt x="2302" y="5141"/>
                    <a:pt x="4037" y="6209"/>
                    <a:pt x="5571" y="7376"/>
                  </a:cubicBezTo>
                  <a:cubicBezTo>
                    <a:pt x="5623" y="7407"/>
                    <a:pt x="5678" y="7422"/>
                    <a:pt x="5730" y="7422"/>
                  </a:cubicBezTo>
                  <a:cubicBezTo>
                    <a:pt x="5846" y="7422"/>
                    <a:pt x="5948" y="7347"/>
                    <a:pt x="5971" y="7209"/>
                  </a:cubicBezTo>
                  <a:cubicBezTo>
                    <a:pt x="6005" y="7209"/>
                    <a:pt x="6071" y="7176"/>
                    <a:pt x="6071" y="7143"/>
                  </a:cubicBezTo>
                  <a:cubicBezTo>
                    <a:pt x="5971" y="5141"/>
                    <a:pt x="5371" y="3173"/>
                    <a:pt x="4304" y="1438"/>
                  </a:cubicBezTo>
                  <a:cubicBezTo>
                    <a:pt x="3843" y="711"/>
                    <a:pt x="2994" y="1"/>
                    <a:pt x="21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775;p45">
              <a:extLst>
                <a:ext uri="{FF2B5EF4-FFF2-40B4-BE49-F238E27FC236}">
                  <a16:creationId xmlns:a16="http://schemas.microsoft.com/office/drawing/2014/main" id="{85B49E21-F549-E354-580B-DE796C89A27C}"/>
                </a:ext>
              </a:extLst>
            </p:cNvPr>
            <p:cNvSpPr/>
            <p:nvPr/>
          </p:nvSpPr>
          <p:spPr>
            <a:xfrm>
              <a:off x="5914917" y="4146269"/>
              <a:ext cx="203637" cy="89579"/>
            </a:xfrm>
            <a:custGeom>
              <a:avLst/>
              <a:gdLst/>
              <a:ahLst/>
              <a:cxnLst/>
              <a:rect l="l" t="t" r="r" b="b"/>
              <a:pathLst>
                <a:path w="8768" h="3857" extrusionOk="0">
                  <a:moveTo>
                    <a:pt x="5837" y="643"/>
                  </a:moveTo>
                  <a:cubicBezTo>
                    <a:pt x="6935" y="643"/>
                    <a:pt x="8768" y="1091"/>
                    <a:pt x="7439" y="2617"/>
                  </a:cubicBezTo>
                  <a:cubicBezTo>
                    <a:pt x="7018" y="3104"/>
                    <a:pt x="6272" y="3252"/>
                    <a:pt x="5491" y="3252"/>
                  </a:cubicBezTo>
                  <a:cubicBezTo>
                    <a:pt x="4666" y="3252"/>
                    <a:pt x="3802" y="3087"/>
                    <a:pt x="3236" y="2984"/>
                  </a:cubicBezTo>
                  <a:cubicBezTo>
                    <a:pt x="2302" y="2818"/>
                    <a:pt x="1402" y="2617"/>
                    <a:pt x="468" y="2484"/>
                  </a:cubicBezTo>
                  <a:cubicBezTo>
                    <a:pt x="1535" y="1984"/>
                    <a:pt x="2603" y="1517"/>
                    <a:pt x="3703" y="1116"/>
                  </a:cubicBezTo>
                  <a:cubicBezTo>
                    <a:pt x="4237" y="916"/>
                    <a:pt x="4771" y="783"/>
                    <a:pt x="5338" y="683"/>
                  </a:cubicBezTo>
                  <a:cubicBezTo>
                    <a:pt x="5465" y="657"/>
                    <a:pt x="5639" y="643"/>
                    <a:pt x="5837" y="643"/>
                  </a:cubicBezTo>
                  <a:close/>
                  <a:moveTo>
                    <a:pt x="6162" y="1"/>
                  </a:moveTo>
                  <a:cubicBezTo>
                    <a:pt x="5959" y="1"/>
                    <a:pt x="5760" y="18"/>
                    <a:pt x="5571" y="49"/>
                  </a:cubicBezTo>
                  <a:cubicBezTo>
                    <a:pt x="3570" y="349"/>
                    <a:pt x="1702" y="1216"/>
                    <a:pt x="134" y="2484"/>
                  </a:cubicBezTo>
                  <a:cubicBezTo>
                    <a:pt x="101" y="2517"/>
                    <a:pt x="101" y="2551"/>
                    <a:pt x="134" y="2584"/>
                  </a:cubicBezTo>
                  <a:cubicBezTo>
                    <a:pt x="1" y="2718"/>
                    <a:pt x="67" y="2951"/>
                    <a:pt x="268" y="2984"/>
                  </a:cubicBezTo>
                  <a:cubicBezTo>
                    <a:pt x="1891" y="3332"/>
                    <a:pt x="3590" y="3856"/>
                    <a:pt x="5255" y="3856"/>
                  </a:cubicBezTo>
                  <a:cubicBezTo>
                    <a:pt x="5506" y="3856"/>
                    <a:pt x="5756" y="3845"/>
                    <a:pt x="6005" y="3818"/>
                  </a:cubicBezTo>
                  <a:cubicBezTo>
                    <a:pt x="7172" y="3685"/>
                    <a:pt x="8607" y="3084"/>
                    <a:pt x="8507" y="1717"/>
                  </a:cubicBezTo>
                  <a:cubicBezTo>
                    <a:pt x="8422" y="480"/>
                    <a:pt x="7248" y="1"/>
                    <a:pt x="61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776;p45">
              <a:extLst>
                <a:ext uri="{FF2B5EF4-FFF2-40B4-BE49-F238E27FC236}">
                  <a16:creationId xmlns:a16="http://schemas.microsoft.com/office/drawing/2014/main" id="{813228FB-D301-A7DB-10DF-590526B1BDC3}"/>
                </a:ext>
              </a:extLst>
            </p:cNvPr>
            <p:cNvSpPr/>
            <p:nvPr/>
          </p:nvSpPr>
          <p:spPr>
            <a:xfrm>
              <a:off x="5879288" y="2302634"/>
              <a:ext cx="2264530" cy="1861670"/>
            </a:xfrm>
            <a:custGeom>
              <a:avLst/>
              <a:gdLst/>
              <a:ahLst/>
              <a:cxnLst/>
              <a:rect l="l" t="t" r="r" b="b"/>
              <a:pathLst>
                <a:path w="97504" h="80158" extrusionOk="0">
                  <a:moveTo>
                    <a:pt x="65480" y="0"/>
                  </a:moveTo>
                  <a:cubicBezTo>
                    <a:pt x="66147" y="2736"/>
                    <a:pt x="67015" y="5404"/>
                    <a:pt x="68116" y="8006"/>
                  </a:cubicBezTo>
                  <a:cubicBezTo>
                    <a:pt x="68116" y="8006"/>
                    <a:pt x="46767" y="24051"/>
                    <a:pt x="35426" y="35526"/>
                  </a:cubicBezTo>
                  <a:cubicBezTo>
                    <a:pt x="28087" y="42898"/>
                    <a:pt x="0" y="76922"/>
                    <a:pt x="0" y="76922"/>
                  </a:cubicBezTo>
                  <a:lnTo>
                    <a:pt x="26319" y="80158"/>
                  </a:lnTo>
                  <a:cubicBezTo>
                    <a:pt x="26319" y="80158"/>
                    <a:pt x="52304" y="49036"/>
                    <a:pt x="54406" y="46967"/>
                  </a:cubicBezTo>
                  <a:cubicBezTo>
                    <a:pt x="60944" y="40529"/>
                    <a:pt x="84294" y="29455"/>
                    <a:pt x="91232" y="19147"/>
                  </a:cubicBezTo>
                  <a:cubicBezTo>
                    <a:pt x="97503" y="9874"/>
                    <a:pt x="91165" y="0"/>
                    <a:pt x="9116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777;p45">
              <a:extLst>
                <a:ext uri="{FF2B5EF4-FFF2-40B4-BE49-F238E27FC236}">
                  <a16:creationId xmlns:a16="http://schemas.microsoft.com/office/drawing/2014/main" id="{B8882DE5-53F5-076F-BADD-0F011B91F47C}"/>
                </a:ext>
              </a:extLst>
            </p:cNvPr>
            <p:cNvSpPr/>
            <p:nvPr/>
          </p:nvSpPr>
          <p:spPr>
            <a:xfrm>
              <a:off x="7352134" y="2449846"/>
              <a:ext cx="202220" cy="87558"/>
            </a:xfrm>
            <a:custGeom>
              <a:avLst/>
              <a:gdLst/>
              <a:ahLst/>
              <a:cxnLst/>
              <a:rect l="l" t="t" r="r" b="b"/>
              <a:pathLst>
                <a:path w="8707" h="3770" extrusionOk="0">
                  <a:moveTo>
                    <a:pt x="134" y="0"/>
                  </a:moveTo>
                  <a:cubicBezTo>
                    <a:pt x="34" y="0"/>
                    <a:pt x="0" y="167"/>
                    <a:pt x="100" y="200"/>
                  </a:cubicBezTo>
                  <a:cubicBezTo>
                    <a:pt x="767" y="501"/>
                    <a:pt x="1501" y="801"/>
                    <a:pt x="2202" y="1068"/>
                  </a:cubicBezTo>
                  <a:lnTo>
                    <a:pt x="4303" y="1902"/>
                  </a:lnTo>
                  <a:cubicBezTo>
                    <a:pt x="5738" y="2469"/>
                    <a:pt x="7205" y="3069"/>
                    <a:pt x="8606" y="3770"/>
                  </a:cubicBezTo>
                  <a:cubicBezTo>
                    <a:pt x="8640" y="3770"/>
                    <a:pt x="8706" y="3703"/>
                    <a:pt x="8640" y="3703"/>
                  </a:cubicBezTo>
                  <a:cubicBezTo>
                    <a:pt x="7305" y="2902"/>
                    <a:pt x="5938" y="2169"/>
                    <a:pt x="4537" y="1501"/>
                  </a:cubicBezTo>
                  <a:cubicBezTo>
                    <a:pt x="3803" y="1201"/>
                    <a:pt x="3069" y="901"/>
                    <a:pt x="2335" y="634"/>
                  </a:cubicBezTo>
                  <a:cubicBezTo>
                    <a:pt x="1601" y="367"/>
                    <a:pt x="867" y="134"/>
                    <a:pt x="1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778;p45">
              <a:extLst>
                <a:ext uri="{FF2B5EF4-FFF2-40B4-BE49-F238E27FC236}">
                  <a16:creationId xmlns:a16="http://schemas.microsoft.com/office/drawing/2014/main" id="{5DF20A4B-1583-44CF-5430-E81AB73CD623}"/>
                </a:ext>
              </a:extLst>
            </p:cNvPr>
            <p:cNvSpPr/>
            <p:nvPr/>
          </p:nvSpPr>
          <p:spPr>
            <a:xfrm>
              <a:off x="7381121" y="2299940"/>
              <a:ext cx="92668" cy="185684"/>
            </a:xfrm>
            <a:custGeom>
              <a:avLst/>
              <a:gdLst/>
              <a:ahLst/>
              <a:cxnLst/>
              <a:rect l="l" t="t" r="r" b="b"/>
              <a:pathLst>
                <a:path w="3990" h="7995" extrusionOk="0">
                  <a:moveTo>
                    <a:pt x="134" y="1"/>
                  </a:moveTo>
                  <a:cubicBezTo>
                    <a:pt x="71" y="1"/>
                    <a:pt x="0" y="53"/>
                    <a:pt x="20" y="150"/>
                  </a:cubicBezTo>
                  <a:cubicBezTo>
                    <a:pt x="187" y="1417"/>
                    <a:pt x="453" y="2652"/>
                    <a:pt x="854" y="3886"/>
                  </a:cubicBezTo>
                  <a:cubicBezTo>
                    <a:pt x="1020" y="4386"/>
                    <a:pt x="1154" y="4886"/>
                    <a:pt x="1354" y="5387"/>
                  </a:cubicBezTo>
                  <a:cubicBezTo>
                    <a:pt x="1487" y="5787"/>
                    <a:pt x="1754" y="6154"/>
                    <a:pt x="2088" y="6421"/>
                  </a:cubicBezTo>
                  <a:cubicBezTo>
                    <a:pt x="2288" y="6554"/>
                    <a:pt x="2522" y="6654"/>
                    <a:pt x="2788" y="6654"/>
                  </a:cubicBezTo>
                  <a:cubicBezTo>
                    <a:pt x="2788" y="6721"/>
                    <a:pt x="2788" y="6788"/>
                    <a:pt x="2788" y="6888"/>
                  </a:cubicBezTo>
                  <a:cubicBezTo>
                    <a:pt x="2822" y="6988"/>
                    <a:pt x="2855" y="7121"/>
                    <a:pt x="2888" y="7222"/>
                  </a:cubicBezTo>
                  <a:cubicBezTo>
                    <a:pt x="2922" y="7355"/>
                    <a:pt x="2989" y="7455"/>
                    <a:pt x="3022" y="7588"/>
                  </a:cubicBezTo>
                  <a:cubicBezTo>
                    <a:pt x="3022" y="7655"/>
                    <a:pt x="3055" y="7722"/>
                    <a:pt x="3089" y="7755"/>
                  </a:cubicBezTo>
                  <a:cubicBezTo>
                    <a:pt x="3155" y="7822"/>
                    <a:pt x="3189" y="7889"/>
                    <a:pt x="3222" y="7922"/>
                  </a:cubicBezTo>
                  <a:cubicBezTo>
                    <a:pt x="3235" y="7973"/>
                    <a:pt x="3272" y="7995"/>
                    <a:pt x="3309" y="7995"/>
                  </a:cubicBezTo>
                  <a:cubicBezTo>
                    <a:pt x="3369" y="7995"/>
                    <a:pt x="3430" y="7938"/>
                    <a:pt x="3389" y="7855"/>
                  </a:cubicBezTo>
                  <a:lnTo>
                    <a:pt x="3389" y="7655"/>
                  </a:lnTo>
                  <a:cubicBezTo>
                    <a:pt x="3389" y="7588"/>
                    <a:pt x="3389" y="7522"/>
                    <a:pt x="3355" y="7488"/>
                  </a:cubicBezTo>
                  <a:cubicBezTo>
                    <a:pt x="3322" y="7355"/>
                    <a:pt x="3289" y="7222"/>
                    <a:pt x="3222" y="7121"/>
                  </a:cubicBezTo>
                  <a:cubicBezTo>
                    <a:pt x="3189" y="6988"/>
                    <a:pt x="3155" y="6888"/>
                    <a:pt x="3089" y="6755"/>
                  </a:cubicBezTo>
                  <a:cubicBezTo>
                    <a:pt x="3055" y="6721"/>
                    <a:pt x="3055" y="6688"/>
                    <a:pt x="3022" y="6654"/>
                  </a:cubicBezTo>
                  <a:cubicBezTo>
                    <a:pt x="3456" y="6621"/>
                    <a:pt x="3822" y="6288"/>
                    <a:pt x="3923" y="5887"/>
                  </a:cubicBezTo>
                  <a:cubicBezTo>
                    <a:pt x="3989" y="5420"/>
                    <a:pt x="3923" y="4987"/>
                    <a:pt x="3756" y="4586"/>
                  </a:cubicBezTo>
                  <a:cubicBezTo>
                    <a:pt x="3622" y="4019"/>
                    <a:pt x="3456" y="3452"/>
                    <a:pt x="3289" y="2918"/>
                  </a:cubicBezTo>
                  <a:cubicBezTo>
                    <a:pt x="3155" y="2351"/>
                    <a:pt x="2421" y="83"/>
                    <a:pt x="2321" y="50"/>
                  </a:cubicBezTo>
                  <a:cubicBezTo>
                    <a:pt x="2305" y="33"/>
                    <a:pt x="2296" y="25"/>
                    <a:pt x="2288" y="25"/>
                  </a:cubicBezTo>
                  <a:cubicBezTo>
                    <a:pt x="2280" y="25"/>
                    <a:pt x="2271" y="33"/>
                    <a:pt x="2255" y="50"/>
                  </a:cubicBezTo>
                  <a:cubicBezTo>
                    <a:pt x="2221" y="83"/>
                    <a:pt x="2221" y="116"/>
                    <a:pt x="2221" y="116"/>
                  </a:cubicBezTo>
                  <a:cubicBezTo>
                    <a:pt x="2221" y="150"/>
                    <a:pt x="2922" y="3085"/>
                    <a:pt x="3055" y="3686"/>
                  </a:cubicBezTo>
                  <a:cubicBezTo>
                    <a:pt x="3222" y="4219"/>
                    <a:pt x="3322" y="4753"/>
                    <a:pt x="3422" y="5287"/>
                  </a:cubicBezTo>
                  <a:cubicBezTo>
                    <a:pt x="3483" y="5713"/>
                    <a:pt x="3349" y="6167"/>
                    <a:pt x="2895" y="6167"/>
                  </a:cubicBezTo>
                  <a:cubicBezTo>
                    <a:pt x="2851" y="6167"/>
                    <a:pt x="2805" y="6163"/>
                    <a:pt x="2755" y="6154"/>
                  </a:cubicBezTo>
                  <a:cubicBezTo>
                    <a:pt x="2221" y="6087"/>
                    <a:pt x="1954" y="5587"/>
                    <a:pt x="1788" y="5153"/>
                  </a:cubicBezTo>
                  <a:cubicBezTo>
                    <a:pt x="1554" y="4653"/>
                    <a:pt x="1387" y="4119"/>
                    <a:pt x="1221" y="3586"/>
                  </a:cubicBezTo>
                  <a:cubicBezTo>
                    <a:pt x="854" y="2418"/>
                    <a:pt x="553" y="1251"/>
                    <a:pt x="220" y="83"/>
                  </a:cubicBezTo>
                  <a:cubicBezTo>
                    <a:pt x="220" y="27"/>
                    <a:pt x="179" y="1"/>
                    <a:pt x="1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779;p45">
              <a:extLst>
                <a:ext uri="{FF2B5EF4-FFF2-40B4-BE49-F238E27FC236}">
                  <a16:creationId xmlns:a16="http://schemas.microsoft.com/office/drawing/2014/main" id="{77B51B2D-BDDA-9735-5F28-2034DC849CFB}"/>
                </a:ext>
              </a:extLst>
            </p:cNvPr>
            <p:cNvSpPr/>
            <p:nvPr/>
          </p:nvSpPr>
          <p:spPr>
            <a:xfrm>
              <a:off x="7741063" y="2358100"/>
              <a:ext cx="204543" cy="197111"/>
            </a:xfrm>
            <a:custGeom>
              <a:avLst/>
              <a:gdLst/>
              <a:ahLst/>
              <a:cxnLst/>
              <a:rect l="l" t="t" r="r" b="b"/>
              <a:pathLst>
                <a:path w="8807" h="8487" extrusionOk="0">
                  <a:moveTo>
                    <a:pt x="39" y="0"/>
                  </a:moveTo>
                  <a:cubicBezTo>
                    <a:pt x="17" y="0"/>
                    <a:pt x="0" y="24"/>
                    <a:pt x="0" y="47"/>
                  </a:cubicBezTo>
                  <a:cubicBezTo>
                    <a:pt x="0" y="1148"/>
                    <a:pt x="134" y="2249"/>
                    <a:pt x="434" y="3283"/>
                  </a:cubicBezTo>
                  <a:cubicBezTo>
                    <a:pt x="668" y="4150"/>
                    <a:pt x="1068" y="4984"/>
                    <a:pt x="1635" y="5685"/>
                  </a:cubicBezTo>
                  <a:cubicBezTo>
                    <a:pt x="2202" y="6319"/>
                    <a:pt x="2936" y="6886"/>
                    <a:pt x="3703" y="7286"/>
                  </a:cubicBezTo>
                  <a:cubicBezTo>
                    <a:pt x="4871" y="7953"/>
                    <a:pt x="6172" y="8353"/>
                    <a:pt x="7506" y="8454"/>
                  </a:cubicBezTo>
                  <a:cubicBezTo>
                    <a:pt x="7639" y="8476"/>
                    <a:pt x="7776" y="8487"/>
                    <a:pt x="7914" y="8487"/>
                  </a:cubicBezTo>
                  <a:cubicBezTo>
                    <a:pt x="8188" y="8487"/>
                    <a:pt x="8462" y="8442"/>
                    <a:pt x="8707" y="8353"/>
                  </a:cubicBezTo>
                  <a:cubicBezTo>
                    <a:pt x="8807" y="8320"/>
                    <a:pt x="8807" y="8187"/>
                    <a:pt x="8707" y="8120"/>
                  </a:cubicBezTo>
                  <a:cubicBezTo>
                    <a:pt x="8507" y="8053"/>
                    <a:pt x="8273" y="8020"/>
                    <a:pt x="8073" y="7987"/>
                  </a:cubicBezTo>
                  <a:cubicBezTo>
                    <a:pt x="7773" y="7987"/>
                    <a:pt x="7506" y="7953"/>
                    <a:pt x="7239" y="7886"/>
                  </a:cubicBezTo>
                  <a:cubicBezTo>
                    <a:pt x="6705" y="7786"/>
                    <a:pt x="6172" y="7653"/>
                    <a:pt x="5671" y="7486"/>
                  </a:cubicBezTo>
                  <a:cubicBezTo>
                    <a:pt x="4670" y="7153"/>
                    <a:pt x="3736" y="6652"/>
                    <a:pt x="2903" y="6018"/>
                  </a:cubicBezTo>
                  <a:cubicBezTo>
                    <a:pt x="2436" y="5718"/>
                    <a:pt x="2035" y="5318"/>
                    <a:pt x="1702" y="4884"/>
                  </a:cubicBezTo>
                  <a:cubicBezTo>
                    <a:pt x="1401" y="4451"/>
                    <a:pt x="1135" y="3950"/>
                    <a:pt x="968" y="3417"/>
                  </a:cubicBezTo>
                  <a:cubicBezTo>
                    <a:pt x="768" y="2850"/>
                    <a:pt x="601" y="2316"/>
                    <a:pt x="434" y="1749"/>
                  </a:cubicBezTo>
                  <a:cubicBezTo>
                    <a:pt x="301" y="1182"/>
                    <a:pt x="201" y="581"/>
                    <a:pt x="67" y="14"/>
                  </a:cubicBezTo>
                  <a:cubicBezTo>
                    <a:pt x="57" y="4"/>
                    <a:pt x="48" y="0"/>
                    <a:pt x="3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780;p45">
              <a:extLst>
                <a:ext uri="{FF2B5EF4-FFF2-40B4-BE49-F238E27FC236}">
                  <a16:creationId xmlns:a16="http://schemas.microsoft.com/office/drawing/2014/main" id="{D522D8E2-0296-F9B8-C1BC-54820D7EE22A}"/>
                </a:ext>
              </a:extLst>
            </p:cNvPr>
            <p:cNvSpPr/>
            <p:nvPr/>
          </p:nvSpPr>
          <p:spPr>
            <a:xfrm>
              <a:off x="6011772" y="3999127"/>
              <a:ext cx="526836" cy="62289"/>
            </a:xfrm>
            <a:custGeom>
              <a:avLst/>
              <a:gdLst/>
              <a:ahLst/>
              <a:cxnLst/>
              <a:rect l="l" t="t" r="r" b="b"/>
              <a:pathLst>
                <a:path w="22684" h="2682" extrusionOk="0">
                  <a:moveTo>
                    <a:pt x="626" y="0"/>
                  </a:moveTo>
                  <a:cubicBezTo>
                    <a:pt x="451" y="0"/>
                    <a:pt x="276" y="4"/>
                    <a:pt x="100" y="13"/>
                  </a:cubicBezTo>
                  <a:cubicBezTo>
                    <a:pt x="0" y="13"/>
                    <a:pt x="0" y="180"/>
                    <a:pt x="67" y="213"/>
                  </a:cubicBezTo>
                  <a:cubicBezTo>
                    <a:pt x="934" y="413"/>
                    <a:pt x="1768" y="546"/>
                    <a:pt x="2602" y="647"/>
                  </a:cubicBezTo>
                  <a:cubicBezTo>
                    <a:pt x="3436" y="747"/>
                    <a:pt x="4237" y="880"/>
                    <a:pt x="5037" y="1013"/>
                  </a:cubicBezTo>
                  <a:cubicBezTo>
                    <a:pt x="7939" y="1414"/>
                    <a:pt x="10875" y="1681"/>
                    <a:pt x="13777" y="1981"/>
                  </a:cubicBezTo>
                  <a:cubicBezTo>
                    <a:pt x="16712" y="2248"/>
                    <a:pt x="19614" y="2515"/>
                    <a:pt x="22550" y="2681"/>
                  </a:cubicBezTo>
                  <a:cubicBezTo>
                    <a:pt x="22650" y="2681"/>
                    <a:pt x="22683" y="2548"/>
                    <a:pt x="22583" y="2515"/>
                  </a:cubicBezTo>
                  <a:cubicBezTo>
                    <a:pt x="22416" y="2414"/>
                    <a:pt x="19147" y="1981"/>
                    <a:pt x="17613" y="1747"/>
                  </a:cubicBezTo>
                  <a:cubicBezTo>
                    <a:pt x="14677" y="1347"/>
                    <a:pt x="11742" y="1013"/>
                    <a:pt x="8807" y="680"/>
                  </a:cubicBezTo>
                  <a:cubicBezTo>
                    <a:pt x="7372" y="513"/>
                    <a:pt x="5905" y="380"/>
                    <a:pt x="4437" y="246"/>
                  </a:cubicBezTo>
                  <a:cubicBezTo>
                    <a:pt x="3703" y="180"/>
                    <a:pt x="2969" y="146"/>
                    <a:pt x="2202" y="113"/>
                  </a:cubicBezTo>
                  <a:cubicBezTo>
                    <a:pt x="1677" y="38"/>
                    <a:pt x="1151" y="0"/>
                    <a:pt x="62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781;p45">
              <a:extLst>
                <a:ext uri="{FF2B5EF4-FFF2-40B4-BE49-F238E27FC236}">
                  <a16:creationId xmlns:a16="http://schemas.microsoft.com/office/drawing/2014/main" id="{C61C6B43-F9AD-A323-EA64-6339C604E0DA}"/>
                </a:ext>
              </a:extLst>
            </p:cNvPr>
            <p:cNvSpPr/>
            <p:nvPr/>
          </p:nvSpPr>
          <p:spPr>
            <a:xfrm>
              <a:off x="6923045" y="3253427"/>
              <a:ext cx="410664" cy="394430"/>
            </a:xfrm>
            <a:custGeom>
              <a:avLst/>
              <a:gdLst/>
              <a:ahLst/>
              <a:cxnLst/>
              <a:rect l="l" t="t" r="r" b="b"/>
              <a:pathLst>
                <a:path w="17682" h="16983" extrusionOk="0">
                  <a:moveTo>
                    <a:pt x="17545" y="1"/>
                  </a:moveTo>
                  <a:cubicBezTo>
                    <a:pt x="17523" y="1"/>
                    <a:pt x="17499" y="9"/>
                    <a:pt x="17473" y="28"/>
                  </a:cubicBezTo>
                  <a:cubicBezTo>
                    <a:pt x="16106" y="895"/>
                    <a:pt x="14772" y="1829"/>
                    <a:pt x="13471" y="2763"/>
                  </a:cubicBezTo>
                  <a:cubicBezTo>
                    <a:pt x="12203" y="3597"/>
                    <a:pt x="10969" y="4498"/>
                    <a:pt x="9835" y="5465"/>
                  </a:cubicBezTo>
                  <a:cubicBezTo>
                    <a:pt x="9268" y="5999"/>
                    <a:pt x="8734" y="6566"/>
                    <a:pt x="8234" y="7167"/>
                  </a:cubicBezTo>
                  <a:lnTo>
                    <a:pt x="6666" y="8968"/>
                  </a:lnTo>
                  <a:cubicBezTo>
                    <a:pt x="5598" y="10169"/>
                    <a:pt x="4564" y="11403"/>
                    <a:pt x="3530" y="12604"/>
                  </a:cubicBezTo>
                  <a:cubicBezTo>
                    <a:pt x="2963" y="13304"/>
                    <a:pt x="2363" y="14005"/>
                    <a:pt x="1796" y="14705"/>
                  </a:cubicBezTo>
                  <a:cubicBezTo>
                    <a:pt x="1195" y="15406"/>
                    <a:pt x="628" y="16173"/>
                    <a:pt x="28" y="16907"/>
                  </a:cubicBezTo>
                  <a:cubicBezTo>
                    <a:pt x="1" y="16934"/>
                    <a:pt x="39" y="16983"/>
                    <a:pt x="73" y="16983"/>
                  </a:cubicBezTo>
                  <a:cubicBezTo>
                    <a:pt x="80" y="16983"/>
                    <a:pt x="88" y="16980"/>
                    <a:pt x="94" y="16974"/>
                  </a:cubicBezTo>
                  <a:cubicBezTo>
                    <a:pt x="1162" y="15773"/>
                    <a:pt x="2296" y="14605"/>
                    <a:pt x="3363" y="13404"/>
                  </a:cubicBezTo>
                  <a:cubicBezTo>
                    <a:pt x="4431" y="12170"/>
                    <a:pt x="5498" y="10969"/>
                    <a:pt x="6566" y="9735"/>
                  </a:cubicBezTo>
                  <a:cubicBezTo>
                    <a:pt x="7633" y="8534"/>
                    <a:pt x="8567" y="7333"/>
                    <a:pt x="9635" y="6233"/>
                  </a:cubicBezTo>
                  <a:cubicBezTo>
                    <a:pt x="10769" y="5165"/>
                    <a:pt x="11970" y="4231"/>
                    <a:pt x="13237" y="3397"/>
                  </a:cubicBezTo>
                  <a:cubicBezTo>
                    <a:pt x="14705" y="2363"/>
                    <a:pt x="16173" y="1329"/>
                    <a:pt x="17574" y="228"/>
                  </a:cubicBezTo>
                  <a:cubicBezTo>
                    <a:pt x="17682" y="147"/>
                    <a:pt x="17637" y="1"/>
                    <a:pt x="1754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782;p45">
              <a:extLst>
                <a:ext uri="{FF2B5EF4-FFF2-40B4-BE49-F238E27FC236}">
                  <a16:creationId xmlns:a16="http://schemas.microsoft.com/office/drawing/2014/main" id="{74EF97F2-7828-47E6-B211-C424A26F8A5B}"/>
                </a:ext>
              </a:extLst>
            </p:cNvPr>
            <p:cNvSpPr/>
            <p:nvPr/>
          </p:nvSpPr>
          <p:spPr>
            <a:xfrm>
              <a:off x="6710197" y="2492026"/>
              <a:ext cx="745267" cy="626169"/>
            </a:xfrm>
            <a:custGeom>
              <a:avLst/>
              <a:gdLst/>
              <a:ahLst/>
              <a:cxnLst/>
              <a:rect l="l" t="t" r="r" b="b"/>
              <a:pathLst>
                <a:path w="32089" h="26961" extrusionOk="0">
                  <a:moveTo>
                    <a:pt x="31964" y="1"/>
                  </a:moveTo>
                  <a:cubicBezTo>
                    <a:pt x="31946" y="1"/>
                    <a:pt x="31927" y="6"/>
                    <a:pt x="31908" y="19"/>
                  </a:cubicBezTo>
                  <a:cubicBezTo>
                    <a:pt x="27538" y="3088"/>
                    <a:pt x="23002" y="6557"/>
                    <a:pt x="18865" y="9959"/>
                  </a:cubicBezTo>
                  <a:cubicBezTo>
                    <a:pt x="14762" y="13362"/>
                    <a:pt x="10659" y="16864"/>
                    <a:pt x="6690" y="20434"/>
                  </a:cubicBezTo>
                  <a:cubicBezTo>
                    <a:pt x="5556" y="21434"/>
                    <a:pt x="4455" y="22468"/>
                    <a:pt x="3354" y="23502"/>
                  </a:cubicBezTo>
                  <a:cubicBezTo>
                    <a:pt x="2220" y="24536"/>
                    <a:pt x="1153" y="25804"/>
                    <a:pt x="52" y="26838"/>
                  </a:cubicBezTo>
                  <a:cubicBezTo>
                    <a:pt x="1" y="26889"/>
                    <a:pt x="48" y="26960"/>
                    <a:pt x="102" y="26960"/>
                  </a:cubicBezTo>
                  <a:cubicBezTo>
                    <a:pt x="119" y="26960"/>
                    <a:pt x="136" y="26954"/>
                    <a:pt x="152" y="26938"/>
                  </a:cubicBezTo>
                  <a:cubicBezTo>
                    <a:pt x="2153" y="25137"/>
                    <a:pt x="4221" y="23169"/>
                    <a:pt x="6256" y="21401"/>
                  </a:cubicBezTo>
                  <a:cubicBezTo>
                    <a:pt x="8291" y="19633"/>
                    <a:pt x="10292" y="17932"/>
                    <a:pt x="12327" y="16164"/>
                  </a:cubicBezTo>
                  <a:cubicBezTo>
                    <a:pt x="16397" y="12695"/>
                    <a:pt x="20533" y="9259"/>
                    <a:pt x="24703" y="5890"/>
                  </a:cubicBezTo>
                  <a:cubicBezTo>
                    <a:pt x="27038" y="3988"/>
                    <a:pt x="29706" y="2087"/>
                    <a:pt x="32008" y="152"/>
                  </a:cubicBezTo>
                  <a:cubicBezTo>
                    <a:pt x="32089" y="98"/>
                    <a:pt x="32039" y="1"/>
                    <a:pt x="3196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783;p45">
              <a:extLst>
                <a:ext uri="{FF2B5EF4-FFF2-40B4-BE49-F238E27FC236}">
                  <a16:creationId xmlns:a16="http://schemas.microsoft.com/office/drawing/2014/main" id="{876B61C6-4EA4-698A-95C6-DF2A2888DB50}"/>
                </a:ext>
              </a:extLst>
            </p:cNvPr>
            <p:cNvSpPr/>
            <p:nvPr/>
          </p:nvSpPr>
          <p:spPr>
            <a:xfrm>
              <a:off x="6524662" y="2320914"/>
              <a:ext cx="1496782" cy="1684138"/>
            </a:xfrm>
            <a:custGeom>
              <a:avLst/>
              <a:gdLst/>
              <a:ahLst/>
              <a:cxnLst/>
              <a:rect l="l" t="t" r="r" b="b"/>
              <a:pathLst>
                <a:path w="64447" h="72514" extrusionOk="0">
                  <a:moveTo>
                    <a:pt x="61792" y="0"/>
                  </a:moveTo>
                  <a:cubicBezTo>
                    <a:pt x="61764" y="0"/>
                    <a:pt x="61721" y="24"/>
                    <a:pt x="61745" y="47"/>
                  </a:cubicBezTo>
                  <a:cubicBezTo>
                    <a:pt x="62779" y="3083"/>
                    <a:pt x="63813" y="6218"/>
                    <a:pt x="63946" y="9454"/>
                  </a:cubicBezTo>
                  <a:cubicBezTo>
                    <a:pt x="64013" y="11022"/>
                    <a:pt x="63780" y="12590"/>
                    <a:pt x="63279" y="14057"/>
                  </a:cubicBezTo>
                  <a:cubicBezTo>
                    <a:pt x="62746" y="15458"/>
                    <a:pt x="61945" y="16759"/>
                    <a:pt x="60944" y="17860"/>
                  </a:cubicBezTo>
                  <a:cubicBezTo>
                    <a:pt x="58876" y="20162"/>
                    <a:pt x="56274" y="21996"/>
                    <a:pt x="53839" y="23831"/>
                  </a:cubicBezTo>
                  <a:cubicBezTo>
                    <a:pt x="51171" y="25832"/>
                    <a:pt x="48469" y="27767"/>
                    <a:pt x="45700" y="29669"/>
                  </a:cubicBezTo>
                  <a:cubicBezTo>
                    <a:pt x="42965" y="31537"/>
                    <a:pt x="40163" y="33338"/>
                    <a:pt x="37294" y="35072"/>
                  </a:cubicBezTo>
                  <a:cubicBezTo>
                    <a:pt x="34459" y="36840"/>
                    <a:pt x="31590" y="38408"/>
                    <a:pt x="28755" y="40076"/>
                  </a:cubicBezTo>
                  <a:cubicBezTo>
                    <a:pt x="27387" y="40910"/>
                    <a:pt x="26119" y="41844"/>
                    <a:pt x="24919" y="42911"/>
                  </a:cubicBezTo>
                  <a:cubicBezTo>
                    <a:pt x="23751" y="44046"/>
                    <a:pt x="22684" y="45280"/>
                    <a:pt x="21616" y="46481"/>
                  </a:cubicBezTo>
                  <a:cubicBezTo>
                    <a:pt x="19348" y="49082"/>
                    <a:pt x="17080" y="51718"/>
                    <a:pt x="14845" y="54386"/>
                  </a:cubicBezTo>
                  <a:cubicBezTo>
                    <a:pt x="10341" y="59657"/>
                    <a:pt x="5905" y="65027"/>
                    <a:pt x="1602" y="70464"/>
                  </a:cubicBezTo>
                  <a:cubicBezTo>
                    <a:pt x="1068" y="71132"/>
                    <a:pt x="534" y="71799"/>
                    <a:pt x="1" y="72466"/>
                  </a:cubicBezTo>
                  <a:cubicBezTo>
                    <a:pt x="1" y="72489"/>
                    <a:pt x="1" y="72513"/>
                    <a:pt x="24" y="72513"/>
                  </a:cubicBezTo>
                  <a:cubicBezTo>
                    <a:pt x="34" y="72513"/>
                    <a:pt x="48" y="72509"/>
                    <a:pt x="67" y="72499"/>
                  </a:cubicBezTo>
                  <a:cubicBezTo>
                    <a:pt x="4504" y="67062"/>
                    <a:pt x="9007" y="61658"/>
                    <a:pt x="13544" y="56288"/>
                  </a:cubicBezTo>
                  <a:cubicBezTo>
                    <a:pt x="15812" y="53619"/>
                    <a:pt x="18080" y="50950"/>
                    <a:pt x="20349" y="48315"/>
                  </a:cubicBezTo>
                  <a:cubicBezTo>
                    <a:pt x="22550" y="45780"/>
                    <a:pt x="24652" y="43112"/>
                    <a:pt x="27454" y="41244"/>
                  </a:cubicBezTo>
                  <a:cubicBezTo>
                    <a:pt x="28788" y="40310"/>
                    <a:pt x="30222" y="39542"/>
                    <a:pt x="31657" y="38742"/>
                  </a:cubicBezTo>
                  <a:cubicBezTo>
                    <a:pt x="33124" y="37908"/>
                    <a:pt x="34592" y="37040"/>
                    <a:pt x="36060" y="36140"/>
                  </a:cubicBezTo>
                  <a:cubicBezTo>
                    <a:pt x="38962" y="34405"/>
                    <a:pt x="41797" y="32604"/>
                    <a:pt x="44599" y="30736"/>
                  </a:cubicBezTo>
                  <a:cubicBezTo>
                    <a:pt x="47401" y="28868"/>
                    <a:pt x="50137" y="26933"/>
                    <a:pt x="52838" y="24965"/>
                  </a:cubicBezTo>
                  <a:cubicBezTo>
                    <a:pt x="54206" y="23964"/>
                    <a:pt x="55540" y="22930"/>
                    <a:pt x="56875" y="21896"/>
                  </a:cubicBezTo>
                  <a:cubicBezTo>
                    <a:pt x="58009" y="21029"/>
                    <a:pt x="59110" y="20095"/>
                    <a:pt x="60144" y="19128"/>
                  </a:cubicBezTo>
                  <a:cubicBezTo>
                    <a:pt x="61211" y="18127"/>
                    <a:pt x="62078" y="17026"/>
                    <a:pt x="62812" y="15792"/>
                  </a:cubicBezTo>
                  <a:cubicBezTo>
                    <a:pt x="63513" y="14491"/>
                    <a:pt x="63980" y="13023"/>
                    <a:pt x="64113" y="11556"/>
                  </a:cubicBezTo>
                  <a:cubicBezTo>
                    <a:pt x="64447" y="8387"/>
                    <a:pt x="63613" y="5184"/>
                    <a:pt x="62612" y="2216"/>
                  </a:cubicBezTo>
                  <a:cubicBezTo>
                    <a:pt x="62345" y="1482"/>
                    <a:pt x="62078" y="748"/>
                    <a:pt x="61812" y="14"/>
                  </a:cubicBezTo>
                  <a:cubicBezTo>
                    <a:pt x="61812" y="4"/>
                    <a:pt x="61803" y="0"/>
                    <a:pt x="6179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784;p45">
              <a:extLst>
                <a:ext uri="{FF2B5EF4-FFF2-40B4-BE49-F238E27FC236}">
                  <a16:creationId xmlns:a16="http://schemas.microsoft.com/office/drawing/2014/main" id="{4AA757A0-C6FD-6669-2072-83AC86911127}"/>
                </a:ext>
              </a:extLst>
            </p:cNvPr>
            <p:cNvSpPr/>
            <p:nvPr/>
          </p:nvSpPr>
          <p:spPr>
            <a:xfrm>
              <a:off x="7297110" y="1542906"/>
              <a:ext cx="822792" cy="1053347"/>
            </a:xfrm>
            <a:custGeom>
              <a:avLst/>
              <a:gdLst/>
              <a:ahLst/>
              <a:cxnLst/>
              <a:rect l="l" t="t" r="r" b="b"/>
              <a:pathLst>
                <a:path w="35427" h="45354" extrusionOk="0">
                  <a:moveTo>
                    <a:pt x="21601" y="0"/>
                  </a:moveTo>
                  <a:cubicBezTo>
                    <a:pt x="21008" y="0"/>
                    <a:pt x="20462" y="66"/>
                    <a:pt x="20015" y="186"/>
                  </a:cubicBezTo>
                  <a:cubicBezTo>
                    <a:pt x="19081" y="420"/>
                    <a:pt x="15245" y="3689"/>
                    <a:pt x="13510" y="6924"/>
                  </a:cubicBezTo>
                  <a:cubicBezTo>
                    <a:pt x="11743" y="10193"/>
                    <a:pt x="1" y="36646"/>
                    <a:pt x="301" y="37213"/>
                  </a:cubicBezTo>
                  <a:cubicBezTo>
                    <a:pt x="764" y="38072"/>
                    <a:pt x="32255" y="45354"/>
                    <a:pt x="33044" y="45354"/>
                  </a:cubicBezTo>
                  <a:cubicBezTo>
                    <a:pt x="33051" y="45354"/>
                    <a:pt x="33056" y="45353"/>
                    <a:pt x="33058" y="45352"/>
                  </a:cubicBezTo>
                  <a:cubicBezTo>
                    <a:pt x="33591" y="44952"/>
                    <a:pt x="35426" y="15564"/>
                    <a:pt x="26987" y="2421"/>
                  </a:cubicBezTo>
                  <a:cubicBezTo>
                    <a:pt x="25845" y="670"/>
                    <a:pt x="23487" y="0"/>
                    <a:pt x="21601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785;p45">
              <a:extLst>
                <a:ext uri="{FF2B5EF4-FFF2-40B4-BE49-F238E27FC236}">
                  <a16:creationId xmlns:a16="http://schemas.microsoft.com/office/drawing/2014/main" id="{F7171ED7-E25A-ABF7-65BD-11606F643A7D}"/>
                </a:ext>
              </a:extLst>
            </p:cNvPr>
            <p:cNvSpPr/>
            <p:nvPr/>
          </p:nvSpPr>
          <p:spPr>
            <a:xfrm>
              <a:off x="7724782" y="1557283"/>
              <a:ext cx="171238" cy="13981"/>
            </a:xfrm>
            <a:custGeom>
              <a:avLst/>
              <a:gdLst/>
              <a:ahLst/>
              <a:cxnLst/>
              <a:rect l="l" t="t" r="r" b="b"/>
              <a:pathLst>
                <a:path w="7373" h="602" extrusionOk="0">
                  <a:moveTo>
                    <a:pt x="802" y="1"/>
                  </a:moveTo>
                  <a:cubicBezTo>
                    <a:pt x="568" y="168"/>
                    <a:pt x="301" y="368"/>
                    <a:pt x="1" y="601"/>
                  </a:cubicBezTo>
                  <a:lnTo>
                    <a:pt x="7373" y="601"/>
                  </a:lnTo>
                  <a:cubicBezTo>
                    <a:pt x="7039" y="368"/>
                    <a:pt x="6672" y="168"/>
                    <a:pt x="6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786;p45">
              <a:extLst>
                <a:ext uri="{FF2B5EF4-FFF2-40B4-BE49-F238E27FC236}">
                  <a16:creationId xmlns:a16="http://schemas.microsoft.com/office/drawing/2014/main" id="{9F11AE2E-44C1-D261-3D7F-ECC8640234DE}"/>
                </a:ext>
              </a:extLst>
            </p:cNvPr>
            <p:cNvSpPr/>
            <p:nvPr/>
          </p:nvSpPr>
          <p:spPr>
            <a:xfrm>
              <a:off x="7675216" y="1603783"/>
              <a:ext cx="259539" cy="13958"/>
            </a:xfrm>
            <a:custGeom>
              <a:avLst/>
              <a:gdLst/>
              <a:ahLst/>
              <a:cxnLst/>
              <a:rect l="l" t="t" r="r" b="b"/>
              <a:pathLst>
                <a:path w="11175" h="601" extrusionOk="0">
                  <a:moveTo>
                    <a:pt x="601" y="0"/>
                  </a:moveTo>
                  <a:cubicBezTo>
                    <a:pt x="400" y="200"/>
                    <a:pt x="200" y="401"/>
                    <a:pt x="0" y="601"/>
                  </a:cubicBezTo>
                  <a:lnTo>
                    <a:pt x="11175" y="601"/>
                  </a:lnTo>
                  <a:cubicBezTo>
                    <a:pt x="11075" y="401"/>
                    <a:pt x="10941" y="200"/>
                    <a:pt x="108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787;p45">
              <a:extLst>
                <a:ext uri="{FF2B5EF4-FFF2-40B4-BE49-F238E27FC236}">
                  <a16:creationId xmlns:a16="http://schemas.microsoft.com/office/drawing/2014/main" id="{ED666215-0E3D-04A3-E8BC-A36DB7CC807F}"/>
                </a:ext>
              </a:extLst>
            </p:cNvPr>
            <p:cNvSpPr/>
            <p:nvPr/>
          </p:nvSpPr>
          <p:spPr>
            <a:xfrm>
              <a:off x="7636474" y="1650260"/>
              <a:ext cx="323083" cy="13981"/>
            </a:xfrm>
            <a:custGeom>
              <a:avLst/>
              <a:gdLst/>
              <a:ahLst/>
              <a:cxnLst/>
              <a:rect l="l" t="t" r="r" b="b"/>
              <a:pathLst>
                <a:path w="13911" h="602" extrusionOk="0">
                  <a:moveTo>
                    <a:pt x="467" y="1"/>
                  </a:moveTo>
                  <a:cubicBezTo>
                    <a:pt x="300" y="201"/>
                    <a:pt x="134" y="401"/>
                    <a:pt x="0" y="601"/>
                  </a:cubicBezTo>
                  <a:lnTo>
                    <a:pt x="13910" y="601"/>
                  </a:lnTo>
                  <a:cubicBezTo>
                    <a:pt x="13810" y="401"/>
                    <a:pt x="13710" y="201"/>
                    <a:pt x="136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788;p45">
              <a:extLst>
                <a:ext uri="{FF2B5EF4-FFF2-40B4-BE49-F238E27FC236}">
                  <a16:creationId xmlns:a16="http://schemas.microsoft.com/office/drawing/2014/main" id="{7BC6A4E9-4C38-5E23-1479-329BF8F7AE54}"/>
                </a:ext>
              </a:extLst>
            </p:cNvPr>
            <p:cNvSpPr/>
            <p:nvPr/>
          </p:nvSpPr>
          <p:spPr>
            <a:xfrm>
              <a:off x="7607023" y="1696760"/>
              <a:ext cx="372668" cy="13958"/>
            </a:xfrm>
            <a:custGeom>
              <a:avLst/>
              <a:gdLst/>
              <a:ahLst/>
              <a:cxnLst/>
              <a:rect l="l" t="t" r="r" b="b"/>
              <a:pathLst>
                <a:path w="16046" h="601" extrusionOk="0">
                  <a:moveTo>
                    <a:pt x="334" y="0"/>
                  </a:moveTo>
                  <a:cubicBezTo>
                    <a:pt x="268" y="100"/>
                    <a:pt x="234" y="200"/>
                    <a:pt x="167" y="300"/>
                  </a:cubicBezTo>
                  <a:lnTo>
                    <a:pt x="1" y="601"/>
                  </a:lnTo>
                  <a:lnTo>
                    <a:pt x="16045" y="601"/>
                  </a:lnTo>
                  <a:cubicBezTo>
                    <a:pt x="15945" y="400"/>
                    <a:pt x="15879" y="200"/>
                    <a:pt x="157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789;p45">
              <a:extLst>
                <a:ext uri="{FF2B5EF4-FFF2-40B4-BE49-F238E27FC236}">
                  <a16:creationId xmlns:a16="http://schemas.microsoft.com/office/drawing/2014/main" id="{91CDFBD1-96DD-F468-7E17-BBC07CE7C259}"/>
                </a:ext>
              </a:extLst>
            </p:cNvPr>
            <p:cNvSpPr/>
            <p:nvPr/>
          </p:nvSpPr>
          <p:spPr>
            <a:xfrm>
              <a:off x="7584563" y="1743238"/>
              <a:ext cx="412174" cy="13958"/>
            </a:xfrm>
            <a:custGeom>
              <a:avLst/>
              <a:gdLst/>
              <a:ahLst/>
              <a:cxnLst/>
              <a:rect l="l" t="t" r="r" b="b"/>
              <a:pathLst>
                <a:path w="17747" h="601" extrusionOk="0">
                  <a:moveTo>
                    <a:pt x="301" y="1"/>
                  </a:moveTo>
                  <a:cubicBezTo>
                    <a:pt x="200" y="167"/>
                    <a:pt x="100" y="367"/>
                    <a:pt x="0" y="601"/>
                  </a:cubicBezTo>
                  <a:lnTo>
                    <a:pt x="17746" y="601"/>
                  </a:lnTo>
                  <a:cubicBezTo>
                    <a:pt x="17680" y="401"/>
                    <a:pt x="17580" y="201"/>
                    <a:pt x="175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790;p45">
              <a:extLst>
                <a:ext uri="{FF2B5EF4-FFF2-40B4-BE49-F238E27FC236}">
                  <a16:creationId xmlns:a16="http://schemas.microsoft.com/office/drawing/2014/main" id="{BE4C993D-8CFC-4CA4-074E-F28DE20AAD9F}"/>
                </a:ext>
              </a:extLst>
            </p:cNvPr>
            <p:cNvSpPr/>
            <p:nvPr/>
          </p:nvSpPr>
          <p:spPr>
            <a:xfrm>
              <a:off x="7563635" y="1789715"/>
              <a:ext cx="447035" cy="13981"/>
            </a:xfrm>
            <a:custGeom>
              <a:avLst/>
              <a:gdLst/>
              <a:ahLst/>
              <a:cxnLst/>
              <a:rect l="l" t="t" r="r" b="b"/>
              <a:pathLst>
                <a:path w="19248" h="602" extrusionOk="0">
                  <a:moveTo>
                    <a:pt x="268" y="1"/>
                  </a:moveTo>
                  <a:lnTo>
                    <a:pt x="1" y="601"/>
                  </a:lnTo>
                  <a:lnTo>
                    <a:pt x="19248" y="601"/>
                  </a:lnTo>
                  <a:cubicBezTo>
                    <a:pt x="19181" y="401"/>
                    <a:pt x="19148" y="201"/>
                    <a:pt x="190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791;p45">
              <a:extLst>
                <a:ext uri="{FF2B5EF4-FFF2-40B4-BE49-F238E27FC236}">
                  <a16:creationId xmlns:a16="http://schemas.microsoft.com/office/drawing/2014/main" id="{B77DF6DD-998E-2329-A3C5-7D77F54C4C67}"/>
                </a:ext>
              </a:extLst>
            </p:cNvPr>
            <p:cNvSpPr/>
            <p:nvPr/>
          </p:nvSpPr>
          <p:spPr>
            <a:xfrm>
              <a:off x="7541942" y="1836215"/>
              <a:ext cx="481129" cy="13958"/>
            </a:xfrm>
            <a:custGeom>
              <a:avLst/>
              <a:gdLst/>
              <a:ahLst/>
              <a:cxnLst/>
              <a:rect l="l" t="t" r="r" b="b"/>
              <a:pathLst>
                <a:path w="20716" h="601" extrusionOk="0">
                  <a:moveTo>
                    <a:pt x="268" y="0"/>
                  </a:moveTo>
                  <a:cubicBezTo>
                    <a:pt x="201" y="167"/>
                    <a:pt x="101" y="401"/>
                    <a:pt x="1" y="601"/>
                  </a:cubicBezTo>
                  <a:lnTo>
                    <a:pt x="20715" y="601"/>
                  </a:lnTo>
                  <a:lnTo>
                    <a:pt x="2054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792;p45">
              <a:extLst>
                <a:ext uri="{FF2B5EF4-FFF2-40B4-BE49-F238E27FC236}">
                  <a16:creationId xmlns:a16="http://schemas.microsoft.com/office/drawing/2014/main" id="{A09D9934-E86F-0A51-F531-61D706A6C0C8}"/>
                </a:ext>
              </a:extLst>
            </p:cNvPr>
            <p:cNvSpPr/>
            <p:nvPr/>
          </p:nvSpPr>
          <p:spPr>
            <a:xfrm>
              <a:off x="7521038" y="1882692"/>
              <a:ext cx="512111" cy="13981"/>
            </a:xfrm>
            <a:custGeom>
              <a:avLst/>
              <a:gdLst/>
              <a:ahLst/>
              <a:cxnLst/>
              <a:rect l="l" t="t" r="r" b="b"/>
              <a:pathLst>
                <a:path w="22050" h="602" extrusionOk="0">
                  <a:moveTo>
                    <a:pt x="267" y="1"/>
                  </a:moveTo>
                  <a:cubicBezTo>
                    <a:pt x="200" y="168"/>
                    <a:pt x="100" y="401"/>
                    <a:pt x="0" y="601"/>
                  </a:cubicBezTo>
                  <a:lnTo>
                    <a:pt x="22049" y="601"/>
                  </a:lnTo>
                  <a:cubicBezTo>
                    <a:pt x="22016" y="401"/>
                    <a:pt x="21982" y="201"/>
                    <a:pt x="219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793;p45">
              <a:extLst>
                <a:ext uri="{FF2B5EF4-FFF2-40B4-BE49-F238E27FC236}">
                  <a16:creationId xmlns:a16="http://schemas.microsoft.com/office/drawing/2014/main" id="{6DD25082-FE54-76AC-5C8F-73FC91B29ECA}"/>
                </a:ext>
              </a:extLst>
            </p:cNvPr>
            <p:cNvSpPr/>
            <p:nvPr/>
          </p:nvSpPr>
          <p:spPr>
            <a:xfrm>
              <a:off x="7500111" y="1929192"/>
              <a:ext cx="542327" cy="13958"/>
            </a:xfrm>
            <a:custGeom>
              <a:avLst/>
              <a:gdLst/>
              <a:ahLst/>
              <a:cxnLst/>
              <a:rect l="l" t="t" r="r" b="b"/>
              <a:pathLst>
                <a:path w="23351" h="601" extrusionOk="0">
                  <a:moveTo>
                    <a:pt x="267" y="0"/>
                  </a:moveTo>
                  <a:cubicBezTo>
                    <a:pt x="167" y="167"/>
                    <a:pt x="100" y="401"/>
                    <a:pt x="0" y="601"/>
                  </a:cubicBezTo>
                  <a:lnTo>
                    <a:pt x="23350" y="601"/>
                  </a:lnTo>
                  <a:cubicBezTo>
                    <a:pt x="23317" y="401"/>
                    <a:pt x="23284" y="200"/>
                    <a:pt x="232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794;p45">
              <a:extLst>
                <a:ext uri="{FF2B5EF4-FFF2-40B4-BE49-F238E27FC236}">
                  <a16:creationId xmlns:a16="http://schemas.microsoft.com/office/drawing/2014/main" id="{D4814081-2CC7-CEBF-B929-2E120AE61C91}"/>
                </a:ext>
              </a:extLst>
            </p:cNvPr>
            <p:cNvSpPr/>
            <p:nvPr/>
          </p:nvSpPr>
          <p:spPr>
            <a:xfrm>
              <a:off x="7479183" y="1974903"/>
              <a:ext cx="570987" cy="14748"/>
            </a:xfrm>
            <a:custGeom>
              <a:avLst/>
              <a:gdLst/>
              <a:ahLst/>
              <a:cxnLst/>
              <a:rect l="l" t="t" r="r" b="b"/>
              <a:pathLst>
                <a:path w="24585" h="635" extrusionOk="0">
                  <a:moveTo>
                    <a:pt x="268" y="0"/>
                  </a:moveTo>
                  <a:cubicBezTo>
                    <a:pt x="201" y="200"/>
                    <a:pt x="101" y="401"/>
                    <a:pt x="1" y="634"/>
                  </a:cubicBezTo>
                  <a:lnTo>
                    <a:pt x="24585" y="634"/>
                  </a:lnTo>
                  <a:lnTo>
                    <a:pt x="244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795;p45">
              <a:extLst>
                <a:ext uri="{FF2B5EF4-FFF2-40B4-BE49-F238E27FC236}">
                  <a16:creationId xmlns:a16="http://schemas.microsoft.com/office/drawing/2014/main" id="{32D67116-A27D-4956-AC10-34863B618810}"/>
                </a:ext>
              </a:extLst>
            </p:cNvPr>
            <p:cNvSpPr/>
            <p:nvPr/>
          </p:nvSpPr>
          <p:spPr>
            <a:xfrm>
              <a:off x="7459046" y="2021380"/>
              <a:ext cx="598113" cy="14748"/>
            </a:xfrm>
            <a:custGeom>
              <a:avLst/>
              <a:gdLst/>
              <a:ahLst/>
              <a:cxnLst/>
              <a:rect l="l" t="t" r="r" b="b"/>
              <a:pathLst>
                <a:path w="25753" h="635" extrusionOk="0">
                  <a:moveTo>
                    <a:pt x="267" y="1"/>
                  </a:moveTo>
                  <a:cubicBezTo>
                    <a:pt x="167" y="201"/>
                    <a:pt x="67" y="434"/>
                    <a:pt x="0" y="635"/>
                  </a:cubicBezTo>
                  <a:lnTo>
                    <a:pt x="25752" y="635"/>
                  </a:lnTo>
                  <a:cubicBezTo>
                    <a:pt x="25719" y="434"/>
                    <a:pt x="25685" y="234"/>
                    <a:pt x="256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796;p45">
              <a:extLst>
                <a:ext uri="{FF2B5EF4-FFF2-40B4-BE49-F238E27FC236}">
                  <a16:creationId xmlns:a16="http://schemas.microsoft.com/office/drawing/2014/main" id="{5F668F4F-A94D-4493-E62E-2C7400234AE2}"/>
                </a:ext>
              </a:extLst>
            </p:cNvPr>
            <p:cNvSpPr/>
            <p:nvPr/>
          </p:nvSpPr>
          <p:spPr>
            <a:xfrm>
              <a:off x="7438119" y="2067880"/>
              <a:ext cx="624451" cy="13958"/>
            </a:xfrm>
            <a:custGeom>
              <a:avLst/>
              <a:gdLst/>
              <a:ahLst/>
              <a:cxnLst/>
              <a:rect l="l" t="t" r="r" b="b"/>
              <a:pathLst>
                <a:path w="26887" h="601" extrusionOk="0">
                  <a:moveTo>
                    <a:pt x="268" y="0"/>
                  </a:moveTo>
                  <a:cubicBezTo>
                    <a:pt x="201" y="200"/>
                    <a:pt x="101" y="400"/>
                    <a:pt x="1" y="601"/>
                  </a:cubicBezTo>
                  <a:lnTo>
                    <a:pt x="26887" y="601"/>
                  </a:lnTo>
                  <a:cubicBezTo>
                    <a:pt x="26853" y="400"/>
                    <a:pt x="26820" y="200"/>
                    <a:pt x="26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797;p45">
              <a:extLst>
                <a:ext uri="{FF2B5EF4-FFF2-40B4-BE49-F238E27FC236}">
                  <a16:creationId xmlns:a16="http://schemas.microsoft.com/office/drawing/2014/main" id="{687D7A6F-F6C5-2227-EDB6-973CB414BD46}"/>
                </a:ext>
              </a:extLst>
            </p:cNvPr>
            <p:cNvSpPr/>
            <p:nvPr/>
          </p:nvSpPr>
          <p:spPr>
            <a:xfrm>
              <a:off x="7417981" y="2114357"/>
              <a:ext cx="649232" cy="14748"/>
            </a:xfrm>
            <a:custGeom>
              <a:avLst/>
              <a:gdLst/>
              <a:ahLst/>
              <a:cxnLst/>
              <a:rect l="l" t="t" r="r" b="b"/>
              <a:pathLst>
                <a:path w="27954" h="635" extrusionOk="0">
                  <a:moveTo>
                    <a:pt x="267" y="1"/>
                  </a:moveTo>
                  <a:cubicBezTo>
                    <a:pt x="167" y="201"/>
                    <a:pt x="101" y="434"/>
                    <a:pt x="1" y="634"/>
                  </a:cubicBezTo>
                  <a:lnTo>
                    <a:pt x="27954" y="634"/>
                  </a:lnTo>
                  <a:cubicBezTo>
                    <a:pt x="27954" y="401"/>
                    <a:pt x="27887" y="201"/>
                    <a:pt x="278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798;p45">
              <a:extLst>
                <a:ext uri="{FF2B5EF4-FFF2-40B4-BE49-F238E27FC236}">
                  <a16:creationId xmlns:a16="http://schemas.microsoft.com/office/drawing/2014/main" id="{0DFDB15A-4E9B-9F60-A4AD-77A49F317E6C}"/>
                </a:ext>
              </a:extLst>
            </p:cNvPr>
            <p:cNvSpPr/>
            <p:nvPr/>
          </p:nvSpPr>
          <p:spPr>
            <a:xfrm>
              <a:off x="7397844" y="2160857"/>
              <a:ext cx="672480" cy="14725"/>
            </a:xfrm>
            <a:custGeom>
              <a:avLst/>
              <a:gdLst/>
              <a:ahLst/>
              <a:cxnLst/>
              <a:rect l="l" t="t" r="r" b="b"/>
              <a:pathLst>
                <a:path w="28955" h="634" extrusionOk="0">
                  <a:moveTo>
                    <a:pt x="267" y="0"/>
                  </a:moveTo>
                  <a:cubicBezTo>
                    <a:pt x="167" y="200"/>
                    <a:pt x="67" y="434"/>
                    <a:pt x="0" y="634"/>
                  </a:cubicBezTo>
                  <a:lnTo>
                    <a:pt x="28954" y="634"/>
                  </a:lnTo>
                  <a:cubicBezTo>
                    <a:pt x="28954" y="400"/>
                    <a:pt x="28921" y="200"/>
                    <a:pt x="289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799;p45">
              <a:extLst>
                <a:ext uri="{FF2B5EF4-FFF2-40B4-BE49-F238E27FC236}">
                  <a16:creationId xmlns:a16="http://schemas.microsoft.com/office/drawing/2014/main" id="{186BD225-C3EA-9175-C67E-B4C82C53DBE1}"/>
                </a:ext>
              </a:extLst>
            </p:cNvPr>
            <p:cNvSpPr/>
            <p:nvPr/>
          </p:nvSpPr>
          <p:spPr>
            <a:xfrm>
              <a:off x="7377683" y="2207334"/>
              <a:ext cx="695728" cy="13958"/>
            </a:xfrm>
            <a:custGeom>
              <a:avLst/>
              <a:gdLst/>
              <a:ahLst/>
              <a:cxnLst/>
              <a:rect l="l" t="t" r="r" b="b"/>
              <a:pathLst>
                <a:path w="29956" h="601" extrusionOk="0">
                  <a:moveTo>
                    <a:pt x="268" y="0"/>
                  </a:moveTo>
                  <a:lnTo>
                    <a:pt x="1" y="601"/>
                  </a:lnTo>
                  <a:lnTo>
                    <a:pt x="29956" y="601"/>
                  </a:lnTo>
                  <a:cubicBezTo>
                    <a:pt x="29956" y="434"/>
                    <a:pt x="29922" y="201"/>
                    <a:pt x="2992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800;p45">
              <a:extLst>
                <a:ext uri="{FF2B5EF4-FFF2-40B4-BE49-F238E27FC236}">
                  <a16:creationId xmlns:a16="http://schemas.microsoft.com/office/drawing/2014/main" id="{5916F1D1-D87A-78D0-D5C5-391C156524AC}"/>
                </a:ext>
              </a:extLst>
            </p:cNvPr>
            <p:cNvSpPr/>
            <p:nvPr/>
          </p:nvSpPr>
          <p:spPr>
            <a:xfrm>
              <a:off x="7357546" y="2253811"/>
              <a:ext cx="718187" cy="13981"/>
            </a:xfrm>
            <a:custGeom>
              <a:avLst/>
              <a:gdLst/>
              <a:ahLst/>
              <a:cxnLst/>
              <a:rect l="l" t="t" r="r" b="b"/>
              <a:pathLst>
                <a:path w="30923" h="602" extrusionOk="0">
                  <a:moveTo>
                    <a:pt x="268" y="1"/>
                  </a:moveTo>
                  <a:lnTo>
                    <a:pt x="1" y="601"/>
                  </a:lnTo>
                  <a:lnTo>
                    <a:pt x="30923" y="601"/>
                  </a:lnTo>
                  <a:cubicBezTo>
                    <a:pt x="30923" y="401"/>
                    <a:pt x="30889" y="201"/>
                    <a:pt x="308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801;p45">
              <a:extLst>
                <a:ext uri="{FF2B5EF4-FFF2-40B4-BE49-F238E27FC236}">
                  <a16:creationId xmlns:a16="http://schemas.microsoft.com/office/drawing/2014/main" id="{099533E1-AD4B-2686-8DC8-F9A8EF87EDFE}"/>
                </a:ext>
              </a:extLst>
            </p:cNvPr>
            <p:cNvSpPr/>
            <p:nvPr/>
          </p:nvSpPr>
          <p:spPr>
            <a:xfrm>
              <a:off x="7338175" y="2300311"/>
              <a:ext cx="738346" cy="13958"/>
            </a:xfrm>
            <a:custGeom>
              <a:avLst/>
              <a:gdLst/>
              <a:ahLst/>
              <a:cxnLst/>
              <a:rect l="l" t="t" r="r" b="b"/>
              <a:pathLst>
                <a:path w="31791" h="601" extrusionOk="0">
                  <a:moveTo>
                    <a:pt x="268" y="0"/>
                  </a:moveTo>
                  <a:lnTo>
                    <a:pt x="1" y="601"/>
                  </a:lnTo>
                  <a:lnTo>
                    <a:pt x="31790" y="601"/>
                  </a:lnTo>
                  <a:lnTo>
                    <a:pt x="317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802;p45">
              <a:extLst>
                <a:ext uri="{FF2B5EF4-FFF2-40B4-BE49-F238E27FC236}">
                  <a16:creationId xmlns:a16="http://schemas.microsoft.com/office/drawing/2014/main" id="{06783FD4-9F40-77F0-84A3-7C8EFE72EE8C}"/>
                </a:ext>
              </a:extLst>
            </p:cNvPr>
            <p:cNvSpPr/>
            <p:nvPr/>
          </p:nvSpPr>
          <p:spPr>
            <a:xfrm>
              <a:off x="7319593" y="2346789"/>
              <a:ext cx="757692" cy="13981"/>
            </a:xfrm>
            <a:custGeom>
              <a:avLst/>
              <a:gdLst/>
              <a:ahLst/>
              <a:cxnLst/>
              <a:rect l="l" t="t" r="r" b="b"/>
              <a:pathLst>
                <a:path w="32624" h="602" extrusionOk="0">
                  <a:moveTo>
                    <a:pt x="234" y="1"/>
                  </a:moveTo>
                  <a:cubicBezTo>
                    <a:pt x="167" y="201"/>
                    <a:pt x="67" y="434"/>
                    <a:pt x="0" y="601"/>
                  </a:cubicBezTo>
                  <a:lnTo>
                    <a:pt x="32623" y="601"/>
                  </a:lnTo>
                  <a:cubicBezTo>
                    <a:pt x="32623" y="401"/>
                    <a:pt x="32623" y="201"/>
                    <a:pt x="326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803;p45">
              <a:extLst>
                <a:ext uri="{FF2B5EF4-FFF2-40B4-BE49-F238E27FC236}">
                  <a16:creationId xmlns:a16="http://schemas.microsoft.com/office/drawing/2014/main" id="{07115D21-F45C-C1A7-8EE5-1DE95C1C9D43}"/>
                </a:ext>
              </a:extLst>
            </p:cNvPr>
            <p:cNvSpPr/>
            <p:nvPr/>
          </p:nvSpPr>
          <p:spPr>
            <a:xfrm>
              <a:off x="7304101" y="2393289"/>
              <a:ext cx="773183" cy="13958"/>
            </a:xfrm>
            <a:custGeom>
              <a:avLst/>
              <a:gdLst/>
              <a:ahLst/>
              <a:cxnLst/>
              <a:rect l="l" t="t" r="r" b="b"/>
              <a:pathLst>
                <a:path w="33291" h="601" extrusionOk="0">
                  <a:moveTo>
                    <a:pt x="167" y="0"/>
                  </a:moveTo>
                  <a:cubicBezTo>
                    <a:pt x="67" y="200"/>
                    <a:pt x="0" y="400"/>
                    <a:pt x="0" y="601"/>
                  </a:cubicBezTo>
                  <a:lnTo>
                    <a:pt x="33290" y="601"/>
                  </a:lnTo>
                  <a:lnTo>
                    <a:pt x="332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804;p45">
              <a:extLst>
                <a:ext uri="{FF2B5EF4-FFF2-40B4-BE49-F238E27FC236}">
                  <a16:creationId xmlns:a16="http://schemas.microsoft.com/office/drawing/2014/main" id="{9C6B32FC-2FCC-435E-E005-CD70714E9156}"/>
                </a:ext>
              </a:extLst>
            </p:cNvPr>
            <p:cNvSpPr/>
            <p:nvPr/>
          </p:nvSpPr>
          <p:spPr>
            <a:xfrm>
              <a:off x="7403256" y="2440556"/>
              <a:ext cx="673270" cy="13958"/>
            </a:xfrm>
            <a:custGeom>
              <a:avLst/>
              <a:gdLst/>
              <a:ahLst/>
              <a:cxnLst/>
              <a:rect l="l" t="t" r="r" b="b"/>
              <a:pathLst>
                <a:path w="28989" h="601" extrusionOk="0">
                  <a:moveTo>
                    <a:pt x="1" y="0"/>
                  </a:moveTo>
                  <a:cubicBezTo>
                    <a:pt x="701" y="167"/>
                    <a:pt x="1468" y="367"/>
                    <a:pt x="2302" y="600"/>
                  </a:cubicBezTo>
                  <a:lnTo>
                    <a:pt x="28988" y="600"/>
                  </a:lnTo>
                  <a:lnTo>
                    <a:pt x="289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805;p45">
              <a:extLst>
                <a:ext uri="{FF2B5EF4-FFF2-40B4-BE49-F238E27FC236}">
                  <a16:creationId xmlns:a16="http://schemas.microsoft.com/office/drawing/2014/main" id="{DBB8C508-6982-9447-7956-338DA8C28210}"/>
                </a:ext>
              </a:extLst>
            </p:cNvPr>
            <p:cNvSpPr/>
            <p:nvPr/>
          </p:nvSpPr>
          <p:spPr>
            <a:xfrm>
              <a:off x="7585329" y="2486266"/>
              <a:ext cx="490419" cy="13958"/>
            </a:xfrm>
            <a:custGeom>
              <a:avLst/>
              <a:gdLst/>
              <a:ahLst/>
              <a:cxnLst/>
              <a:rect l="l" t="t" r="r" b="b"/>
              <a:pathLst>
                <a:path w="21116" h="601" extrusionOk="0">
                  <a:moveTo>
                    <a:pt x="1" y="0"/>
                  </a:moveTo>
                  <a:cubicBezTo>
                    <a:pt x="835" y="200"/>
                    <a:pt x="1669" y="400"/>
                    <a:pt x="2502" y="601"/>
                  </a:cubicBezTo>
                  <a:lnTo>
                    <a:pt x="21082" y="601"/>
                  </a:lnTo>
                  <a:cubicBezTo>
                    <a:pt x="21116" y="400"/>
                    <a:pt x="21116" y="200"/>
                    <a:pt x="211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806;p45">
              <a:extLst>
                <a:ext uri="{FF2B5EF4-FFF2-40B4-BE49-F238E27FC236}">
                  <a16:creationId xmlns:a16="http://schemas.microsoft.com/office/drawing/2014/main" id="{EC15F0B5-647A-17E2-6CD5-F3154B4FFF49}"/>
                </a:ext>
              </a:extLst>
            </p:cNvPr>
            <p:cNvSpPr/>
            <p:nvPr/>
          </p:nvSpPr>
          <p:spPr>
            <a:xfrm>
              <a:off x="7779016" y="2532743"/>
              <a:ext cx="293657" cy="13958"/>
            </a:xfrm>
            <a:custGeom>
              <a:avLst/>
              <a:gdLst/>
              <a:ahLst/>
              <a:cxnLst/>
              <a:rect l="l" t="t" r="r" b="b"/>
              <a:pathLst>
                <a:path w="12644" h="601" extrusionOk="0">
                  <a:moveTo>
                    <a:pt x="1" y="1"/>
                  </a:moveTo>
                  <a:lnTo>
                    <a:pt x="2603" y="601"/>
                  </a:lnTo>
                  <a:lnTo>
                    <a:pt x="12610" y="601"/>
                  </a:lnTo>
                  <a:cubicBezTo>
                    <a:pt x="12610" y="401"/>
                    <a:pt x="12643" y="201"/>
                    <a:pt x="126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807;p45">
              <a:extLst>
                <a:ext uri="{FF2B5EF4-FFF2-40B4-BE49-F238E27FC236}">
                  <a16:creationId xmlns:a16="http://schemas.microsoft.com/office/drawing/2014/main" id="{F1725FEF-B911-9BE3-3F29-B6923C3B9EC3}"/>
                </a:ext>
              </a:extLst>
            </p:cNvPr>
            <p:cNvSpPr/>
            <p:nvPr/>
          </p:nvSpPr>
          <p:spPr>
            <a:xfrm>
              <a:off x="7981250" y="2579220"/>
              <a:ext cx="87558" cy="13981"/>
            </a:xfrm>
            <a:custGeom>
              <a:avLst/>
              <a:gdLst/>
              <a:ahLst/>
              <a:cxnLst/>
              <a:rect l="l" t="t" r="r" b="b"/>
              <a:pathLst>
                <a:path w="3770" h="602" extrusionOk="0">
                  <a:moveTo>
                    <a:pt x="0" y="1"/>
                  </a:moveTo>
                  <a:cubicBezTo>
                    <a:pt x="1201" y="268"/>
                    <a:pt x="2202" y="468"/>
                    <a:pt x="2802" y="601"/>
                  </a:cubicBezTo>
                  <a:lnTo>
                    <a:pt x="3636" y="601"/>
                  </a:lnTo>
                  <a:cubicBezTo>
                    <a:pt x="3703" y="401"/>
                    <a:pt x="3736" y="201"/>
                    <a:pt x="37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808;p45">
              <a:extLst>
                <a:ext uri="{FF2B5EF4-FFF2-40B4-BE49-F238E27FC236}">
                  <a16:creationId xmlns:a16="http://schemas.microsoft.com/office/drawing/2014/main" id="{389FE5F1-2514-7CD5-9F14-7233A18F1704}"/>
                </a:ext>
              </a:extLst>
            </p:cNvPr>
            <p:cNvSpPr/>
            <p:nvPr/>
          </p:nvSpPr>
          <p:spPr>
            <a:xfrm>
              <a:off x="7762989" y="1180032"/>
              <a:ext cx="700907" cy="576886"/>
            </a:xfrm>
            <a:custGeom>
              <a:avLst/>
              <a:gdLst/>
              <a:ahLst/>
              <a:cxnLst/>
              <a:rect l="l" t="t" r="r" b="b"/>
              <a:pathLst>
                <a:path w="30179" h="24839" extrusionOk="0">
                  <a:moveTo>
                    <a:pt x="19316" y="1"/>
                  </a:moveTo>
                  <a:cubicBezTo>
                    <a:pt x="18846" y="1"/>
                    <a:pt x="18098" y="2337"/>
                    <a:pt x="15969" y="4968"/>
                  </a:cubicBezTo>
                  <a:cubicBezTo>
                    <a:pt x="14067" y="7336"/>
                    <a:pt x="10498" y="10005"/>
                    <a:pt x="11032" y="10439"/>
                  </a:cubicBezTo>
                  <a:cubicBezTo>
                    <a:pt x="11832" y="11106"/>
                    <a:pt x="15502" y="13641"/>
                    <a:pt x="15335" y="13941"/>
                  </a:cubicBezTo>
                  <a:cubicBezTo>
                    <a:pt x="15035" y="14475"/>
                    <a:pt x="11632" y="15909"/>
                    <a:pt x="6528" y="18411"/>
                  </a:cubicBezTo>
                  <a:cubicBezTo>
                    <a:pt x="0" y="21564"/>
                    <a:pt x="1285" y="24838"/>
                    <a:pt x="4927" y="24838"/>
                  </a:cubicBezTo>
                  <a:cubicBezTo>
                    <a:pt x="5100" y="24838"/>
                    <a:pt x="5278" y="24831"/>
                    <a:pt x="5461" y="24816"/>
                  </a:cubicBezTo>
                  <a:cubicBezTo>
                    <a:pt x="11232" y="24349"/>
                    <a:pt x="20805" y="22280"/>
                    <a:pt x="26009" y="19412"/>
                  </a:cubicBezTo>
                  <a:cubicBezTo>
                    <a:pt x="29111" y="17644"/>
                    <a:pt x="29578" y="15309"/>
                    <a:pt x="29745" y="13674"/>
                  </a:cubicBezTo>
                  <a:cubicBezTo>
                    <a:pt x="30179" y="9438"/>
                    <a:pt x="23107" y="2600"/>
                    <a:pt x="19404" y="31"/>
                  </a:cubicBezTo>
                  <a:cubicBezTo>
                    <a:pt x="19376" y="11"/>
                    <a:pt x="19346" y="1"/>
                    <a:pt x="19316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809;p45">
              <a:extLst>
                <a:ext uri="{FF2B5EF4-FFF2-40B4-BE49-F238E27FC236}">
                  <a16:creationId xmlns:a16="http://schemas.microsoft.com/office/drawing/2014/main" id="{28228DF7-62DD-3B9D-7FF0-272A54E1CC0E}"/>
                </a:ext>
              </a:extLst>
            </p:cNvPr>
            <p:cNvSpPr/>
            <p:nvPr/>
          </p:nvSpPr>
          <p:spPr>
            <a:xfrm>
              <a:off x="7775160" y="1541791"/>
              <a:ext cx="467171" cy="236221"/>
            </a:xfrm>
            <a:custGeom>
              <a:avLst/>
              <a:gdLst/>
              <a:ahLst/>
              <a:cxnLst/>
              <a:rect l="l" t="t" r="r" b="b"/>
              <a:pathLst>
                <a:path w="20115" h="10171" extrusionOk="0">
                  <a:moveTo>
                    <a:pt x="10241" y="1"/>
                  </a:moveTo>
                  <a:cubicBezTo>
                    <a:pt x="10241" y="1"/>
                    <a:pt x="3536" y="3236"/>
                    <a:pt x="1768" y="5204"/>
                  </a:cubicBezTo>
                  <a:cubicBezTo>
                    <a:pt x="0" y="7206"/>
                    <a:pt x="1001" y="9608"/>
                    <a:pt x="5904" y="10108"/>
                  </a:cubicBezTo>
                  <a:cubicBezTo>
                    <a:pt x="6360" y="10151"/>
                    <a:pt x="6835" y="10171"/>
                    <a:pt x="7322" y="10171"/>
                  </a:cubicBezTo>
                  <a:cubicBezTo>
                    <a:pt x="12871" y="10171"/>
                    <a:pt x="20115" y="7606"/>
                    <a:pt x="20115" y="7606"/>
                  </a:cubicBezTo>
                  <a:lnTo>
                    <a:pt x="10241" y="1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810;p45">
              <a:extLst>
                <a:ext uri="{FF2B5EF4-FFF2-40B4-BE49-F238E27FC236}">
                  <a16:creationId xmlns:a16="http://schemas.microsoft.com/office/drawing/2014/main" id="{918E3C0A-53D2-E920-E38F-638EB1EEA451}"/>
                </a:ext>
              </a:extLst>
            </p:cNvPr>
            <p:cNvSpPr/>
            <p:nvPr/>
          </p:nvSpPr>
          <p:spPr>
            <a:xfrm>
              <a:off x="7985268" y="1561719"/>
              <a:ext cx="199758" cy="163922"/>
            </a:xfrm>
            <a:custGeom>
              <a:avLst/>
              <a:gdLst/>
              <a:ahLst/>
              <a:cxnLst/>
              <a:rect l="l" t="t" r="r" b="b"/>
              <a:pathLst>
                <a:path w="8601" h="7058" extrusionOk="0">
                  <a:moveTo>
                    <a:pt x="42" y="1"/>
                  </a:moveTo>
                  <a:cubicBezTo>
                    <a:pt x="17" y="1"/>
                    <a:pt x="0" y="50"/>
                    <a:pt x="27" y="77"/>
                  </a:cubicBezTo>
                  <a:cubicBezTo>
                    <a:pt x="2729" y="2545"/>
                    <a:pt x="5565" y="4880"/>
                    <a:pt x="8533" y="7048"/>
                  </a:cubicBezTo>
                  <a:cubicBezTo>
                    <a:pt x="8540" y="7055"/>
                    <a:pt x="8546" y="7057"/>
                    <a:pt x="8552" y="7057"/>
                  </a:cubicBezTo>
                  <a:cubicBezTo>
                    <a:pt x="8578" y="7057"/>
                    <a:pt x="8600" y="7009"/>
                    <a:pt x="8600" y="6982"/>
                  </a:cubicBezTo>
                  <a:cubicBezTo>
                    <a:pt x="4831" y="3679"/>
                    <a:pt x="795" y="510"/>
                    <a:pt x="61" y="10"/>
                  </a:cubicBezTo>
                  <a:cubicBezTo>
                    <a:pt x="54" y="4"/>
                    <a:pt x="48" y="1"/>
                    <a:pt x="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811;p45">
              <a:extLst>
                <a:ext uri="{FF2B5EF4-FFF2-40B4-BE49-F238E27FC236}">
                  <a16:creationId xmlns:a16="http://schemas.microsoft.com/office/drawing/2014/main" id="{D9D17706-E4F9-8412-F31F-78340637E0F6}"/>
                </a:ext>
              </a:extLst>
            </p:cNvPr>
            <p:cNvSpPr/>
            <p:nvPr/>
          </p:nvSpPr>
          <p:spPr>
            <a:xfrm>
              <a:off x="7965758" y="1758567"/>
              <a:ext cx="81915" cy="59851"/>
            </a:xfrm>
            <a:custGeom>
              <a:avLst/>
              <a:gdLst/>
              <a:ahLst/>
              <a:cxnLst/>
              <a:rect l="l" t="t" r="r" b="b"/>
              <a:pathLst>
                <a:path w="3527" h="2577" extrusionOk="0">
                  <a:moveTo>
                    <a:pt x="3462" y="1"/>
                  </a:moveTo>
                  <a:cubicBezTo>
                    <a:pt x="3454" y="1"/>
                    <a:pt x="3445" y="3"/>
                    <a:pt x="3436" y="8"/>
                  </a:cubicBezTo>
                  <a:cubicBezTo>
                    <a:pt x="2702" y="108"/>
                    <a:pt x="1968" y="408"/>
                    <a:pt x="1334" y="842"/>
                  </a:cubicBezTo>
                  <a:cubicBezTo>
                    <a:pt x="1034" y="1042"/>
                    <a:pt x="767" y="1309"/>
                    <a:pt x="567" y="1609"/>
                  </a:cubicBezTo>
                  <a:cubicBezTo>
                    <a:pt x="434" y="1742"/>
                    <a:pt x="334" y="1876"/>
                    <a:pt x="234" y="2042"/>
                  </a:cubicBezTo>
                  <a:cubicBezTo>
                    <a:pt x="133" y="2209"/>
                    <a:pt x="67" y="2376"/>
                    <a:pt x="0" y="2543"/>
                  </a:cubicBezTo>
                  <a:cubicBezTo>
                    <a:pt x="0" y="2576"/>
                    <a:pt x="33" y="2576"/>
                    <a:pt x="67" y="2576"/>
                  </a:cubicBezTo>
                  <a:cubicBezTo>
                    <a:pt x="167" y="2443"/>
                    <a:pt x="267" y="2309"/>
                    <a:pt x="400" y="2176"/>
                  </a:cubicBezTo>
                  <a:cubicBezTo>
                    <a:pt x="534" y="2042"/>
                    <a:pt x="634" y="1942"/>
                    <a:pt x="767" y="1809"/>
                  </a:cubicBezTo>
                  <a:cubicBezTo>
                    <a:pt x="1034" y="1575"/>
                    <a:pt x="1301" y="1342"/>
                    <a:pt x="1601" y="1108"/>
                  </a:cubicBezTo>
                  <a:cubicBezTo>
                    <a:pt x="2168" y="675"/>
                    <a:pt x="2802" y="308"/>
                    <a:pt x="3469" y="74"/>
                  </a:cubicBezTo>
                  <a:cubicBezTo>
                    <a:pt x="3526" y="74"/>
                    <a:pt x="3510" y="1"/>
                    <a:pt x="34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812;p45">
              <a:extLst>
                <a:ext uri="{FF2B5EF4-FFF2-40B4-BE49-F238E27FC236}">
                  <a16:creationId xmlns:a16="http://schemas.microsoft.com/office/drawing/2014/main" id="{A97C7F50-3C24-2E59-5528-667D747820AF}"/>
                </a:ext>
              </a:extLst>
            </p:cNvPr>
            <p:cNvSpPr/>
            <p:nvPr/>
          </p:nvSpPr>
          <p:spPr>
            <a:xfrm>
              <a:off x="7955677" y="1557283"/>
              <a:ext cx="95315" cy="13981"/>
            </a:xfrm>
            <a:custGeom>
              <a:avLst/>
              <a:gdLst/>
              <a:ahLst/>
              <a:cxnLst/>
              <a:rect l="l" t="t" r="r" b="b"/>
              <a:pathLst>
                <a:path w="4104" h="602" extrusionOk="0">
                  <a:moveTo>
                    <a:pt x="1135" y="1"/>
                  </a:moveTo>
                  <a:cubicBezTo>
                    <a:pt x="834" y="201"/>
                    <a:pt x="401" y="368"/>
                    <a:pt x="0" y="601"/>
                  </a:cubicBezTo>
                  <a:lnTo>
                    <a:pt x="4103" y="601"/>
                  </a:lnTo>
                  <a:lnTo>
                    <a:pt x="330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813;p45">
              <a:extLst>
                <a:ext uri="{FF2B5EF4-FFF2-40B4-BE49-F238E27FC236}">
                  <a16:creationId xmlns:a16="http://schemas.microsoft.com/office/drawing/2014/main" id="{AE2C3F6B-35C3-AA85-9AC0-2CC618C59258}"/>
                </a:ext>
              </a:extLst>
            </p:cNvPr>
            <p:cNvSpPr/>
            <p:nvPr/>
          </p:nvSpPr>
          <p:spPr>
            <a:xfrm>
              <a:off x="7875104" y="1603783"/>
              <a:ext cx="236314" cy="13958"/>
            </a:xfrm>
            <a:custGeom>
              <a:avLst/>
              <a:gdLst/>
              <a:ahLst/>
              <a:cxnLst/>
              <a:rect l="l" t="t" r="r" b="b"/>
              <a:pathLst>
                <a:path w="10175" h="601" extrusionOk="0">
                  <a:moveTo>
                    <a:pt x="1001" y="0"/>
                  </a:moveTo>
                  <a:cubicBezTo>
                    <a:pt x="667" y="200"/>
                    <a:pt x="334" y="401"/>
                    <a:pt x="0" y="601"/>
                  </a:cubicBezTo>
                  <a:lnTo>
                    <a:pt x="10174" y="601"/>
                  </a:lnTo>
                  <a:lnTo>
                    <a:pt x="937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814;p45">
              <a:extLst>
                <a:ext uri="{FF2B5EF4-FFF2-40B4-BE49-F238E27FC236}">
                  <a16:creationId xmlns:a16="http://schemas.microsoft.com/office/drawing/2014/main" id="{D646C77F-B6F0-5B18-57CE-0A38F28325E2}"/>
                </a:ext>
              </a:extLst>
            </p:cNvPr>
            <p:cNvSpPr/>
            <p:nvPr/>
          </p:nvSpPr>
          <p:spPr>
            <a:xfrm>
              <a:off x="7815435" y="1650260"/>
              <a:ext cx="356411" cy="13981"/>
            </a:xfrm>
            <a:custGeom>
              <a:avLst/>
              <a:gdLst/>
              <a:ahLst/>
              <a:cxnLst/>
              <a:rect l="l" t="t" r="r" b="b"/>
              <a:pathLst>
                <a:path w="15346" h="602" extrusionOk="0">
                  <a:moveTo>
                    <a:pt x="601" y="1"/>
                  </a:moveTo>
                  <a:cubicBezTo>
                    <a:pt x="401" y="167"/>
                    <a:pt x="201" y="334"/>
                    <a:pt x="34" y="534"/>
                  </a:cubicBezTo>
                  <a:lnTo>
                    <a:pt x="1" y="601"/>
                  </a:lnTo>
                  <a:lnTo>
                    <a:pt x="15345" y="601"/>
                  </a:lnTo>
                  <a:lnTo>
                    <a:pt x="1454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815;p45">
              <a:extLst>
                <a:ext uri="{FF2B5EF4-FFF2-40B4-BE49-F238E27FC236}">
                  <a16:creationId xmlns:a16="http://schemas.microsoft.com/office/drawing/2014/main" id="{D474EE98-04E1-B546-0F6D-1701C7970F85}"/>
                </a:ext>
              </a:extLst>
            </p:cNvPr>
            <p:cNvSpPr/>
            <p:nvPr/>
          </p:nvSpPr>
          <p:spPr>
            <a:xfrm>
              <a:off x="7797620" y="1696760"/>
              <a:ext cx="434633" cy="13958"/>
            </a:xfrm>
            <a:custGeom>
              <a:avLst/>
              <a:gdLst/>
              <a:ahLst/>
              <a:cxnLst/>
              <a:rect l="l" t="t" r="r" b="b"/>
              <a:pathLst>
                <a:path w="18714" h="601" extrusionOk="0">
                  <a:moveTo>
                    <a:pt x="34" y="0"/>
                  </a:moveTo>
                  <a:cubicBezTo>
                    <a:pt x="1" y="200"/>
                    <a:pt x="1" y="400"/>
                    <a:pt x="1" y="601"/>
                  </a:cubicBezTo>
                  <a:lnTo>
                    <a:pt x="18714" y="601"/>
                  </a:lnTo>
                  <a:lnTo>
                    <a:pt x="179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816;p45">
              <a:extLst>
                <a:ext uri="{FF2B5EF4-FFF2-40B4-BE49-F238E27FC236}">
                  <a16:creationId xmlns:a16="http://schemas.microsoft.com/office/drawing/2014/main" id="{FB136ED0-73AE-7FFA-C023-706BEC84D1F5}"/>
                </a:ext>
              </a:extLst>
            </p:cNvPr>
            <p:cNvSpPr/>
            <p:nvPr/>
          </p:nvSpPr>
          <p:spPr>
            <a:xfrm>
              <a:off x="7815435" y="1743238"/>
              <a:ext cx="347098" cy="13958"/>
            </a:xfrm>
            <a:custGeom>
              <a:avLst/>
              <a:gdLst/>
              <a:ahLst/>
              <a:cxnLst/>
              <a:rect l="l" t="t" r="r" b="b"/>
              <a:pathLst>
                <a:path w="14945" h="601" extrusionOk="0">
                  <a:moveTo>
                    <a:pt x="1" y="1"/>
                  </a:moveTo>
                  <a:cubicBezTo>
                    <a:pt x="268" y="234"/>
                    <a:pt x="601" y="434"/>
                    <a:pt x="935" y="601"/>
                  </a:cubicBezTo>
                  <a:lnTo>
                    <a:pt x="12476" y="601"/>
                  </a:lnTo>
                  <a:cubicBezTo>
                    <a:pt x="13377" y="401"/>
                    <a:pt x="14211" y="201"/>
                    <a:pt x="149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817;p45">
              <a:extLst>
                <a:ext uri="{FF2B5EF4-FFF2-40B4-BE49-F238E27FC236}">
                  <a16:creationId xmlns:a16="http://schemas.microsoft.com/office/drawing/2014/main" id="{BCABB355-782B-75BD-0FC3-42F42B0FC150}"/>
                </a:ext>
              </a:extLst>
            </p:cNvPr>
            <p:cNvSpPr/>
            <p:nvPr/>
          </p:nvSpPr>
          <p:spPr>
            <a:xfrm>
              <a:off x="7704644" y="1425354"/>
              <a:ext cx="205425" cy="250551"/>
            </a:xfrm>
            <a:custGeom>
              <a:avLst/>
              <a:gdLst/>
              <a:ahLst/>
              <a:cxnLst/>
              <a:rect l="l" t="t" r="r" b="b"/>
              <a:pathLst>
                <a:path w="8845" h="10788" extrusionOk="0">
                  <a:moveTo>
                    <a:pt x="8510" y="1"/>
                  </a:moveTo>
                  <a:cubicBezTo>
                    <a:pt x="7045" y="1"/>
                    <a:pt x="1202" y="610"/>
                    <a:pt x="1202" y="610"/>
                  </a:cubicBezTo>
                  <a:cubicBezTo>
                    <a:pt x="1368" y="2145"/>
                    <a:pt x="1368" y="3679"/>
                    <a:pt x="1168" y="5214"/>
                  </a:cubicBezTo>
                  <a:cubicBezTo>
                    <a:pt x="1135" y="5381"/>
                    <a:pt x="1" y="9984"/>
                    <a:pt x="1602" y="10651"/>
                  </a:cubicBezTo>
                  <a:cubicBezTo>
                    <a:pt x="1824" y="10744"/>
                    <a:pt x="2076" y="10787"/>
                    <a:pt x="2349" y="10787"/>
                  </a:cubicBezTo>
                  <a:cubicBezTo>
                    <a:pt x="4133" y="10787"/>
                    <a:pt x="6843" y="8959"/>
                    <a:pt x="8173" y="7282"/>
                  </a:cubicBezTo>
                  <a:cubicBezTo>
                    <a:pt x="8273" y="7148"/>
                    <a:pt x="8640" y="1211"/>
                    <a:pt x="8840" y="43"/>
                  </a:cubicBezTo>
                  <a:cubicBezTo>
                    <a:pt x="8845" y="14"/>
                    <a:pt x="8724" y="1"/>
                    <a:pt x="8510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818;p45">
              <a:extLst>
                <a:ext uri="{FF2B5EF4-FFF2-40B4-BE49-F238E27FC236}">
                  <a16:creationId xmlns:a16="http://schemas.microsoft.com/office/drawing/2014/main" id="{9E91F2F7-3B79-E4EB-1D13-7C57F0D22417}"/>
                </a:ext>
              </a:extLst>
            </p:cNvPr>
            <p:cNvSpPr/>
            <p:nvPr/>
          </p:nvSpPr>
          <p:spPr>
            <a:xfrm>
              <a:off x="7727894" y="1424773"/>
              <a:ext cx="176649" cy="139048"/>
            </a:xfrm>
            <a:custGeom>
              <a:avLst/>
              <a:gdLst/>
              <a:ahLst/>
              <a:cxnLst/>
              <a:rect l="l" t="t" r="r" b="b"/>
              <a:pathLst>
                <a:path w="7606" h="5987" extrusionOk="0">
                  <a:moveTo>
                    <a:pt x="7499" y="0"/>
                  </a:moveTo>
                  <a:cubicBezTo>
                    <a:pt x="6028" y="0"/>
                    <a:pt x="201" y="602"/>
                    <a:pt x="201" y="602"/>
                  </a:cubicBezTo>
                  <a:cubicBezTo>
                    <a:pt x="367" y="2137"/>
                    <a:pt x="367" y="3704"/>
                    <a:pt x="167" y="5239"/>
                  </a:cubicBezTo>
                  <a:cubicBezTo>
                    <a:pt x="167" y="5272"/>
                    <a:pt x="134" y="5339"/>
                    <a:pt x="134" y="5372"/>
                  </a:cubicBezTo>
                  <a:cubicBezTo>
                    <a:pt x="100" y="5506"/>
                    <a:pt x="67" y="5606"/>
                    <a:pt x="34" y="5706"/>
                  </a:cubicBezTo>
                  <a:cubicBezTo>
                    <a:pt x="34" y="5739"/>
                    <a:pt x="34" y="5772"/>
                    <a:pt x="0" y="5772"/>
                  </a:cubicBezTo>
                  <a:lnTo>
                    <a:pt x="34" y="5772"/>
                  </a:lnTo>
                  <a:cubicBezTo>
                    <a:pt x="267" y="5873"/>
                    <a:pt x="501" y="5906"/>
                    <a:pt x="734" y="5939"/>
                  </a:cubicBezTo>
                  <a:cubicBezTo>
                    <a:pt x="963" y="5971"/>
                    <a:pt x="1185" y="5987"/>
                    <a:pt x="1402" y="5987"/>
                  </a:cubicBezTo>
                  <a:cubicBezTo>
                    <a:pt x="5008" y="5987"/>
                    <a:pt x="6945" y="1732"/>
                    <a:pt x="7606" y="2"/>
                  </a:cubicBezTo>
                  <a:cubicBezTo>
                    <a:pt x="7573" y="1"/>
                    <a:pt x="7538" y="0"/>
                    <a:pt x="74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819;p45">
              <a:extLst>
                <a:ext uri="{FF2B5EF4-FFF2-40B4-BE49-F238E27FC236}">
                  <a16:creationId xmlns:a16="http://schemas.microsoft.com/office/drawing/2014/main" id="{5B16AEFA-DFC1-48E0-4258-BA0F5016C0B5}"/>
                </a:ext>
              </a:extLst>
            </p:cNvPr>
            <p:cNvSpPr/>
            <p:nvPr/>
          </p:nvSpPr>
          <p:spPr>
            <a:xfrm>
              <a:off x="7628716" y="1121871"/>
              <a:ext cx="80591" cy="205355"/>
            </a:xfrm>
            <a:custGeom>
              <a:avLst/>
              <a:gdLst/>
              <a:ahLst/>
              <a:cxnLst/>
              <a:rect l="l" t="t" r="r" b="b"/>
              <a:pathLst>
                <a:path w="3470" h="8842" extrusionOk="0">
                  <a:moveTo>
                    <a:pt x="3470" y="0"/>
                  </a:moveTo>
                  <a:cubicBezTo>
                    <a:pt x="3470" y="0"/>
                    <a:pt x="968" y="1001"/>
                    <a:pt x="468" y="3536"/>
                  </a:cubicBezTo>
                  <a:cubicBezTo>
                    <a:pt x="1" y="6071"/>
                    <a:pt x="534" y="8706"/>
                    <a:pt x="768" y="8840"/>
                  </a:cubicBezTo>
                  <a:cubicBezTo>
                    <a:pt x="769" y="8841"/>
                    <a:pt x="771" y="8841"/>
                    <a:pt x="773" y="8841"/>
                  </a:cubicBezTo>
                  <a:cubicBezTo>
                    <a:pt x="1005" y="8841"/>
                    <a:pt x="3470" y="0"/>
                    <a:pt x="34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820;p45">
              <a:extLst>
                <a:ext uri="{FF2B5EF4-FFF2-40B4-BE49-F238E27FC236}">
                  <a16:creationId xmlns:a16="http://schemas.microsoft.com/office/drawing/2014/main" id="{FE06467C-CF1C-0553-7D3F-A8EF2FC7BFDC}"/>
                </a:ext>
              </a:extLst>
            </p:cNvPr>
            <p:cNvSpPr/>
            <p:nvPr/>
          </p:nvSpPr>
          <p:spPr>
            <a:xfrm>
              <a:off x="7613224" y="1110072"/>
              <a:ext cx="338574" cy="420140"/>
            </a:xfrm>
            <a:custGeom>
              <a:avLst/>
              <a:gdLst/>
              <a:ahLst/>
              <a:cxnLst/>
              <a:rect l="l" t="t" r="r" b="b"/>
              <a:pathLst>
                <a:path w="14578" h="18090" extrusionOk="0">
                  <a:moveTo>
                    <a:pt x="7485" y="1"/>
                  </a:moveTo>
                  <a:cubicBezTo>
                    <a:pt x="6267" y="1"/>
                    <a:pt x="5074" y="332"/>
                    <a:pt x="4103" y="1042"/>
                  </a:cubicBezTo>
                  <a:cubicBezTo>
                    <a:pt x="2002" y="2576"/>
                    <a:pt x="1" y="12483"/>
                    <a:pt x="2002" y="15652"/>
                  </a:cubicBezTo>
                  <a:cubicBezTo>
                    <a:pt x="3083" y="17334"/>
                    <a:pt x="4783" y="18089"/>
                    <a:pt x="6551" y="18089"/>
                  </a:cubicBezTo>
                  <a:cubicBezTo>
                    <a:pt x="8219" y="18089"/>
                    <a:pt x="9948" y="17417"/>
                    <a:pt x="11275" y="16219"/>
                  </a:cubicBezTo>
                  <a:cubicBezTo>
                    <a:pt x="13177" y="14551"/>
                    <a:pt x="14578" y="6913"/>
                    <a:pt x="13777" y="4277"/>
                  </a:cubicBezTo>
                  <a:cubicBezTo>
                    <a:pt x="12952" y="1596"/>
                    <a:pt x="10159" y="1"/>
                    <a:pt x="7485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821;p45">
              <a:extLst>
                <a:ext uri="{FF2B5EF4-FFF2-40B4-BE49-F238E27FC236}">
                  <a16:creationId xmlns:a16="http://schemas.microsoft.com/office/drawing/2014/main" id="{369854BA-78A4-6117-8A6E-2E0506EA9E38}"/>
                </a:ext>
              </a:extLst>
            </p:cNvPr>
            <p:cNvSpPr/>
            <p:nvPr/>
          </p:nvSpPr>
          <p:spPr>
            <a:xfrm>
              <a:off x="7639563" y="1276237"/>
              <a:ext cx="9313" cy="101888"/>
            </a:xfrm>
            <a:custGeom>
              <a:avLst/>
              <a:gdLst/>
              <a:ahLst/>
              <a:cxnLst/>
              <a:rect l="l" t="t" r="r" b="b"/>
              <a:pathLst>
                <a:path w="401" h="4387" extrusionOk="0">
                  <a:moveTo>
                    <a:pt x="384" y="0"/>
                  </a:moveTo>
                  <a:cubicBezTo>
                    <a:pt x="376" y="0"/>
                    <a:pt x="368" y="9"/>
                    <a:pt x="368" y="25"/>
                  </a:cubicBezTo>
                  <a:cubicBezTo>
                    <a:pt x="201" y="726"/>
                    <a:pt x="101" y="1426"/>
                    <a:pt x="67" y="2160"/>
                  </a:cubicBezTo>
                  <a:cubicBezTo>
                    <a:pt x="1" y="2894"/>
                    <a:pt x="1" y="3628"/>
                    <a:pt x="1" y="4362"/>
                  </a:cubicBezTo>
                  <a:cubicBezTo>
                    <a:pt x="1" y="4379"/>
                    <a:pt x="17" y="4387"/>
                    <a:pt x="34" y="4387"/>
                  </a:cubicBezTo>
                  <a:cubicBezTo>
                    <a:pt x="51" y="4387"/>
                    <a:pt x="67" y="4379"/>
                    <a:pt x="67" y="4362"/>
                  </a:cubicBezTo>
                  <a:cubicBezTo>
                    <a:pt x="67" y="3628"/>
                    <a:pt x="134" y="2928"/>
                    <a:pt x="201" y="2194"/>
                  </a:cubicBezTo>
                  <a:cubicBezTo>
                    <a:pt x="234" y="1460"/>
                    <a:pt x="368" y="759"/>
                    <a:pt x="401" y="25"/>
                  </a:cubicBezTo>
                  <a:cubicBezTo>
                    <a:pt x="401" y="9"/>
                    <a:pt x="393" y="0"/>
                    <a:pt x="3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822;p45">
              <a:extLst>
                <a:ext uri="{FF2B5EF4-FFF2-40B4-BE49-F238E27FC236}">
                  <a16:creationId xmlns:a16="http://schemas.microsoft.com/office/drawing/2014/main" id="{C6BCC8A8-2E53-37EC-5741-C1FC10D7C33B}"/>
                </a:ext>
              </a:extLst>
            </p:cNvPr>
            <p:cNvSpPr/>
            <p:nvPr/>
          </p:nvSpPr>
          <p:spPr>
            <a:xfrm>
              <a:off x="7879750" y="1485233"/>
              <a:ext cx="23" cy="23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823;p45">
              <a:extLst>
                <a:ext uri="{FF2B5EF4-FFF2-40B4-BE49-F238E27FC236}">
                  <a16:creationId xmlns:a16="http://schemas.microsoft.com/office/drawing/2014/main" id="{4BB83967-9960-6A8F-1DB4-0723FE69F4C3}"/>
                </a:ext>
              </a:extLst>
            </p:cNvPr>
            <p:cNvSpPr/>
            <p:nvPr/>
          </p:nvSpPr>
          <p:spPr>
            <a:xfrm>
              <a:off x="7751910" y="1316792"/>
              <a:ext cx="12425" cy="33653"/>
            </a:xfrm>
            <a:custGeom>
              <a:avLst/>
              <a:gdLst/>
              <a:ahLst/>
              <a:cxnLst/>
              <a:rect l="l" t="t" r="r" b="b"/>
              <a:pathLst>
                <a:path w="535" h="1449" extrusionOk="0">
                  <a:moveTo>
                    <a:pt x="241" y="0"/>
                  </a:moveTo>
                  <a:cubicBezTo>
                    <a:pt x="237" y="0"/>
                    <a:pt x="234" y="4"/>
                    <a:pt x="234" y="14"/>
                  </a:cubicBezTo>
                  <a:cubicBezTo>
                    <a:pt x="34" y="448"/>
                    <a:pt x="0" y="1248"/>
                    <a:pt x="534" y="1448"/>
                  </a:cubicBezTo>
                  <a:lnTo>
                    <a:pt x="534" y="1415"/>
                  </a:lnTo>
                  <a:cubicBezTo>
                    <a:pt x="101" y="1148"/>
                    <a:pt x="134" y="548"/>
                    <a:pt x="267" y="47"/>
                  </a:cubicBezTo>
                  <a:cubicBezTo>
                    <a:pt x="267" y="24"/>
                    <a:pt x="251" y="0"/>
                    <a:pt x="24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824;p45">
              <a:extLst>
                <a:ext uri="{FF2B5EF4-FFF2-40B4-BE49-F238E27FC236}">
                  <a16:creationId xmlns:a16="http://schemas.microsoft.com/office/drawing/2014/main" id="{7CB51D16-3E9C-E3EA-2D92-9D544E4277A2}"/>
                </a:ext>
              </a:extLst>
            </p:cNvPr>
            <p:cNvSpPr/>
            <p:nvPr/>
          </p:nvSpPr>
          <p:spPr>
            <a:xfrm>
              <a:off x="7748380" y="1305434"/>
              <a:ext cx="40946" cy="38902"/>
            </a:xfrm>
            <a:custGeom>
              <a:avLst/>
              <a:gdLst/>
              <a:ahLst/>
              <a:cxnLst/>
              <a:rect l="l" t="t" r="r" b="b"/>
              <a:pathLst>
                <a:path w="1763" h="1675" extrusionOk="0">
                  <a:moveTo>
                    <a:pt x="910" y="1"/>
                  </a:moveTo>
                  <a:cubicBezTo>
                    <a:pt x="210" y="1"/>
                    <a:pt x="1" y="1605"/>
                    <a:pt x="753" y="1671"/>
                  </a:cubicBezTo>
                  <a:cubicBezTo>
                    <a:pt x="776" y="1673"/>
                    <a:pt x="799" y="1675"/>
                    <a:pt x="821" y="1675"/>
                  </a:cubicBezTo>
                  <a:cubicBezTo>
                    <a:pt x="1566" y="1675"/>
                    <a:pt x="1763" y="100"/>
                    <a:pt x="953" y="3"/>
                  </a:cubicBezTo>
                  <a:cubicBezTo>
                    <a:pt x="939" y="1"/>
                    <a:pt x="924" y="1"/>
                    <a:pt x="9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825;p45">
              <a:extLst>
                <a:ext uri="{FF2B5EF4-FFF2-40B4-BE49-F238E27FC236}">
                  <a16:creationId xmlns:a16="http://schemas.microsoft.com/office/drawing/2014/main" id="{419F4F10-0422-FFD4-4931-985C0C8D241D}"/>
                </a:ext>
              </a:extLst>
            </p:cNvPr>
            <p:cNvSpPr/>
            <p:nvPr/>
          </p:nvSpPr>
          <p:spPr>
            <a:xfrm>
              <a:off x="7673660" y="1308593"/>
              <a:ext cx="17837" cy="30239"/>
            </a:xfrm>
            <a:custGeom>
              <a:avLst/>
              <a:gdLst/>
              <a:ahLst/>
              <a:cxnLst/>
              <a:rect l="l" t="t" r="r" b="b"/>
              <a:pathLst>
                <a:path w="768" h="1302" extrusionOk="0">
                  <a:moveTo>
                    <a:pt x="734" y="0"/>
                  </a:moveTo>
                  <a:lnTo>
                    <a:pt x="734" y="0"/>
                  </a:lnTo>
                  <a:cubicBezTo>
                    <a:pt x="734" y="0"/>
                    <a:pt x="701" y="0"/>
                    <a:pt x="701" y="67"/>
                  </a:cubicBezTo>
                  <a:cubicBezTo>
                    <a:pt x="634" y="567"/>
                    <a:pt x="467" y="1168"/>
                    <a:pt x="0" y="1268"/>
                  </a:cubicBezTo>
                  <a:lnTo>
                    <a:pt x="0" y="1301"/>
                  </a:lnTo>
                  <a:cubicBezTo>
                    <a:pt x="567" y="1301"/>
                    <a:pt x="768" y="50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826;p45">
              <a:extLst>
                <a:ext uri="{FF2B5EF4-FFF2-40B4-BE49-F238E27FC236}">
                  <a16:creationId xmlns:a16="http://schemas.microsoft.com/office/drawing/2014/main" id="{1740A73D-1FBF-8779-6D1A-E4C368D49547}"/>
                </a:ext>
              </a:extLst>
            </p:cNvPr>
            <p:cNvSpPr/>
            <p:nvPr/>
          </p:nvSpPr>
          <p:spPr>
            <a:xfrm>
              <a:off x="7656681" y="1294354"/>
              <a:ext cx="40249" cy="39320"/>
            </a:xfrm>
            <a:custGeom>
              <a:avLst/>
              <a:gdLst/>
              <a:ahLst/>
              <a:cxnLst/>
              <a:rect l="l" t="t" r="r" b="b"/>
              <a:pathLst>
                <a:path w="1733" h="1693" extrusionOk="0">
                  <a:moveTo>
                    <a:pt x="950" y="1"/>
                  </a:moveTo>
                  <a:cubicBezTo>
                    <a:pt x="208" y="1"/>
                    <a:pt x="1" y="1522"/>
                    <a:pt x="731" y="1681"/>
                  </a:cubicBezTo>
                  <a:cubicBezTo>
                    <a:pt x="766" y="1688"/>
                    <a:pt x="800" y="1692"/>
                    <a:pt x="833" y="1692"/>
                  </a:cubicBezTo>
                  <a:cubicBezTo>
                    <a:pt x="1492" y="1692"/>
                    <a:pt x="1732" y="172"/>
                    <a:pt x="1065" y="13"/>
                  </a:cubicBezTo>
                  <a:cubicBezTo>
                    <a:pt x="1025" y="5"/>
                    <a:pt x="987" y="1"/>
                    <a:pt x="9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827;p45">
              <a:extLst>
                <a:ext uri="{FF2B5EF4-FFF2-40B4-BE49-F238E27FC236}">
                  <a16:creationId xmlns:a16="http://schemas.microsoft.com/office/drawing/2014/main" id="{F5DCF362-DF30-AF86-06C0-7E43F381F725}"/>
                </a:ext>
              </a:extLst>
            </p:cNvPr>
            <p:cNvSpPr/>
            <p:nvPr/>
          </p:nvSpPr>
          <p:spPr>
            <a:xfrm>
              <a:off x="7758878" y="1260327"/>
              <a:ext cx="42246" cy="30448"/>
            </a:xfrm>
            <a:custGeom>
              <a:avLst/>
              <a:gdLst/>
              <a:ahLst/>
              <a:cxnLst/>
              <a:rect l="l" t="t" r="r" b="b"/>
              <a:pathLst>
                <a:path w="1819" h="1311" extrusionOk="0">
                  <a:moveTo>
                    <a:pt x="584" y="0"/>
                  </a:moveTo>
                  <a:cubicBezTo>
                    <a:pt x="445" y="0"/>
                    <a:pt x="303" y="35"/>
                    <a:pt x="167" y="110"/>
                  </a:cubicBezTo>
                  <a:cubicBezTo>
                    <a:pt x="67" y="210"/>
                    <a:pt x="1" y="377"/>
                    <a:pt x="67" y="544"/>
                  </a:cubicBezTo>
                  <a:cubicBezTo>
                    <a:pt x="201" y="744"/>
                    <a:pt x="401" y="877"/>
                    <a:pt x="634" y="977"/>
                  </a:cubicBezTo>
                  <a:cubicBezTo>
                    <a:pt x="835" y="1077"/>
                    <a:pt x="1035" y="1177"/>
                    <a:pt x="1235" y="1278"/>
                  </a:cubicBezTo>
                  <a:cubicBezTo>
                    <a:pt x="1285" y="1300"/>
                    <a:pt x="1336" y="1310"/>
                    <a:pt x="1384" y="1310"/>
                  </a:cubicBezTo>
                  <a:cubicBezTo>
                    <a:pt x="1625" y="1310"/>
                    <a:pt x="1819" y="1060"/>
                    <a:pt x="1735" y="811"/>
                  </a:cubicBezTo>
                  <a:cubicBezTo>
                    <a:pt x="1602" y="510"/>
                    <a:pt x="1368" y="277"/>
                    <a:pt x="1068" y="143"/>
                  </a:cubicBezTo>
                  <a:cubicBezTo>
                    <a:pt x="921" y="52"/>
                    <a:pt x="755" y="0"/>
                    <a:pt x="5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828;p45">
              <a:extLst>
                <a:ext uri="{FF2B5EF4-FFF2-40B4-BE49-F238E27FC236}">
                  <a16:creationId xmlns:a16="http://schemas.microsoft.com/office/drawing/2014/main" id="{F52BB3DD-DEF4-49BC-18D0-B246356F73D3}"/>
                </a:ext>
              </a:extLst>
            </p:cNvPr>
            <p:cNvSpPr/>
            <p:nvPr/>
          </p:nvSpPr>
          <p:spPr>
            <a:xfrm>
              <a:off x="7658934" y="1249550"/>
              <a:ext cx="45730" cy="23411"/>
            </a:xfrm>
            <a:custGeom>
              <a:avLst/>
              <a:gdLst/>
              <a:ahLst/>
              <a:cxnLst/>
              <a:rect l="l" t="t" r="r" b="b"/>
              <a:pathLst>
                <a:path w="1969" h="1008" extrusionOk="0">
                  <a:moveTo>
                    <a:pt x="1158" y="1"/>
                  </a:moveTo>
                  <a:cubicBezTo>
                    <a:pt x="1118" y="1"/>
                    <a:pt x="1076" y="3"/>
                    <a:pt x="1035" y="7"/>
                  </a:cubicBezTo>
                  <a:cubicBezTo>
                    <a:pt x="734" y="40"/>
                    <a:pt x="401" y="174"/>
                    <a:pt x="201" y="407"/>
                  </a:cubicBezTo>
                  <a:cubicBezTo>
                    <a:pt x="1" y="641"/>
                    <a:pt x="167" y="1008"/>
                    <a:pt x="468" y="1008"/>
                  </a:cubicBezTo>
                  <a:cubicBezTo>
                    <a:pt x="701" y="1008"/>
                    <a:pt x="935" y="974"/>
                    <a:pt x="1168" y="941"/>
                  </a:cubicBezTo>
                  <a:cubicBezTo>
                    <a:pt x="1402" y="941"/>
                    <a:pt x="1635" y="874"/>
                    <a:pt x="1835" y="741"/>
                  </a:cubicBezTo>
                  <a:cubicBezTo>
                    <a:pt x="1935" y="607"/>
                    <a:pt x="1969" y="441"/>
                    <a:pt x="1869" y="307"/>
                  </a:cubicBezTo>
                  <a:cubicBezTo>
                    <a:pt x="1694" y="103"/>
                    <a:pt x="1442" y="1"/>
                    <a:pt x="11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829;p45">
              <a:extLst>
                <a:ext uri="{FF2B5EF4-FFF2-40B4-BE49-F238E27FC236}">
                  <a16:creationId xmlns:a16="http://schemas.microsoft.com/office/drawing/2014/main" id="{DE8CD0B6-7188-5A5D-9FE3-485C50AEB3E3}"/>
                </a:ext>
              </a:extLst>
            </p:cNvPr>
            <p:cNvSpPr/>
            <p:nvPr/>
          </p:nvSpPr>
          <p:spPr>
            <a:xfrm>
              <a:off x="7731773" y="1429442"/>
              <a:ext cx="25571" cy="10103"/>
            </a:xfrm>
            <a:custGeom>
              <a:avLst/>
              <a:gdLst/>
              <a:ahLst/>
              <a:cxnLst/>
              <a:rect l="l" t="t" r="r" b="b"/>
              <a:pathLst>
                <a:path w="1101" h="435" extrusionOk="0">
                  <a:moveTo>
                    <a:pt x="1034" y="1"/>
                  </a:moveTo>
                  <a:cubicBezTo>
                    <a:pt x="913" y="92"/>
                    <a:pt x="791" y="239"/>
                    <a:pt x="619" y="239"/>
                  </a:cubicBezTo>
                  <a:cubicBezTo>
                    <a:pt x="602" y="239"/>
                    <a:pt x="585" y="237"/>
                    <a:pt x="567" y="234"/>
                  </a:cubicBezTo>
                  <a:cubicBezTo>
                    <a:pt x="367" y="201"/>
                    <a:pt x="200" y="134"/>
                    <a:pt x="34" y="34"/>
                  </a:cubicBezTo>
                  <a:cubicBezTo>
                    <a:pt x="34" y="34"/>
                    <a:pt x="0" y="34"/>
                    <a:pt x="0" y="68"/>
                  </a:cubicBezTo>
                  <a:cubicBezTo>
                    <a:pt x="134" y="301"/>
                    <a:pt x="367" y="434"/>
                    <a:pt x="634" y="434"/>
                  </a:cubicBezTo>
                  <a:cubicBezTo>
                    <a:pt x="834" y="401"/>
                    <a:pt x="1034" y="234"/>
                    <a:pt x="1101" y="34"/>
                  </a:cubicBezTo>
                  <a:cubicBezTo>
                    <a:pt x="1101" y="1"/>
                    <a:pt x="1068" y="1"/>
                    <a:pt x="10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830;p45">
              <a:extLst>
                <a:ext uri="{FF2B5EF4-FFF2-40B4-BE49-F238E27FC236}">
                  <a16:creationId xmlns:a16="http://schemas.microsoft.com/office/drawing/2014/main" id="{B38A056C-FF7E-46E5-048B-7DE3766D856B}"/>
                </a:ext>
              </a:extLst>
            </p:cNvPr>
            <p:cNvSpPr/>
            <p:nvPr/>
          </p:nvSpPr>
          <p:spPr>
            <a:xfrm>
              <a:off x="7678863" y="1254288"/>
              <a:ext cx="70279" cy="151938"/>
            </a:xfrm>
            <a:custGeom>
              <a:avLst/>
              <a:gdLst/>
              <a:ahLst/>
              <a:cxnLst/>
              <a:rect l="l" t="t" r="r" b="b"/>
              <a:pathLst>
                <a:path w="3026" h="6542" extrusionOk="0">
                  <a:moveTo>
                    <a:pt x="1492" y="0"/>
                  </a:moveTo>
                  <a:cubicBezTo>
                    <a:pt x="1475" y="0"/>
                    <a:pt x="1457" y="11"/>
                    <a:pt x="1444" y="36"/>
                  </a:cubicBezTo>
                  <a:cubicBezTo>
                    <a:pt x="810" y="1738"/>
                    <a:pt x="310" y="3472"/>
                    <a:pt x="10" y="5274"/>
                  </a:cubicBezTo>
                  <a:cubicBezTo>
                    <a:pt x="0" y="5331"/>
                    <a:pt x="60" y="5353"/>
                    <a:pt x="153" y="5353"/>
                  </a:cubicBezTo>
                  <a:cubicBezTo>
                    <a:pt x="383" y="5353"/>
                    <a:pt x="816" y="5221"/>
                    <a:pt x="911" y="5173"/>
                  </a:cubicBezTo>
                  <a:lnTo>
                    <a:pt x="911" y="5173"/>
                  </a:lnTo>
                  <a:cubicBezTo>
                    <a:pt x="911" y="5174"/>
                    <a:pt x="810" y="5774"/>
                    <a:pt x="744" y="6174"/>
                  </a:cubicBezTo>
                  <a:lnTo>
                    <a:pt x="744" y="6241"/>
                  </a:lnTo>
                  <a:cubicBezTo>
                    <a:pt x="744" y="6241"/>
                    <a:pt x="744" y="6274"/>
                    <a:pt x="744" y="6274"/>
                  </a:cubicBezTo>
                  <a:cubicBezTo>
                    <a:pt x="744" y="6341"/>
                    <a:pt x="777" y="6408"/>
                    <a:pt x="844" y="6408"/>
                  </a:cubicBezTo>
                  <a:cubicBezTo>
                    <a:pt x="877" y="6441"/>
                    <a:pt x="911" y="6441"/>
                    <a:pt x="944" y="6441"/>
                  </a:cubicBezTo>
                  <a:lnTo>
                    <a:pt x="1077" y="6474"/>
                  </a:lnTo>
                  <a:cubicBezTo>
                    <a:pt x="1277" y="6541"/>
                    <a:pt x="1478" y="6541"/>
                    <a:pt x="1711" y="6541"/>
                  </a:cubicBezTo>
                  <a:cubicBezTo>
                    <a:pt x="2211" y="6508"/>
                    <a:pt x="2678" y="6308"/>
                    <a:pt x="2979" y="5907"/>
                  </a:cubicBezTo>
                  <a:cubicBezTo>
                    <a:pt x="3026" y="5884"/>
                    <a:pt x="3006" y="5860"/>
                    <a:pt x="2967" y="5860"/>
                  </a:cubicBezTo>
                  <a:cubicBezTo>
                    <a:pt x="2951" y="5860"/>
                    <a:pt x="2932" y="5864"/>
                    <a:pt x="2912" y="5874"/>
                  </a:cubicBezTo>
                  <a:cubicBezTo>
                    <a:pt x="2510" y="6110"/>
                    <a:pt x="2059" y="6246"/>
                    <a:pt x="1604" y="6246"/>
                  </a:cubicBezTo>
                  <a:cubicBezTo>
                    <a:pt x="1417" y="6246"/>
                    <a:pt x="1229" y="6223"/>
                    <a:pt x="1044" y="6174"/>
                  </a:cubicBezTo>
                  <a:cubicBezTo>
                    <a:pt x="1044" y="5974"/>
                    <a:pt x="1344" y="4840"/>
                    <a:pt x="1311" y="4840"/>
                  </a:cubicBezTo>
                  <a:cubicBezTo>
                    <a:pt x="1011" y="4840"/>
                    <a:pt x="710" y="4873"/>
                    <a:pt x="444" y="4973"/>
                  </a:cubicBezTo>
                  <a:cubicBezTo>
                    <a:pt x="710" y="3305"/>
                    <a:pt x="1277" y="1738"/>
                    <a:pt x="1544" y="70"/>
                  </a:cubicBezTo>
                  <a:cubicBezTo>
                    <a:pt x="1544" y="29"/>
                    <a:pt x="1519" y="0"/>
                    <a:pt x="14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831;p45">
              <a:extLst>
                <a:ext uri="{FF2B5EF4-FFF2-40B4-BE49-F238E27FC236}">
                  <a16:creationId xmlns:a16="http://schemas.microsoft.com/office/drawing/2014/main" id="{5E2D6F0B-3C1C-B13A-B9D7-C8E795D533C0}"/>
                </a:ext>
              </a:extLst>
            </p:cNvPr>
            <p:cNvSpPr/>
            <p:nvPr/>
          </p:nvSpPr>
          <p:spPr>
            <a:xfrm>
              <a:off x="7710079" y="1391489"/>
              <a:ext cx="41851" cy="30239"/>
            </a:xfrm>
            <a:custGeom>
              <a:avLst/>
              <a:gdLst/>
              <a:ahLst/>
              <a:cxnLst/>
              <a:rect l="l" t="t" r="r" b="b"/>
              <a:pathLst>
                <a:path w="1802" h="1302" extrusionOk="0">
                  <a:moveTo>
                    <a:pt x="1635" y="0"/>
                  </a:moveTo>
                  <a:cubicBezTo>
                    <a:pt x="1214" y="271"/>
                    <a:pt x="686" y="406"/>
                    <a:pt x="171" y="406"/>
                  </a:cubicBezTo>
                  <a:cubicBezTo>
                    <a:pt x="114" y="406"/>
                    <a:pt x="57" y="404"/>
                    <a:pt x="0" y="401"/>
                  </a:cubicBezTo>
                  <a:lnTo>
                    <a:pt x="0" y="401"/>
                  </a:lnTo>
                  <a:cubicBezTo>
                    <a:pt x="167" y="734"/>
                    <a:pt x="434" y="968"/>
                    <a:pt x="734" y="1168"/>
                  </a:cubicBezTo>
                  <a:cubicBezTo>
                    <a:pt x="901" y="1268"/>
                    <a:pt x="1101" y="1301"/>
                    <a:pt x="1301" y="1301"/>
                  </a:cubicBezTo>
                  <a:cubicBezTo>
                    <a:pt x="1735" y="1235"/>
                    <a:pt x="1801" y="868"/>
                    <a:pt x="1768" y="534"/>
                  </a:cubicBezTo>
                  <a:cubicBezTo>
                    <a:pt x="1735" y="334"/>
                    <a:pt x="1701" y="167"/>
                    <a:pt x="16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832;p45">
              <a:extLst>
                <a:ext uri="{FF2B5EF4-FFF2-40B4-BE49-F238E27FC236}">
                  <a16:creationId xmlns:a16="http://schemas.microsoft.com/office/drawing/2014/main" id="{DE6CCA8D-5A21-6044-ED16-F34CD7423780}"/>
                </a:ext>
              </a:extLst>
            </p:cNvPr>
            <p:cNvSpPr/>
            <p:nvPr/>
          </p:nvSpPr>
          <p:spPr>
            <a:xfrm>
              <a:off x="7727127" y="1403637"/>
              <a:ext cx="24804" cy="18092"/>
            </a:xfrm>
            <a:custGeom>
              <a:avLst/>
              <a:gdLst/>
              <a:ahLst/>
              <a:cxnLst/>
              <a:rect l="l" t="t" r="r" b="b"/>
              <a:pathLst>
                <a:path w="1068" h="779" extrusionOk="0">
                  <a:moveTo>
                    <a:pt x="893" y="1"/>
                  </a:moveTo>
                  <a:cubicBezTo>
                    <a:pt x="487" y="1"/>
                    <a:pt x="150" y="256"/>
                    <a:pt x="0" y="645"/>
                  </a:cubicBezTo>
                  <a:cubicBezTo>
                    <a:pt x="167" y="745"/>
                    <a:pt x="367" y="778"/>
                    <a:pt x="567" y="778"/>
                  </a:cubicBezTo>
                  <a:cubicBezTo>
                    <a:pt x="1001" y="712"/>
                    <a:pt x="1067" y="345"/>
                    <a:pt x="1034" y="11"/>
                  </a:cubicBezTo>
                  <a:cubicBezTo>
                    <a:pt x="986" y="4"/>
                    <a:pt x="939" y="1"/>
                    <a:pt x="893" y="1"/>
                  </a:cubicBezTo>
                  <a:close/>
                </a:path>
              </a:pathLst>
            </a:custGeom>
            <a:solidFill>
              <a:srgbClr val="FF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833;p45">
              <a:extLst>
                <a:ext uri="{FF2B5EF4-FFF2-40B4-BE49-F238E27FC236}">
                  <a16:creationId xmlns:a16="http://schemas.microsoft.com/office/drawing/2014/main" id="{C492A8F8-AD9E-FE29-66D9-3120A338F4BB}"/>
                </a:ext>
              </a:extLst>
            </p:cNvPr>
            <p:cNvSpPr/>
            <p:nvPr/>
          </p:nvSpPr>
          <p:spPr>
            <a:xfrm>
              <a:off x="7671337" y="1053213"/>
              <a:ext cx="299835" cy="299649"/>
            </a:xfrm>
            <a:custGeom>
              <a:avLst/>
              <a:gdLst/>
              <a:ahLst/>
              <a:cxnLst/>
              <a:rect l="l" t="t" r="r" b="b"/>
              <a:pathLst>
                <a:path w="12910" h="12902" extrusionOk="0">
                  <a:moveTo>
                    <a:pt x="5029" y="0"/>
                  </a:moveTo>
                  <a:cubicBezTo>
                    <a:pt x="2829" y="0"/>
                    <a:pt x="195" y="1673"/>
                    <a:pt x="100" y="2489"/>
                  </a:cubicBezTo>
                  <a:cubicBezTo>
                    <a:pt x="0" y="3390"/>
                    <a:pt x="1101" y="5491"/>
                    <a:pt x="3103" y="6425"/>
                  </a:cubicBezTo>
                  <a:cubicBezTo>
                    <a:pt x="3491" y="6613"/>
                    <a:pt x="3954" y="6687"/>
                    <a:pt x="4449" y="6687"/>
                  </a:cubicBezTo>
                  <a:cubicBezTo>
                    <a:pt x="6385" y="6687"/>
                    <a:pt x="8803" y="5544"/>
                    <a:pt x="9080" y="5544"/>
                  </a:cubicBezTo>
                  <a:cubicBezTo>
                    <a:pt x="9098" y="5544"/>
                    <a:pt x="9107" y="5548"/>
                    <a:pt x="9107" y="5558"/>
                  </a:cubicBezTo>
                  <a:cubicBezTo>
                    <a:pt x="9140" y="5758"/>
                    <a:pt x="8973" y="8493"/>
                    <a:pt x="9107" y="9361"/>
                  </a:cubicBezTo>
                  <a:cubicBezTo>
                    <a:pt x="9204" y="10369"/>
                    <a:pt x="9746" y="12901"/>
                    <a:pt x="10578" y="12901"/>
                  </a:cubicBezTo>
                  <a:cubicBezTo>
                    <a:pt x="10599" y="12901"/>
                    <a:pt x="10620" y="12900"/>
                    <a:pt x="10641" y="12896"/>
                  </a:cubicBezTo>
                  <a:cubicBezTo>
                    <a:pt x="11675" y="12763"/>
                    <a:pt x="12776" y="8493"/>
                    <a:pt x="12843" y="7259"/>
                  </a:cubicBezTo>
                  <a:cubicBezTo>
                    <a:pt x="12910" y="5992"/>
                    <a:pt x="11775" y="4657"/>
                    <a:pt x="11775" y="4657"/>
                  </a:cubicBezTo>
                  <a:cubicBezTo>
                    <a:pt x="12176" y="3857"/>
                    <a:pt x="11208" y="2556"/>
                    <a:pt x="11075" y="2556"/>
                  </a:cubicBezTo>
                  <a:cubicBezTo>
                    <a:pt x="10975" y="2556"/>
                    <a:pt x="11075" y="3923"/>
                    <a:pt x="11075" y="3923"/>
                  </a:cubicBezTo>
                  <a:cubicBezTo>
                    <a:pt x="10949" y="2885"/>
                    <a:pt x="9725" y="2114"/>
                    <a:pt x="9559" y="2114"/>
                  </a:cubicBezTo>
                  <a:cubicBezTo>
                    <a:pt x="9549" y="2114"/>
                    <a:pt x="9542" y="2116"/>
                    <a:pt x="9540" y="2122"/>
                  </a:cubicBezTo>
                  <a:cubicBezTo>
                    <a:pt x="9741" y="2622"/>
                    <a:pt x="10007" y="3123"/>
                    <a:pt x="10308" y="3623"/>
                  </a:cubicBezTo>
                  <a:cubicBezTo>
                    <a:pt x="10308" y="3623"/>
                    <a:pt x="7706" y="287"/>
                    <a:pt x="5438" y="21"/>
                  </a:cubicBezTo>
                  <a:cubicBezTo>
                    <a:pt x="5304" y="7"/>
                    <a:pt x="5167" y="0"/>
                    <a:pt x="502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834;p45">
              <a:extLst>
                <a:ext uri="{FF2B5EF4-FFF2-40B4-BE49-F238E27FC236}">
                  <a16:creationId xmlns:a16="http://schemas.microsoft.com/office/drawing/2014/main" id="{859EBF14-37FB-AB45-0442-D16B61FE0604}"/>
                </a:ext>
              </a:extLst>
            </p:cNvPr>
            <p:cNvSpPr/>
            <p:nvPr/>
          </p:nvSpPr>
          <p:spPr>
            <a:xfrm>
              <a:off x="7765877" y="1419485"/>
              <a:ext cx="181222" cy="54758"/>
            </a:xfrm>
            <a:custGeom>
              <a:avLst/>
              <a:gdLst/>
              <a:ahLst/>
              <a:cxnLst/>
              <a:rect l="l" t="t" r="r" b="b"/>
              <a:pathLst>
                <a:path w="8426" h="2546" extrusionOk="0">
                  <a:moveTo>
                    <a:pt x="8205" y="1"/>
                  </a:moveTo>
                  <a:cubicBezTo>
                    <a:pt x="8184" y="1"/>
                    <a:pt x="8162" y="5"/>
                    <a:pt x="8139" y="14"/>
                  </a:cubicBezTo>
                  <a:cubicBezTo>
                    <a:pt x="7539" y="314"/>
                    <a:pt x="6972" y="748"/>
                    <a:pt x="6371" y="1115"/>
                  </a:cubicBezTo>
                  <a:cubicBezTo>
                    <a:pt x="5704" y="1515"/>
                    <a:pt x="4970" y="1815"/>
                    <a:pt x="4203" y="1982"/>
                  </a:cubicBezTo>
                  <a:cubicBezTo>
                    <a:pt x="3836" y="2065"/>
                    <a:pt x="3453" y="2107"/>
                    <a:pt x="3065" y="2107"/>
                  </a:cubicBezTo>
                  <a:cubicBezTo>
                    <a:pt x="2677" y="2107"/>
                    <a:pt x="2285" y="2065"/>
                    <a:pt x="1902" y="1982"/>
                  </a:cubicBezTo>
                  <a:cubicBezTo>
                    <a:pt x="1234" y="1715"/>
                    <a:pt x="601" y="1382"/>
                    <a:pt x="34" y="948"/>
                  </a:cubicBezTo>
                  <a:cubicBezTo>
                    <a:pt x="0" y="948"/>
                    <a:pt x="0" y="981"/>
                    <a:pt x="0" y="981"/>
                  </a:cubicBezTo>
                  <a:cubicBezTo>
                    <a:pt x="843" y="1964"/>
                    <a:pt x="2063" y="2545"/>
                    <a:pt x="3344" y="2545"/>
                  </a:cubicBezTo>
                  <a:cubicBezTo>
                    <a:pt x="3584" y="2545"/>
                    <a:pt x="3827" y="2525"/>
                    <a:pt x="4070" y="2482"/>
                  </a:cubicBezTo>
                  <a:cubicBezTo>
                    <a:pt x="5704" y="2216"/>
                    <a:pt x="7172" y="1448"/>
                    <a:pt x="8339" y="281"/>
                  </a:cubicBezTo>
                  <a:cubicBezTo>
                    <a:pt x="8426" y="166"/>
                    <a:pt x="8338" y="1"/>
                    <a:pt x="820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835;p45">
              <a:extLst>
                <a:ext uri="{FF2B5EF4-FFF2-40B4-BE49-F238E27FC236}">
                  <a16:creationId xmlns:a16="http://schemas.microsoft.com/office/drawing/2014/main" id="{2F181D42-2D37-B70B-ADE8-7D6364B315AC}"/>
                </a:ext>
              </a:extLst>
            </p:cNvPr>
            <p:cNvSpPr/>
            <p:nvPr/>
          </p:nvSpPr>
          <p:spPr>
            <a:xfrm>
              <a:off x="7720926" y="1272033"/>
              <a:ext cx="123975" cy="103978"/>
            </a:xfrm>
            <a:custGeom>
              <a:avLst/>
              <a:gdLst/>
              <a:ahLst/>
              <a:cxnLst/>
              <a:rect l="l" t="t" r="r" b="b"/>
              <a:pathLst>
                <a:path w="5338" h="4477" extrusionOk="0">
                  <a:moveTo>
                    <a:pt x="2400" y="305"/>
                  </a:moveTo>
                  <a:cubicBezTo>
                    <a:pt x="2423" y="305"/>
                    <a:pt x="2446" y="306"/>
                    <a:pt x="2469" y="307"/>
                  </a:cubicBezTo>
                  <a:cubicBezTo>
                    <a:pt x="2635" y="307"/>
                    <a:pt x="2802" y="307"/>
                    <a:pt x="2969" y="373"/>
                  </a:cubicBezTo>
                  <a:cubicBezTo>
                    <a:pt x="4637" y="807"/>
                    <a:pt x="4904" y="3042"/>
                    <a:pt x="3436" y="3909"/>
                  </a:cubicBezTo>
                  <a:cubicBezTo>
                    <a:pt x="3119" y="4092"/>
                    <a:pt x="2789" y="4174"/>
                    <a:pt x="2469" y="4174"/>
                  </a:cubicBezTo>
                  <a:cubicBezTo>
                    <a:pt x="1275" y="4174"/>
                    <a:pt x="232" y="3030"/>
                    <a:pt x="601" y="1741"/>
                  </a:cubicBezTo>
                  <a:cubicBezTo>
                    <a:pt x="828" y="897"/>
                    <a:pt x="1561" y="305"/>
                    <a:pt x="2400" y="305"/>
                  </a:cubicBezTo>
                  <a:close/>
                  <a:moveTo>
                    <a:pt x="2465" y="0"/>
                  </a:moveTo>
                  <a:cubicBezTo>
                    <a:pt x="1513" y="0"/>
                    <a:pt x="578" y="591"/>
                    <a:pt x="300" y="1641"/>
                  </a:cubicBezTo>
                  <a:cubicBezTo>
                    <a:pt x="0" y="2842"/>
                    <a:pt x="701" y="4076"/>
                    <a:pt x="1868" y="4376"/>
                  </a:cubicBezTo>
                  <a:cubicBezTo>
                    <a:pt x="2068" y="4443"/>
                    <a:pt x="2235" y="4443"/>
                    <a:pt x="2435" y="4476"/>
                  </a:cubicBezTo>
                  <a:cubicBezTo>
                    <a:pt x="4270" y="4476"/>
                    <a:pt x="5337" y="2375"/>
                    <a:pt x="4237" y="874"/>
                  </a:cubicBezTo>
                  <a:cubicBezTo>
                    <a:pt x="3776" y="277"/>
                    <a:pt x="3117" y="0"/>
                    <a:pt x="2465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836;p45">
              <a:extLst>
                <a:ext uri="{FF2B5EF4-FFF2-40B4-BE49-F238E27FC236}">
                  <a16:creationId xmlns:a16="http://schemas.microsoft.com/office/drawing/2014/main" id="{42A4665B-1D06-28E5-E01D-FD9666E82FC8}"/>
                </a:ext>
              </a:extLst>
            </p:cNvPr>
            <p:cNvSpPr/>
            <p:nvPr/>
          </p:nvSpPr>
          <p:spPr>
            <a:xfrm>
              <a:off x="7620982" y="1256402"/>
              <a:ext cx="82124" cy="103328"/>
            </a:xfrm>
            <a:custGeom>
              <a:avLst/>
              <a:gdLst/>
              <a:ahLst/>
              <a:cxnLst/>
              <a:rect l="l" t="t" r="r" b="b"/>
              <a:pathLst>
                <a:path w="3536" h="4449" extrusionOk="0">
                  <a:moveTo>
                    <a:pt x="2035" y="279"/>
                  </a:moveTo>
                  <a:cubicBezTo>
                    <a:pt x="2435" y="346"/>
                    <a:pt x="2769" y="613"/>
                    <a:pt x="2936" y="946"/>
                  </a:cubicBezTo>
                  <a:cubicBezTo>
                    <a:pt x="3136" y="1413"/>
                    <a:pt x="3236" y="1880"/>
                    <a:pt x="3169" y="2381"/>
                  </a:cubicBezTo>
                  <a:cubicBezTo>
                    <a:pt x="3012" y="3385"/>
                    <a:pt x="2382" y="4124"/>
                    <a:pt x="1669" y="4124"/>
                  </a:cubicBezTo>
                  <a:cubicBezTo>
                    <a:pt x="1625" y="4124"/>
                    <a:pt x="1580" y="4121"/>
                    <a:pt x="1535" y="4115"/>
                  </a:cubicBezTo>
                  <a:cubicBezTo>
                    <a:pt x="801" y="4048"/>
                    <a:pt x="300" y="3081"/>
                    <a:pt x="434" y="2047"/>
                  </a:cubicBezTo>
                  <a:cubicBezTo>
                    <a:pt x="500" y="1547"/>
                    <a:pt x="701" y="1080"/>
                    <a:pt x="1034" y="713"/>
                  </a:cubicBezTo>
                  <a:cubicBezTo>
                    <a:pt x="1268" y="446"/>
                    <a:pt x="1601" y="312"/>
                    <a:pt x="1935" y="279"/>
                  </a:cubicBezTo>
                  <a:close/>
                  <a:moveTo>
                    <a:pt x="1906" y="0"/>
                  </a:moveTo>
                  <a:cubicBezTo>
                    <a:pt x="1508" y="0"/>
                    <a:pt x="1109" y="166"/>
                    <a:pt x="834" y="513"/>
                  </a:cubicBezTo>
                  <a:cubicBezTo>
                    <a:pt x="434" y="913"/>
                    <a:pt x="200" y="1447"/>
                    <a:pt x="167" y="2014"/>
                  </a:cubicBezTo>
                  <a:cubicBezTo>
                    <a:pt x="0" y="3214"/>
                    <a:pt x="601" y="4315"/>
                    <a:pt x="1501" y="4449"/>
                  </a:cubicBezTo>
                  <a:lnTo>
                    <a:pt x="1668" y="4449"/>
                  </a:lnTo>
                  <a:cubicBezTo>
                    <a:pt x="2502" y="4449"/>
                    <a:pt x="3302" y="3581"/>
                    <a:pt x="3436" y="2447"/>
                  </a:cubicBezTo>
                  <a:cubicBezTo>
                    <a:pt x="3536" y="1880"/>
                    <a:pt x="3436" y="1313"/>
                    <a:pt x="3169" y="813"/>
                  </a:cubicBezTo>
                  <a:cubicBezTo>
                    <a:pt x="2942" y="283"/>
                    <a:pt x="2426" y="0"/>
                    <a:pt x="1906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837;p45">
              <a:extLst>
                <a:ext uri="{FF2B5EF4-FFF2-40B4-BE49-F238E27FC236}">
                  <a16:creationId xmlns:a16="http://schemas.microsoft.com/office/drawing/2014/main" id="{F1A8EF3A-8A21-D590-4F11-3A652BD4B055}"/>
                </a:ext>
              </a:extLst>
            </p:cNvPr>
            <p:cNvSpPr/>
            <p:nvPr/>
          </p:nvSpPr>
          <p:spPr>
            <a:xfrm>
              <a:off x="7696120" y="1299766"/>
              <a:ext cx="37996" cy="17372"/>
            </a:xfrm>
            <a:custGeom>
              <a:avLst/>
              <a:gdLst/>
              <a:ahLst/>
              <a:cxnLst/>
              <a:rect l="l" t="t" r="r" b="b"/>
              <a:pathLst>
                <a:path w="1636" h="748" extrusionOk="0">
                  <a:moveTo>
                    <a:pt x="574" y="1"/>
                  </a:moveTo>
                  <a:cubicBezTo>
                    <a:pt x="381" y="1"/>
                    <a:pt x="185" y="60"/>
                    <a:pt x="1" y="213"/>
                  </a:cubicBezTo>
                  <a:lnTo>
                    <a:pt x="168" y="447"/>
                  </a:lnTo>
                  <a:cubicBezTo>
                    <a:pt x="308" y="331"/>
                    <a:pt x="452" y="287"/>
                    <a:pt x="590" y="287"/>
                  </a:cubicBezTo>
                  <a:cubicBezTo>
                    <a:pt x="1011" y="287"/>
                    <a:pt x="1377" y="697"/>
                    <a:pt x="1402" y="747"/>
                  </a:cubicBezTo>
                  <a:lnTo>
                    <a:pt x="1635" y="514"/>
                  </a:lnTo>
                  <a:cubicBezTo>
                    <a:pt x="1427" y="305"/>
                    <a:pt x="1010" y="1"/>
                    <a:pt x="574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838;p45">
              <a:extLst>
                <a:ext uri="{FF2B5EF4-FFF2-40B4-BE49-F238E27FC236}">
                  <a16:creationId xmlns:a16="http://schemas.microsoft.com/office/drawing/2014/main" id="{92A1345E-32AB-E18D-6D07-FA1EC75945A9}"/>
                </a:ext>
              </a:extLst>
            </p:cNvPr>
            <p:cNvSpPr/>
            <p:nvPr/>
          </p:nvSpPr>
          <p:spPr>
            <a:xfrm>
              <a:off x="7825515" y="1315561"/>
              <a:ext cx="137144" cy="44174"/>
            </a:xfrm>
            <a:custGeom>
              <a:avLst/>
              <a:gdLst/>
              <a:ahLst/>
              <a:cxnLst/>
              <a:rect l="l" t="t" r="r" b="b"/>
              <a:pathLst>
                <a:path w="5905" h="19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135" y="334"/>
                    <a:pt x="4237" y="467"/>
                    <a:pt x="4704" y="601"/>
                  </a:cubicBezTo>
                  <a:cubicBezTo>
                    <a:pt x="5171" y="734"/>
                    <a:pt x="5504" y="1601"/>
                    <a:pt x="5638" y="1902"/>
                  </a:cubicBezTo>
                  <a:lnTo>
                    <a:pt x="5905" y="1802"/>
                  </a:lnTo>
                  <a:cubicBezTo>
                    <a:pt x="5871" y="1668"/>
                    <a:pt x="5438" y="501"/>
                    <a:pt x="4770" y="334"/>
                  </a:cubicBezTo>
                  <a:cubicBezTo>
                    <a:pt x="4137" y="134"/>
                    <a:pt x="167" y="0"/>
                    <a:pt x="0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839;p45">
              <a:extLst>
                <a:ext uri="{FF2B5EF4-FFF2-40B4-BE49-F238E27FC236}">
                  <a16:creationId xmlns:a16="http://schemas.microsoft.com/office/drawing/2014/main" id="{D53A1D3F-CA6C-45F6-DF9E-1A075949DCAD}"/>
                </a:ext>
              </a:extLst>
            </p:cNvPr>
            <p:cNvSpPr/>
            <p:nvPr/>
          </p:nvSpPr>
          <p:spPr>
            <a:xfrm>
              <a:off x="7883628" y="1309986"/>
              <a:ext cx="103839" cy="112641"/>
            </a:xfrm>
            <a:custGeom>
              <a:avLst/>
              <a:gdLst/>
              <a:ahLst/>
              <a:cxnLst/>
              <a:rect l="l" t="t" r="r" b="b"/>
              <a:pathLst>
                <a:path w="4471" h="4850" extrusionOk="0">
                  <a:moveTo>
                    <a:pt x="2961" y="0"/>
                  </a:moveTo>
                  <a:cubicBezTo>
                    <a:pt x="1880" y="0"/>
                    <a:pt x="501" y="1875"/>
                    <a:pt x="501" y="1875"/>
                  </a:cubicBezTo>
                  <a:lnTo>
                    <a:pt x="0" y="3976"/>
                  </a:lnTo>
                  <a:cubicBezTo>
                    <a:pt x="203" y="4509"/>
                    <a:pt x="715" y="4849"/>
                    <a:pt x="1257" y="4849"/>
                  </a:cubicBezTo>
                  <a:cubicBezTo>
                    <a:pt x="1427" y="4849"/>
                    <a:pt x="1600" y="4815"/>
                    <a:pt x="1768" y="4744"/>
                  </a:cubicBezTo>
                  <a:cubicBezTo>
                    <a:pt x="3102" y="4277"/>
                    <a:pt x="4470" y="741"/>
                    <a:pt x="3369" y="107"/>
                  </a:cubicBezTo>
                  <a:cubicBezTo>
                    <a:pt x="3241" y="33"/>
                    <a:pt x="3104" y="0"/>
                    <a:pt x="2961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840;p45">
              <a:extLst>
                <a:ext uri="{FF2B5EF4-FFF2-40B4-BE49-F238E27FC236}">
                  <a16:creationId xmlns:a16="http://schemas.microsoft.com/office/drawing/2014/main" id="{0BD10D67-15DE-0DA3-4E48-68FE6BDAB2ED}"/>
                </a:ext>
              </a:extLst>
            </p:cNvPr>
            <p:cNvSpPr/>
            <p:nvPr/>
          </p:nvSpPr>
          <p:spPr>
            <a:xfrm>
              <a:off x="7900166" y="1335698"/>
              <a:ext cx="52419" cy="70116"/>
            </a:xfrm>
            <a:custGeom>
              <a:avLst/>
              <a:gdLst/>
              <a:ahLst/>
              <a:cxnLst/>
              <a:rect l="l" t="t" r="r" b="b"/>
              <a:pathLst>
                <a:path w="2257" h="3019" extrusionOk="0">
                  <a:moveTo>
                    <a:pt x="2257" y="1"/>
                  </a:moveTo>
                  <a:cubicBezTo>
                    <a:pt x="989" y="101"/>
                    <a:pt x="22" y="1702"/>
                    <a:pt x="22" y="2903"/>
                  </a:cubicBezTo>
                  <a:cubicBezTo>
                    <a:pt x="0" y="2968"/>
                    <a:pt x="49" y="3019"/>
                    <a:pt x="105" y="3019"/>
                  </a:cubicBezTo>
                  <a:cubicBezTo>
                    <a:pt x="134" y="3019"/>
                    <a:pt x="166" y="3004"/>
                    <a:pt x="189" y="2969"/>
                  </a:cubicBezTo>
                  <a:cubicBezTo>
                    <a:pt x="289" y="2703"/>
                    <a:pt x="456" y="2469"/>
                    <a:pt x="622" y="2236"/>
                  </a:cubicBezTo>
                  <a:cubicBezTo>
                    <a:pt x="796" y="2037"/>
                    <a:pt x="1026" y="1931"/>
                    <a:pt x="1269" y="1931"/>
                  </a:cubicBezTo>
                  <a:cubicBezTo>
                    <a:pt x="1353" y="1931"/>
                    <a:pt x="1438" y="1943"/>
                    <a:pt x="1523" y="1969"/>
                  </a:cubicBezTo>
                  <a:cubicBezTo>
                    <a:pt x="1530" y="1975"/>
                    <a:pt x="1536" y="1978"/>
                    <a:pt x="1543" y="1978"/>
                  </a:cubicBezTo>
                  <a:cubicBezTo>
                    <a:pt x="1567" y="1978"/>
                    <a:pt x="1583" y="1935"/>
                    <a:pt x="1556" y="1935"/>
                  </a:cubicBezTo>
                  <a:cubicBezTo>
                    <a:pt x="1422" y="1815"/>
                    <a:pt x="1256" y="1759"/>
                    <a:pt x="1090" y="1759"/>
                  </a:cubicBezTo>
                  <a:cubicBezTo>
                    <a:pt x="842" y="1759"/>
                    <a:pt x="595" y="1883"/>
                    <a:pt x="456" y="2102"/>
                  </a:cubicBezTo>
                  <a:cubicBezTo>
                    <a:pt x="823" y="1235"/>
                    <a:pt x="1323" y="368"/>
                    <a:pt x="2257" y="34"/>
                  </a:cubicBezTo>
                  <a:lnTo>
                    <a:pt x="225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841;p45">
              <a:extLst>
                <a:ext uri="{FF2B5EF4-FFF2-40B4-BE49-F238E27FC236}">
                  <a16:creationId xmlns:a16="http://schemas.microsoft.com/office/drawing/2014/main" id="{2C43FA26-0043-C700-CFFD-FDF23C998DCC}"/>
                </a:ext>
              </a:extLst>
            </p:cNvPr>
            <p:cNvSpPr/>
            <p:nvPr/>
          </p:nvSpPr>
          <p:spPr>
            <a:xfrm>
              <a:off x="7944923" y="1308523"/>
              <a:ext cx="31702" cy="73252"/>
            </a:xfrm>
            <a:custGeom>
              <a:avLst/>
              <a:gdLst/>
              <a:ahLst/>
              <a:cxnLst/>
              <a:rect l="l" t="t" r="r" b="b"/>
              <a:pathLst>
                <a:path w="1365" h="3154" extrusionOk="0">
                  <a:moveTo>
                    <a:pt x="30" y="70"/>
                  </a:moveTo>
                  <a:cubicBezTo>
                    <a:pt x="8" y="70"/>
                    <a:pt x="0" y="85"/>
                    <a:pt x="8" y="85"/>
                  </a:cubicBezTo>
                  <a:cubicBezTo>
                    <a:pt x="11" y="85"/>
                    <a:pt x="19" y="81"/>
                    <a:pt x="30" y="70"/>
                  </a:cubicBezTo>
                  <a:close/>
                  <a:moveTo>
                    <a:pt x="357" y="0"/>
                  </a:moveTo>
                  <a:cubicBezTo>
                    <a:pt x="247" y="0"/>
                    <a:pt x="136" y="23"/>
                    <a:pt x="30" y="70"/>
                  </a:cubicBezTo>
                  <a:cubicBezTo>
                    <a:pt x="130" y="53"/>
                    <a:pt x="222" y="45"/>
                    <a:pt x="313" y="45"/>
                  </a:cubicBezTo>
                  <a:cubicBezTo>
                    <a:pt x="405" y="45"/>
                    <a:pt x="497" y="53"/>
                    <a:pt x="597" y="70"/>
                  </a:cubicBezTo>
                  <a:cubicBezTo>
                    <a:pt x="730" y="137"/>
                    <a:pt x="1131" y="303"/>
                    <a:pt x="1131" y="1171"/>
                  </a:cubicBezTo>
                  <a:cubicBezTo>
                    <a:pt x="1064" y="1838"/>
                    <a:pt x="897" y="2505"/>
                    <a:pt x="597" y="3139"/>
                  </a:cubicBezTo>
                  <a:cubicBezTo>
                    <a:pt x="597" y="3139"/>
                    <a:pt x="597" y="3154"/>
                    <a:pt x="607" y="3154"/>
                  </a:cubicBezTo>
                  <a:cubicBezTo>
                    <a:pt x="612" y="3154"/>
                    <a:pt x="619" y="3150"/>
                    <a:pt x="630" y="3139"/>
                  </a:cubicBezTo>
                  <a:cubicBezTo>
                    <a:pt x="830" y="2772"/>
                    <a:pt x="997" y="2371"/>
                    <a:pt x="1097" y="1938"/>
                  </a:cubicBezTo>
                  <a:cubicBezTo>
                    <a:pt x="1231" y="1471"/>
                    <a:pt x="1364" y="570"/>
                    <a:pt x="930" y="203"/>
                  </a:cubicBezTo>
                  <a:cubicBezTo>
                    <a:pt x="758" y="74"/>
                    <a:pt x="558" y="0"/>
                    <a:pt x="3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842;p45">
              <a:extLst>
                <a:ext uri="{FF2B5EF4-FFF2-40B4-BE49-F238E27FC236}">
                  <a16:creationId xmlns:a16="http://schemas.microsoft.com/office/drawing/2014/main" id="{BAEEE4D0-4556-17FF-E067-D7E5140EB8EE}"/>
                </a:ext>
              </a:extLst>
            </p:cNvPr>
            <p:cNvSpPr/>
            <p:nvPr/>
          </p:nvSpPr>
          <p:spPr>
            <a:xfrm>
              <a:off x="7700765" y="1585829"/>
              <a:ext cx="209977" cy="122396"/>
            </a:xfrm>
            <a:custGeom>
              <a:avLst/>
              <a:gdLst/>
              <a:ahLst/>
              <a:cxnLst/>
              <a:rect l="l" t="t" r="r" b="b"/>
              <a:pathLst>
                <a:path w="9041" h="5270" extrusionOk="0">
                  <a:moveTo>
                    <a:pt x="541" y="1"/>
                  </a:moveTo>
                  <a:cubicBezTo>
                    <a:pt x="529" y="1"/>
                    <a:pt x="515" y="11"/>
                    <a:pt x="501" y="39"/>
                  </a:cubicBezTo>
                  <a:cubicBezTo>
                    <a:pt x="234" y="1140"/>
                    <a:pt x="1" y="2074"/>
                    <a:pt x="201" y="3142"/>
                  </a:cubicBezTo>
                  <a:cubicBezTo>
                    <a:pt x="334" y="3976"/>
                    <a:pt x="868" y="4676"/>
                    <a:pt x="1669" y="5043"/>
                  </a:cubicBezTo>
                  <a:cubicBezTo>
                    <a:pt x="2046" y="5201"/>
                    <a:pt x="2429" y="5270"/>
                    <a:pt x="2812" y="5270"/>
                  </a:cubicBezTo>
                  <a:cubicBezTo>
                    <a:pt x="4288" y="5270"/>
                    <a:pt x="5753" y="4243"/>
                    <a:pt x="6839" y="3342"/>
                  </a:cubicBezTo>
                  <a:cubicBezTo>
                    <a:pt x="7239" y="3008"/>
                    <a:pt x="7606" y="2641"/>
                    <a:pt x="7973" y="2274"/>
                  </a:cubicBezTo>
                  <a:cubicBezTo>
                    <a:pt x="8340" y="1874"/>
                    <a:pt x="8707" y="1440"/>
                    <a:pt x="9007" y="1007"/>
                  </a:cubicBezTo>
                  <a:cubicBezTo>
                    <a:pt x="9041" y="973"/>
                    <a:pt x="8974" y="940"/>
                    <a:pt x="8941" y="940"/>
                  </a:cubicBezTo>
                  <a:cubicBezTo>
                    <a:pt x="8674" y="1274"/>
                    <a:pt x="8407" y="1641"/>
                    <a:pt x="8073" y="1941"/>
                  </a:cubicBezTo>
                  <a:cubicBezTo>
                    <a:pt x="7773" y="2274"/>
                    <a:pt x="7440" y="2575"/>
                    <a:pt x="7106" y="2841"/>
                  </a:cubicBezTo>
                  <a:cubicBezTo>
                    <a:pt x="6405" y="3375"/>
                    <a:pt x="5705" y="3875"/>
                    <a:pt x="4938" y="4276"/>
                  </a:cubicBezTo>
                  <a:cubicBezTo>
                    <a:pt x="4272" y="4664"/>
                    <a:pt x="3514" y="4868"/>
                    <a:pt x="2740" y="4868"/>
                  </a:cubicBezTo>
                  <a:cubicBezTo>
                    <a:pt x="2583" y="4868"/>
                    <a:pt x="2426" y="4860"/>
                    <a:pt x="2269" y="4843"/>
                  </a:cubicBezTo>
                  <a:cubicBezTo>
                    <a:pt x="1435" y="4709"/>
                    <a:pt x="701" y="4109"/>
                    <a:pt x="435" y="3275"/>
                  </a:cubicBezTo>
                  <a:cubicBezTo>
                    <a:pt x="68" y="2241"/>
                    <a:pt x="334" y="1140"/>
                    <a:pt x="568" y="39"/>
                  </a:cubicBezTo>
                  <a:cubicBezTo>
                    <a:pt x="568" y="20"/>
                    <a:pt x="557" y="1"/>
                    <a:pt x="5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843;p45">
              <a:extLst>
                <a:ext uri="{FF2B5EF4-FFF2-40B4-BE49-F238E27FC236}">
                  <a16:creationId xmlns:a16="http://schemas.microsoft.com/office/drawing/2014/main" id="{D97488D3-524E-1F35-FF9C-C038F7BF896F}"/>
                </a:ext>
              </a:extLst>
            </p:cNvPr>
            <p:cNvSpPr/>
            <p:nvPr/>
          </p:nvSpPr>
          <p:spPr>
            <a:xfrm>
              <a:off x="4790726" y="2549025"/>
              <a:ext cx="3472323" cy="123185"/>
            </a:xfrm>
            <a:custGeom>
              <a:avLst/>
              <a:gdLst/>
              <a:ahLst/>
              <a:cxnLst/>
              <a:rect l="l" t="t" r="r" b="b"/>
              <a:pathLst>
                <a:path w="149508" h="5304" extrusionOk="0">
                  <a:moveTo>
                    <a:pt x="0" y="0"/>
                  </a:moveTo>
                  <a:lnTo>
                    <a:pt x="0" y="5304"/>
                  </a:lnTo>
                  <a:lnTo>
                    <a:pt x="149507" y="5304"/>
                  </a:lnTo>
                  <a:lnTo>
                    <a:pt x="149507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844;p45">
              <a:extLst>
                <a:ext uri="{FF2B5EF4-FFF2-40B4-BE49-F238E27FC236}">
                  <a16:creationId xmlns:a16="http://schemas.microsoft.com/office/drawing/2014/main" id="{EAA06BEB-CE10-D202-28D0-F598F808AC71}"/>
                </a:ext>
              </a:extLst>
            </p:cNvPr>
            <p:cNvSpPr/>
            <p:nvPr/>
          </p:nvSpPr>
          <p:spPr>
            <a:xfrm>
              <a:off x="4790726" y="2624164"/>
              <a:ext cx="3472323" cy="48053"/>
            </a:xfrm>
            <a:custGeom>
              <a:avLst/>
              <a:gdLst/>
              <a:ahLst/>
              <a:cxnLst/>
              <a:rect l="l" t="t" r="r" b="b"/>
              <a:pathLst>
                <a:path w="149508" h="2069" extrusionOk="0">
                  <a:moveTo>
                    <a:pt x="0" y="1"/>
                  </a:moveTo>
                  <a:lnTo>
                    <a:pt x="0" y="2069"/>
                  </a:lnTo>
                  <a:lnTo>
                    <a:pt x="149507" y="2069"/>
                  </a:lnTo>
                  <a:lnTo>
                    <a:pt x="14950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845;p45">
              <a:extLst>
                <a:ext uri="{FF2B5EF4-FFF2-40B4-BE49-F238E27FC236}">
                  <a16:creationId xmlns:a16="http://schemas.microsoft.com/office/drawing/2014/main" id="{DF15D524-3E6C-FFB7-DF17-A4E6DB90726C}"/>
                </a:ext>
              </a:extLst>
            </p:cNvPr>
            <p:cNvSpPr/>
            <p:nvPr/>
          </p:nvSpPr>
          <p:spPr>
            <a:xfrm>
              <a:off x="5132162" y="2815198"/>
              <a:ext cx="251831" cy="1604201"/>
            </a:xfrm>
            <a:custGeom>
              <a:avLst/>
              <a:gdLst/>
              <a:ahLst/>
              <a:cxnLst/>
              <a:rect l="l" t="t" r="r" b="b"/>
              <a:pathLst>
                <a:path w="11709" h="74588" extrusionOk="0">
                  <a:moveTo>
                    <a:pt x="6238" y="1"/>
                  </a:moveTo>
                  <a:lnTo>
                    <a:pt x="0" y="74588"/>
                  </a:lnTo>
                  <a:lnTo>
                    <a:pt x="2135" y="74588"/>
                  </a:lnTo>
                  <a:lnTo>
                    <a:pt x="1170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846;p45">
              <a:extLst>
                <a:ext uri="{FF2B5EF4-FFF2-40B4-BE49-F238E27FC236}">
                  <a16:creationId xmlns:a16="http://schemas.microsoft.com/office/drawing/2014/main" id="{A81BCC76-933C-E717-EDCD-FD7D879E65B8}"/>
                </a:ext>
              </a:extLst>
            </p:cNvPr>
            <p:cNvSpPr/>
            <p:nvPr/>
          </p:nvSpPr>
          <p:spPr>
            <a:xfrm>
              <a:off x="5257703" y="2815198"/>
              <a:ext cx="126292" cy="107645"/>
            </a:xfrm>
            <a:custGeom>
              <a:avLst/>
              <a:gdLst/>
              <a:ahLst/>
              <a:cxnLst/>
              <a:rect l="l" t="t" r="r" b="b"/>
              <a:pathLst>
                <a:path w="5872" h="5005" extrusionOk="0">
                  <a:moveTo>
                    <a:pt x="401" y="1"/>
                  </a:moveTo>
                  <a:lnTo>
                    <a:pt x="1" y="5004"/>
                  </a:lnTo>
                  <a:lnTo>
                    <a:pt x="5238" y="5004"/>
                  </a:lnTo>
                  <a:lnTo>
                    <a:pt x="587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847;p45">
              <a:extLst>
                <a:ext uri="{FF2B5EF4-FFF2-40B4-BE49-F238E27FC236}">
                  <a16:creationId xmlns:a16="http://schemas.microsoft.com/office/drawing/2014/main" id="{DE23E176-4433-4FC5-0B67-4C589E5F01CC}"/>
                </a:ext>
              </a:extLst>
            </p:cNvPr>
            <p:cNvSpPr/>
            <p:nvPr/>
          </p:nvSpPr>
          <p:spPr>
            <a:xfrm>
              <a:off x="7916169" y="2672197"/>
              <a:ext cx="272708" cy="1732306"/>
            </a:xfrm>
            <a:custGeom>
              <a:avLst/>
              <a:gdLst/>
              <a:ahLst/>
              <a:cxnLst/>
              <a:rect l="l" t="t" r="r" b="b"/>
              <a:pathLst>
                <a:path w="11742" h="74588" extrusionOk="0">
                  <a:moveTo>
                    <a:pt x="0" y="1"/>
                  </a:moveTo>
                  <a:lnTo>
                    <a:pt x="9574" y="74588"/>
                  </a:lnTo>
                  <a:lnTo>
                    <a:pt x="11742" y="74588"/>
                  </a:lnTo>
                  <a:lnTo>
                    <a:pt x="547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848;p45">
              <a:extLst>
                <a:ext uri="{FF2B5EF4-FFF2-40B4-BE49-F238E27FC236}">
                  <a16:creationId xmlns:a16="http://schemas.microsoft.com/office/drawing/2014/main" id="{111507CD-4A7F-989B-5BC1-B1EE508EF75C}"/>
                </a:ext>
              </a:extLst>
            </p:cNvPr>
            <p:cNvSpPr/>
            <p:nvPr/>
          </p:nvSpPr>
          <p:spPr>
            <a:xfrm>
              <a:off x="7916169" y="2672197"/>
              <a:ext cx="137144" cy="116241"/>
            </a:xfrm>
            <a:custGeom>
              <a:avLst/>
              <a:gdLst/>
              <a:ahLst/>
              <a:cxnLst/>
              <a:rect l="l" t="t" r="r" b="b"/>
              <a:pathLst>
                <a:path w="5905" h="5005" extrusionOk="0">
                  <a:moveTo>
                    <a:pt x="0" y="1"/>
                  </a:moveTo>
                  <a:lnTo>
                    <a:pt x="634" y="5004"/>
                  </a:lnTo>
                  <a:lnTo>
                    <a:pt x="5904" y="5004"/>
                  </a:lnTo>
                  <a:lnTo>
                    <a:pt x="547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849;p45">
              <a:extLst>
                <a:ext uri="{FF2B5EF4-FFF2-40B4-BE49-F238E27FC236}">
                  <a16:creationId xmlns:a16="http://schemas.microsoft.com/office/drawing/2014/main" id="{C20A6601-16FA-666C-6AC0-D636223ECB98}"/>
                </a:ext>
              </a:extLst>
            </p:cNvPr>
            <p:cNvSpPr/>
            <p:nvPr/>
          </p:nvSpPr>
          <p:spPr>
            <a:xfrm>
              <a:off x="6936842" y="2489355"/>
              <a:ext cx="536916" cy="58899"/>
            </a:xfrm>
            <a:custGeom>
              <a:avLst/>
              <a:gdLst/>
              <a:ahLst/>
              <a:cxnLst/>
              <a:rect l="l" t="t" r="r" b="b"/>
              <a:pathLst>
                <a:path w="23118" h="2536" extrusionOk="0">
                  <a:moveTo>
                    <a:pt x="1" y="1"/>
                  </a:moveTo>
                  <a:lnTo>
                    <a:pt x="1" y="2536"/>
                  </a:lnTo>
                  <a:lnTo>
                    <a:pt x="23117" y="2536"/>
                  </a:lnTo>
                  <a:lnTo>
                    <a:pt x="23117" y="7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850;p45">
              <a:extLst>
                <a:ext uri="{FF2B5EF4-FFF2-40B4-BE49-F238E27FC236}">
                  <a16:creationId xmlns:a16="http://schemas.microsoft.com/office/drawing/2014/main" id="{19181BFC-9468-D813-4A6C-20EC3C006FAB}"/>
                </a:ext>
              </a:extLst>
            </p:cNvPr>
            <p:cNvSpPr/>
            <p:nvPr/>
          </p:nvSpPr>
          <p:spPr>
            <a:xfrm>
              <a:off x="6484689" y="2423135"/>
              <a:ext cx="414961" cy="124347"/>
            </a:xfrm>
            <a:custGeom>
              <a:avLst/>
              <a:gdLst/>
              <a:ahLst/>
              <a:cxnLst/>
              <a:rect l="l" t="t" r="r" b="b"/>
              <a:pathLst>
                <a:path w="17867" h="5354" extrusionOk="0">
                  <a:moveTo>
                    <a:pt x="9459" y="1"/>
                  </a:moveTo>
                  <a:cubicBezTo>
                    <a:pt x="5009" y="1"/>
                    <a:pt x="0" y="4150"/>
                    <a:pt x="1321" y="5353"/>
                  </a:cubicBezTo>
                  <a:lnTo>
                    <a:pt x="16566" y="5353"/>
                  </a:lnTo>
                  <a:cubicBezTo>
                    <a:pt x="17867" y="5353"/>
                    <a:pt x="15965" y="1651"/>
                    <a:pt x="11229" y="250"/>
                  </a:cubicBezTo>
                  <a:cubicBezTo>
                    <a:pt x="10661" y="78"/>
                    <a:pt x="10065" y="1"/>
                    <a:pt x="945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851;p45">
              <a:extLst>
                <a:ext uri="{FF2B5EF4-FFF2-40B4-BE49-F238E27FC236}">
                  <a16:creationId xmlns:a16="http://schemas.microsoft.com/office/drawing/2014/main" id="{880658ED-9817-3A94-8221-6D29A8F50DB5}"/>
                </a:ext>
              </a:extLst>
            </p:cNvPr>
            <p:cNvSpPr/>
            <p:nvPr/>
          </p:nvSpPr>
          <p:spPr>
            <a:xfrm>
              <a:off x="6593622" y="2453725"/>
              <a:ext cx="61221" cy="93759"/>
            </a:xfrm>
            <a:custGeom>
              <a:avLst/>
              <a:gdLst/>
              <a:ahLst/>
              <a:cxnLst/>
              <a:rect l="l" t="t" r="r" b="b"/>
              <a:pathLst>
                <a:path w="2636" h="4037" extrusionOk="0">
                  <a:moveTo>
                    <a:pt x="1" y="0"/>
                  </a:moveTo>
                  <a:cubicBezTo>
                    <a:pt x="334" y="267"/>
                    <a:pt x="634" y="534"/>
                    <a:pt x="901" y="834"/>
                  </a:cubicBezTo>
                  <a:cubicBezTo>
                    <a:pt x="1168" y="1134"/>
                    <a:pt x="1402" y="1468"/>
                    <a:pt x="1602" y="1801"/>
                  </a:cubicBezTo>
                  <a:cubicBezTo>
                    <a:pt x="2035" y="2535"/>
                    <a:pt x="2369" y="3269"/>
                    <a:pt x="2602" y="4036"/>
                  </a:cubicBezTo>
                  <a:cubicBezTo>
                    <a:pt x="2636" y="3636"/>
                    <a:pt x="2602" y="3202"/>
                    <a:pt x="2469" y="2802"/>
                  </a:cubicBezTo>
                  <a:cubicBezTo>
                    <a:pt x="2369" y="2368"/>
                    <a:pt x="2202" y="1968"/>
                    <a:pt x="1969" y="1601"/>
                  </a:cubicBezTo>
                  <a:cubicBezTo>
                    <a:pt x="1735" y="1234"/>
                    <a:pt x="1468" y="901"/>
                    <a:pt x="1135" y="634"/>
                  </a:cubicBezTo>
                  <a:cubicBezTo>
                    <a:pt x="801" y="334"/>
                    <a:pt x="434" y="1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852;p45">
              <a:extLst>
                <a:ext uri="{FF2B5EF4-FFF2-40B4-BE49-F238E27FC236}">
                  <a16:creationId xmlns:a16="http://schemas.microsoft.com/office/drawing/2014/main" id="{359CCA5F-B685-5F73-2C50-F6884E8D443A}"/>
                </a:ext>
              </a:extLst>
            </p:cNvPr>
            <p:cNvSpPr/>
            <p:nvPr/>
          </p:nvSpPr>
          <p:spPr>
            <a:xfrm>
              <a:off x="6515372" y="2466105"/>
              <a:ext cx="96871" cy="81380"/>
            </a:xfrm>
            <a:custGeom>
              <a:avLst/>
              <a:gdLst/>
              <a:ahLst/>
              <a:cxnLst/>
              <a:rect l="l" t="t" r="r" b="b"/>
              <a:pathLst>
                <a:path w="4171" h="3504" extrusionOk="0">
                  <a:moveTo>
                    <a:pt x="4170" y="1"/>
                  </a:moveTo>
                  <a:lnTo>
                    <a:pt x="4170" y="1"/>
                  </a:lnTo>
                  <a:cubicBezTo>
                    <a:pt x="3703" y="101"/>
                    <a:pt x="3269" y="268"/>
                    <a:pt x="2836" y="468"/>
                  </a:cubicBezTo>
                  <a:cubicBezTo>
                    <a:pt x="2402" y="668"/>
                    <a:pt x="1969" y="901"/>
                    <a:pt x="1568" y="1168"/>
                  </a:cubicBezTo>
                  <a:cubicBezTo>
                    <a:pt x="1168" y="1469"/>
                    <a:pt x="834" y="1802"/>
                    <a:pt x="534" y="2169"/>
                  </a:cubicBezTo>
                  <a:cubicBezTo>
                    <a:pt x="201" y="2536"/>
                    <a:pt x="0" y="3036"/>
                    <a:pt x="0" y="3503"/>
                  </a:cubicBezTo>
                  <a:cubicBezTo>
                    <a:pt x="167" y="3070"/>
                    <a:pt x="434" y="2703"/>
                    <a:pt x="768" y="2369"/>
                  </a:cubicBezTo>
                  <a:cubicBezTo>
                    <a:pt x="1101" y="2069"/>
                    <a:pt x="1435" y="1769"/>
                    <a:pt x="1835" y="1535"/>
                  </a:cubicBezTo>
                  <a:cubicBezTo>
                    <a:pt x="2569" y="968"/>
                    <a:pt x="3370" y="501"/>
                    <a:pt x="41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853;p45">
              <a:extLst>
                <a:ext uri="{FF2B5EF4-FFF2-40B4-BE49-F238E27FC236}">
                  <a16:creationId xmlns:a16="http://schemas.microsoft.com/office/drawing/2014/main" id="{DA3A7F2F-5B17-30DD-F5E3-4CFC2BF80BBE}"/>
                </a:ext>
              </a:extLst>
            </p:cNvPr>
            <p:cNvSpPr/>
            <p:nvPr/>
          </p:nvSpPr>
          <p:spPr>
            <a:xfrm>
              <a:off x="6124886" y="1740915"/>
              <a:ext cx="996306" cy="640708"/>
            </a:xfrm>
            <a:custGeom>
              <a:avLst/>
              <a:gdLst/>
              <a:ahLst/>
              <a:cxnLst/>
              <a:rect l="l" t="t" r="r" b="b"/>
              <a:pathLst>
                <a:path w="42898" h="27587" extrusionOk="0">
                  <a:moveTo>
                    <a:pt x="0" y="0"/>
                  </a:moveTo>
                  <a:lnTo>
                    <a:pt x="5871" y="27587"/>
                  </a:lnTo>
                  <a:lnTo>
                    <a:pt x="42898" y="27587"/>
                  </a:lnTo>
                  <a:lnTo>
                    <a:pt x="3702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854;p45">
              <a:extLst>
                <a:ext uri="{FF2B5EF4-FFF2-40B4-BE49-F238E27FC236}">
                  <a16:creationId xmlns:a16="http://schemas.microsoft.com/office/drawing/2014/main" id="{1959210B-8179-75ED-F460-245D1B90DE5D}"/>
                </a:ext>
              </a:extLst>
            </p:cNvPr>
            <p:cNvSpPr/>
            <p:nvPr/>
          </p:nvSpPr>
          <p:spPr>
            <a:xfrm>
              <a:off x="6093112" y="1740915"/>
              <a:ext cx="997096" cy="640708"/>
            </a:xfrm>
            <a:custGeom>
              <a:avLst/>
              <a:gdLst/>
              <a:ahLst/>
              <a:cxnLst/>
              <a:rect l="l" t="t" r="r" b="b"/>
              <a:pathLst>
                <a:path w="42932" h="27587" extrusionOk="0">
                  <a:moveTo>
                    <a:pt x="1" y="0"/>
                  </a:moveTo>
                  <a:lnTo>
                    <a:pt x="5872" y="27587"/>
                  </a:lnTo>
                  <a:lnTo>
                    <a:pt x="42931" y="27587"/>
                  </a:lnTo>
                  <a:lnTo>
                    <a:pt x="37027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855;p45">
              <a:extLst>
                <a:ext uri="{FF2B5EF4-FFF2-40B4-BE49-F238E27FC236}">
                  <a16:creationId xmlns:a16="http://schemas.microsoft.com/office/drawing/2014/main" id="{1A7CB946-2F09-3A7F-4103-5A7A8A8B63C5}"/>
                </a:ext>
              </a:extLst>
            </p:cNvPr>
            <p:cNvSpPr/>
            <p:nvPr/>
          </p:nvSpPr>
          <p:spPr>
            <a:xfrm>
              <a:off x="6663349" y="2008210"/>
              <a:ext cx="50375" cy="143345"/>
            </a:xfrm>
            <a:custGeom>
              <a:avLst/>
              <a:gdLst/>
              <a:ahLst/>
              <a:cxnLst/>
              <a:rect l="l" t="t" r="r" b="b"/>
              <a:pathLst>
                <a:path w="2169" h="6172" extrusionOk="0">
                  <a:moveTo>
                    <a:pt x="1" y="1"/>
                  </a:moveTo>
                  <a:lnTo>
                    <a:pt x="1302" y="6172"/>
                  </a:lnTo>
                  <a:lnTo>
                    <a:pt x="2169" y="6172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856;p45">
              <a:extLst>
                <a:ext uri="{FF2B5EF4-FFF2-40B4-BE49-F238E27FC236}">
                  <a16:creationId xmlns:a16="http://schemas.microsoft.com/office/drawing/2014/main" id="{487BAE40-346B-205F-50FC-83468F5D7895}"/>
                </a:ext>
              </a:extLst>
            </p:cNvPr>
            <p:cNvSpPr/>
            <p:nvPr/>
          </p:nvSpPr>
          <p:spPr>
            <a:xfrm>
              <a:off x="6623074" y="2008210"/>
              <a:ext cx="51141" cy="143345"/>
            </a:xfrm>
            <a:custGeom>
              <a:avLst/>
              <a:gdLst/>
              <a:ahLst/>
              <a:cxnLst/>
              <a:rect l="l" t="t" r="r" b="b"/>
              <a:pathLst>
                <a:path w="2202" h="6172" extrusionOk="0">
                  <a:moveTo>
                    <a:pt x="0" y="1"/>
                  </a:moveTo>
                  <a:lnTo>
                    <a:pt x="1334" y="6172"/>
                  </a:lnTo>
                  <a:lnTo>
                    <a:pt x="2202" y="6172"/>
                  </a:lnTo>
                  <a:lnTo>
                    <a:pt x="8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857;p45">
              <a:extLst>
                <a:ext uri="{FF2B5EF4-FFF2-40B4-BE49-F238E27FC236}">
                  <a16:creationId xmlns:a16="http://schemas.microsoft.com/office/drawing/2014/main" id="{F55C83C9-CC73-63D0-3610-0D56E3DA2C4B}"/>
                </a:ext>
              </a:extLst>
            </p:cNvPr>
            <p:cNvSpPr/>
            <p:nvPr/>
          </p:nvSpPr>
          <p:spPr>
            <a:xfrm>
              <a:off x="6583542" y="2008210"/>
              <a:ext cx="50398" cy="143345"/>
            </a:xfrm>
            <a:custGeom>
              <a:avLst/>
              <a:gdLst/>
              <a:ahLst/>
              <a:cxnLst/>
              <a:rect l="l" t="t" r="r" b="b"/>
              <a:pathLst>
                <a:path w="2170" h="6172" extrusionOk="0">
                  <a:moveTo>
                    <a:pt x="1" y="1"/>
                  </a:moveTo>
                  <a:lnTo>
                    <a:pt x="1302" y="6172"/>
                  </a:lnTo>
                  <a:lnTo>
                    <a:pt x="2169" y="6172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858;p45">
              <a:extLst>
                <a:ext uri="{FF2B5EF4-FFF2-40B4-BE49-F238E27FC236}">
                  <a16:creationId xmlns:a16="http://schemas.microsoft.com/office/drawing/2014/main" id="{2C81991B-041D-158D-8825-C1B9E135F477}"/>
                </a:ext>
              </a:extLst>
            </p:cNvPr>
            <p:cNvSpPr/>
            <p:nvPr/>
          </p:nvSpPr>
          <p:spPr>
            <a:xfrm>
              <a:off x="6543267" y="2008210"/>
              <a:ext cx="51141" cy="143345"/>
            </a:xfrm>
            <a:custGeom>
              <a:avLst/>
              <a:gdLst/>
              <a:ahLst/>
              <a:cxnLst/>
              <a:rect l="l" t="t" r="r" b="b"/>
              <a:pathLst>
                <a:path w="2202" h="6172" extrusionOk="0">
                  <a:moveTo>
                    <a:pt x="0" y="1"/>
                  </a:moveTo>
                  <a:lnTo>
                    <a:pt x="1335" y="6172"/>
                  </a:lnTo>
                  <a:lnTo>
                    <a:pt x="2202" y="6172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859;p45">
              <a:extLst>
                <a:ext uri="{FF2B5EF4-FFF2-40B4-BE49-F238E27FC236}">
                  <a16:creationId xmlns:a16="http://schemas.microsoft.com/office/drawing/2014/main" id="{95BC27B2-EA1B-FFEB-897F-F415CCE124B2}"/>
                </a:ext>
              </a:extLst>
            </p:cNvPr>
            <p:cNvSpPr/>
            <p:nvPr/>
          </p:nvSpPr>
          <p:spPr>
            <a:xfrm>
              <a:off x="6503759" y="2008210"/>
              <a:ext cx="50375" cy="143345"/>
            </a:xfrm>
            <a:custGeom>
              <a:avLst/>
              <a:gdLst/>
              <a:ahLst/>
              <a:cxnLst/>
              <a:rect l="l" t="t" r="r" b="b"/>
              <a:pathLst>
                <a:path w="2169" h="6172" extrusionOk="0">
                  <a:moveTo>
                    <a:pt x="0" y="1"/>
                  </a:moveTo>
                  <a:lnTo>
                    <a:pt x="1301" y="6172"/>
                  </a:lnTo>
                  <a:lnTo>
                    <a:pt x="2168" y="6172"/>
                  </a:lnTo>
                  <a:lnTo>
                    <a:pt x="8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860;p45">
              <a:extLst>
                <a:ext uri="{FF2B5EF4-FFF2-40B4-BE49-F238E27FC236}">
                  <a16:creationId xmlns:a16="http://schemas.microsoft.com/office/drawing/2014/main" id="{784B57A0-911B-38D0-5457-682A6DB15FF8}"/>
                </a:ext>
              </a:extLst>
            </p:cNvPr>
            <p:cNvSpPr/>
            <p:nvPr/>
          </p:nvSpPr>
          <p:spPr>
            <a:xfrm>
              <a:off x="6464227" y="2008210"/>
              <a:ext cx="50398" cy="143345"/>
            </a:xfrm>
            <a:custGeom>
              <a:avLst/>
              <a:gdLst/>
              <a:ahLst/>
              <a:cxnLst/>
              <a:rect l="l" t="t" r="r" b="b"/>
              <a:pathLst>
                <a:path w="2170" h="6172" extrusionOk="0">
                  <a:moveTo>
                    <a:pt x="1" y="1"/>
                  </a:moveTo>
                  <a:lnTo>
                    <a:pt x="1302" y="6172"/>
                  </a:lnTo>
                  <a:lnTo>
                    <a:pt x="2169" y="6172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861;p45">
              <a:extLst>
                <a:ext uri="{FF2B5EF4-FFF2-40B4-BE49-F238E27FC236}">
                  <a16:creationId xmlns:a16="http://schemas.microsoft.com/office/drawing/2014/main" id="{4CDDE11C-54F8-EDD2-69B1-071A5D6392EC}"/>
                </a:ext>
              </a:extLst>
            </p:cNvPr>
            <p:cNvSpPr/>
            <p:nvPr/>
          </p:nvSpPr>
          <p:spPr>
            <a:xfrm>
              <a:off x="6423952" y="2008210"/>
              <a:ext cx="51141" cy="143345"/>
            </a:xfrm>
            <a:custGeom>
              <a:avLst/>
              <a:gdLst/>
              <a:ahLst/>
              <a:cxnLst/>
              <a:rect l="l" t="t" r="r" b="b"/>
              <a:pathLst>
                <a:path w="2202" h="6172" extrusionOk="0">
                  <a:moveTo>
                    <a:pt x="0" y="1"/>
                  </a:moveTo>
                  <a:lnTo>
                    <a:pt x="1335" y="6172"/>
                  </a:lnTo>
                  <a:lnTo>
                    <a:pt x="2202" y="6172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862;p45">
              <a:extLst>
                <a:ext uri="{FF2B5EF4-FFF2-40B4-BE49-F238E27FC236}">
                  <a16:creationId xmlns:a16="http://schemas.microsoft.com/office/drawing/2014/main" id="{11261EC6-E879-EAE9-44B6-0D2DA4B206F6}"/>
                </a:ext>
              </a:extLst>
            </p:cNvPr>
            <p:cNvSpPr/>
            <p:nvPr/>
          </p:nvSpPr>
          <p:spPr>
            <a:xfrm>
              <a:off x="6472751" y="2501758"/>
              <a:ext cx="423020" cy="47286"/>
            </a:xfrm>
            <a:custGeom>
              <a:avLst/>
              <a:gdLst/>
              <a:ahLst/>
              <a:cxnLst/>
              <a:rect l="l" t="t" r="r" b="b"/>
              <a:pathLst>
                <a:path w="18214" h="2036" extrusionOk="0">
                  <a:moveTo>
                    <a:pt x="1" y="0"/>
                  </a:moveTo>
                  <a:lnTo>
                    <a:pt x="1" y="2035"/>
                  </a:lnTo>
                  <a:lnTo>
                    <a:pt x="18214" y="2035"/>
                  </a:lnTo>
                  <a:lnTo>
                    <a:pt x="18214" y="6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863;p45">
              <a:extLst>
                <a:ext uri="{FF2B5EF4-FFF2-40B4-BE49-F238E27FC236}">
                  <a16:creationId xmlns:a16="http://schemas.microsoft.com/office/drawing/2014/main" id="{F2006C97-8AFE-AB72-8C88-0BB02C410620}"/>
                </a:ext>
              </a:extLst>
            </p:cNvPr>
            <p:cNvSpPr/>
            <p:nvPr/>
          </p:nvSpPr>
          <p:spPr>
            <a:xfrm>
              <a:off x="6358081" y="2189519"/>
              <a:ext cx="364145" cy="358710"/>
            </a:xfrm>
            <a:custGeom>
              <a:avLst/>
              <a:gdLst/>
              <a:ahLst/>
              <a:cxnLst/>
              <a:rect l="l" t="t" r="r" b="b"/>
              <a:pathLst>
                <a:path w="15679" h="15445" extrusionOk="0">
                  <a:moveTo>
                    <a:pt x="5872" y="0"/>
                  </a:moveTo>
                  <a:lnTo>
                    <a:pt x="1" y="15445"/>
                  </a:lnTo>
                  <a:lnTo>
                    <a:pt x="9775" y="15445"/>
                  </a:lnTo>
                  <a:lnTo>
                    <a:pt x="15679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864;p45">
              <a:extLst>
                <a:ext uri="{FF2B5EF4-FFF2-40B4-BE49-F238E27FC236}">
                  <a16:creationId xmlns:a16="http://schemas.microsoft.com/office/drawing/2014/main" id="{5BA9B160-8867-314C-C7FF-33AC3F00EFB6}"/>
                </a:ext>
              </a:extLst>
            </p:cNvPr>
            <p:cNvSpPr/>
            <p:nvPr/>
          </p:nvSpPr>
          <p:spPr>
            <a:xfrm>
              <a:off x="6320129" y="2189519"/>
              <a:ext cx="364145" cy="358710"/>
            </a:xfrm>
            <a:custGeom>
              <a:avLst/>
              <a:gdLst/>
              <a:ahLst/>
              <a:cxnLst/>
              <a:rect l="l" t="t" r="r" b="b"/>
              <a:pathLst>
                <a:path w="15679" h="15445" extrusionOk="0">
                  <a:moveTo>
                    <a:pt x="5905" y="0"/>
                  </a:moveTo>
                  <a:lnTo>
                    <a:pt x="0" y="15445"/>
                  </a:lnTo>
                  <a:lnTo>
                    <a:pt x="9807" y="15445"/>
                  </a:lnTo>
                  <a:lnTo>
                    <a:pt x="1567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865;p45">
              <a:extLst>
                <a:ext uri="{FF2B5EF4-FFF2-40B4-BE49-F238E27FC236}">
                  <a16:creationId xmlns:a16="http://schemas.microsoft.com/office/drawing/2014/main" id="{11970B65-735D-E858-48EA-7C8472B0699F}"/>
                </a:ext>
              </a:extLst>
            </p:cNvPr>
            <p:cNvSpPr/>
            <p:nvPr/>
          </p:nvSpPr>
          <p:spPr>
            <a:xfrm>
              <a:off x="4744742" y="3295168"/>
              <a:ext cx="477832" cy="425461"/>
            </a:xfrm>
            <a:custGeom>
              <a:avLst/>
              <a:gdLst/>
              <a:ahLst/>
              <a:cxnLst/>
              <a:rect l="l" t="t" r="r" b="b"/>
              <a:pathLst>
                <a:path w="22217" h="19782" extrusionOk="0">
                  <a:moveTo>
                    <a:pt x="0" y="1"/>
                  </a:moveTo>
                  <a:cubicBezTo>
                    <a:pt x="0" y="1"/>
                    <a:pt x="2836" y="8340"/>
                    <a:pt x="7906" y="13010"/>
                  </a:cubicBezTo>
                  <a:cubicBezTo>
                    <a:pt x="12976" y="17680"/>
                    <a:pt x="22216" y="19782"/>
                    <a:pt x="22216" y="19782"/>
                  </a:cubicBezTo>
                  <a:cubicBezTo>
                    <a:pt x="22216" y="19782"/>
                    <a:pt x="21015" y="9641"/>
                    <a:pt x="16812" y="5972"/>
                  </a:cubicBezTo>
                  <a:cubicBezTo>
                    <a:pt x="15812" y="5171"/>
                    <a:pt x="14711" y="4504"/>
                    <a:pt x="13543" y="3970"/>
                  </a:cubicBezTo>
                  <a:lnTo>
                    <a:pt x="13543" y="3970"/>
                  </a:lnTo>
                  <a:cubicBezTo>
                    <a:pt x="13610" y="5038"/>
                    <a:pt x="13610" y="6105"/>
                    <a:pt x="13510" y="7139"/>
                  </a:cubicBezTo>
                  <a:cubicBezTo>
                    <a:pt x="12776" y="5438"/>
                    <a:pt x="11208" y="3603"/>
                    <a:pt x="10374" y="2736"/>
                  </a:cubicBezTo>
                  <a:cubicBezTo>
                    <a:pt x="6972" y="1569"/>
                    <a:pt x="3536" y="668"/>
                    <a:pt x="0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866;p45">
              <a:extLst>
                <a:ext uri="{FF2B5EF4-FFF2-40B4-BE49-F238E27FC236}">
                  <a16:creationId xmlns:a16="http://schemas.microsoft.com/office/drawing/2014/main" id="{6BDEEC05-4377-0844-A852-2874C559934C}"/>
                </a:ext>
              </a:extLst>
            </p:cNvPr>
            <p:cNvSpPr/>
            <p:nvPr/>
          </p:nvSpPr>
          <p:spPr>
            <a:xfrm>
              <a:off x="4786445" y="3323731"/>
              <a:ext cx="553775" cy="706177"/>
            </a:xfrm>
            <a:custGeom>
              <a:avLst/>
              <a:gdLst/>
              <a:ahLst/>
              <a:cxnLst/>
              <a:rect l="l" t="t" r="r" b="b"/>
              <a:pathLst>
                <a:path w="25748" h="32834" extrusionOk="0">
                  <a:moveTo>
                    <a:pt x="92" y="0"/>
                  </a:moveTo>
                  <a:cubicBezTo>
                    <a:pt x="21" y="0"/>
                    <a:pt x="0" y="83"/>
                    <a:pt x="29" y="141"/>
                  </a:cubicBezTo>
                  <a:cubicBezTo>
                    <a:pt x="1297" y="1008"/>
                    <a:pt x="2598" y="1842"/>
                    <a:pt x="3832" y="2709"/>
                  </a:cubicBezTo>
                  <a:cubicBezTo>
                    <a:pt x="5100" y="3610"/>
                    <a:pt x="6334" y="4510"/>
                    <a:pt x="7568" y="5411"/>
                  </a:cubicBezTo>
                  <a:cubicBezTo>
                    <a:pt x="8902" y="6412"/>
                    <a:pt x="10203" y="7446"/>
                    <a:pt x="11471" y="8547"/>
                  </a:cubicBezTo>
                  <a:lnTo>
                    <a:pt x="11271" y="8446"/>
                  </a:lnTo>
                  <a:cubicBezTo>
                    <a:pt x="9903" y="7679"/>
                    <a:pt x="8435" y="7012"/>
                    <a:pt x="7001" y="6345"/>
                  </a:cubicBezTo>
                  <a:cubicBezTo>
                    <a:pt x="5467" y="5644"/>
                    <a:pt x="3932" y="4977"/>
                    <a:pt x="2398" y="4243"/>
                  </a:cubicBezTo>
                  <a:cubicBezTo>
                    <a:pt x="2391" y="4237"/>
                    <a:pt x="2384" y="4234"/>
                    <a:pt x="2378" y="4234"/>
                  </a:cubicBezTo>
                  <a:cubicBezTo>
                    <a:pt x="2354" y="4234"/>
                    <a:pt x="2338" y="4277"/>
                    <a:pt x="2364" y="4277"/>
                  </a:cubicBezTo>
                  <a:cubicBezTo>
                    <a:pt x="3232" y="4710"/>
                    <a:pt x="4066" y="5144"/>
                    <a:pt x="4899" y="5578"/>
                  </a:cubicBezTo>
                  <a:cubicBezTo>
                    <a:pt x="6401" y="6345"/>
                    <a:pt x="7902" y="7112"/>
                    <a:pt x="9403" y="7846"/>
                  </a:cubicBezTo>
                  <a:cubicBezTo>
                    <a:pt x="10604" y="8380"/>
                    <a:pt x="11771" y="9047"/>
                    <a:pt x="12838" y="9781"/>
                  </a:cubicBezTo>
                  <a:cubicBezTo>
                    <a:pt x="13172" y="10081"/>
                    <a:pt x="13472" y="10381"/>
                    <a:pt x="13806" y="10715"/>
                  </a:cubicBezTo>
                  <a:cubicBezTo>
                    <a:pt x="14740" y="11682"/>
                    <a:pt x="15640" y="12683"/>
                    <a:pt x="16508" y="13750"/>
                  </a:cubicBezTo>
                  <a:cubicBezTo>
                    <a:pt x="15807" y="13650"/>
                    <a:pt x="15107" y="13517"/>
                    <a:pt x="14440" y="13383"/>
                  </a:cubicBezTo>
                  <a:cubicBezTo>
                    <a:pt x="12838" y="13016"/>
                    <a:pt x="11271" y="12516"/>
                    <a:pt x="9770" y="11816"/>
                  </a:cubicBezTo>
                  <a:cubicBezTo>
                    <a:pt x="8235" y="11148"/>
                    <a:pt x="6834" y="10314"/>
                    <a:pt x="5533" y="9280"/>
                  </a:cubicBezTo>
                  <a:cubicBezTo>
                    <a:pt x="5523" y="9271"/>
                    <a:pt x="5514" y="9267"/>
                    <a:pt x="5506" y="9267"/>
                  </a:cubicBezTo>
                  <a:cubicBezTo>
                    <a:pt x="5486" y="9267"/>
                    <a:pt x="5476" y="9290"/>
                    <a:pt x="5500" y="9314"/>
                  </a:cubicBezTo>
                  <a:cubicBezTo>
                    <a:pt x="6234" y="9948"/>
                    <a:pt x="7001" y="10515"/>
                    <a:pt x="7768" y="11048"/>
                  </a:cubicBezTo>
                  <a:cubicBezTo>
                    <a:pt x="9203" y="11949"/>
                    <a:pt x="10704" y="12683"/>
                    <a:pt x="12271" y="13217"/>
                  </a:cubicBezTo>
                  <a:cubicBezTo>
                    <a:pt x="13739" y="13717"/>
                    <a:pt x="15240" y="14017"/>
                    <a:pt x="16775" y="14117"/>
                  </a:cubicBezTo>
                  <a:cubicBezTo>
                    <a:pt x="17542" y="15085"/>
                    <a:pt x="18242" y="16052"/>
                    <a:pt x="18909" y="17086"/>
                  </a:cubicBezTo>
                  <a:cubicBezTo>
                    <a:pt x="21978" y="21923"/>
                    <a:pt x="23846" y="27393"/>
                    <a:pt x="25648" y="32797"/>
                  </a:cubicBezTo>
                  <a:cubicBezTo>
                    <a:pt x="25648" y="32823"/>
                    <a:pt x="25662" y="32834"/>
                    <a:pt x="25680" y="32834"/>
                  </a:cubicBezTo>
                  <a:cubicBezTo>
                    <a:pt x="25709" y="32834"/>
                    <a:pt x="25748" y="32805"/>
                    <a:pt x="25748" y="32764"/>
                  </a:cubicBezTo>
                  <a:cubicBezTo>
                    <a:pt x="24914" y="29662"/>
                    <a:pt x="23946" y="26559"/>
                    <a:pt x="22779" y="23557"/>
                  </a:cubicBezTo>
                  <a:cubicBezTo>
                    <a:pt x="21745" y="20855"/>
                    <a:pt x="20444" y="18287"/>
                    <a:pt x="18876" y="15885"/>
                  </a:cubicBezTo>
                  <a:cubicBezTo>
                    <a:pt x="18576" y="15485"/>
                    <a:pt x="18309" y="15118"/>
                    <a:pt x="18042" y="14718"/>
                  </a:cubicBezTo>
                  <a:cubicBezTo>
                    <a:pt x="18009" y="14517"/>
                    <a:pt x="17942" y="14284"/>
                    <a:pt x="17875" y="14084"/>
                  </a:cubicBezTo>
                  <a:cubicBezTo>
                    <a:pt x="17809" y="13684"/>
                    <a:pt x="17709" y="13283"/>
                    <a:pt x="17609" y="12916"/>
                  </a:cubicBezTo>
                  <a:cubicBezTo>
                    <a:pt x="16941" y="10214"/>
                    <a:pt x="15874" y="7646"/>
                    <a:pt x="14073" y="5511"/>
                  </a:cubicBezTo>
                  <a:cubicBezTo>
                    <a:pt x="14063" y="5501"/>
                    <a:pt x="14053" y="5497"/>
                    <a:pt x="14045" y="5497"/>
                  </a:cubicBezTo>
                  <a:cubicBezTo>
                    <a:pt x="14025" y="5497"/>
                    <a:pt x="14016" y="5521"/>
                    <a:pt x="14039" y="5544"/>
                  </a:cubicBezTo>
                  <a:cubicBezTo>
                    <a:pt x="15140" y="6945"/>
                    <a:pt x="15974" y="8547"/>
                    <a:pt x="16541" y="10248"/>
                  </a:cubicBezTo>
                  <a:cubicBezTo>
                    <a:pt x="16808" y="11082"/>
                    <a:pt x="17041" y="11916"/>
                    <a:pt x="17275" y="12750"/>
                  </a:cubicBezTo>
                  <a:cubicBezTo>
                    <a:pt x="17408" y="13183"/>
                    <a:pt x="17508" y="13617"/>
                    <a:pt x="17609" y="14050"/>
                  </a:cubicBezTo>
                  <a:cubicBezTo>
                    <a:pt x="17642" y="14084"/>
                    <a:pt x="17642" y="14151"/>
                    <a:pt x="17642" y="14184"/>
                  </a:cubicBezTo>
                  <a:cubicBezTo>
                    <a:pt x="17008" y="13383"/>
                    <a:pt x="16341" y="12583"/>
                    <a:pt x="15607" y="11816"/>
                  </a:cubicBezTo>
                  <a:cubicBezTo>
                    <a:pt x="15307" y="10615"/>
                    <a:pt x="14873" y="9481"/>
                    <a:pt x="14473" y="8313"/>
                  </a:cubicBezTo>
                  <a:cubicBezTo>
                    <a:pt x="14459" y="8285"/>
                    <a:pt x="14445" y="8275"/>
                    <a:pt x="14433" y="8275"/>
                  </a:cubicBezTo>
                  <a:cubicBezTo>
                    <a:pt x="14417" y="8275"/>
                    <a:pt x="14406" y="8294"/>
                    <a:pt x="14406" y="8313"/>
                  </a:cubicBezTo>
                  <a:cubicBezTo>
                    <a:pt x="14807" y="9414"/>
                    <a:pt x="15140" y="10515"/>
                    <a:pt x="15474" y="11649"/>
                  </a:cubicBezTo>
                  <a:cubicBezTo>
                    <a:pt x="14840" y="10948"/>
                    <a:pt x="14206" y="10314"/>
                    <a:pt x="13506" y="9647"/>
                  </a:cubicBezTo>
                  <a:cubicBezTo>
                    <a:pt x="12405" y="8613"/>
                    <a:pt x="11237" y="7646"/>
                    <a:pt x="10036" y="6712"/>
                  </a:cubicBezTo>
                  <a:lnTo>
                    <a:pt x="9903" y="6478"/>
                  </a:lnTo>
                  <a:cubicBezTo>
                    <a:pt x="9770" y="6245"/>
                    <a:pt x="9636" y="6011"/>
                    <a:pt x="9469" y="5778"/>
                  </a:cubicBezTo>
                  <a:cubicBezTo>
                    <a:pt x="9203" y="5311"/>
                    <a:pt x="8902" y="4911"/>
                    <a:pt x="8602" y="4477"/>
                  </a:cubicBezTo>
                  <a:cubicBezTo>
                    <a:pt x="7968" y="3610"/>
                    <a:pt x="7234" y="2776"/>
                    <a:pt x="6534" y="1942"/>
                  </a:cubicBezTo>
                  <a:cubicBezTo>
                    <a:pt x="6521" y="1935"/>
                    <a:pt x="6509" y="1932"/>
                    <a:pt x="6498" y="1932"/>
                  </a:cubicBezTo>
                  <a:cubicBezTo>
                    <a:pt x="6457" y="1932"/>
                    <a:pt x="6441" y="1975"/>
                    <a:pt x="6467" y="1975"/>
                  </a:cubicBezTo>
                  <a:cubicBezTo>
                    <a:pt x="7201" y="2809"/>
                    <a:pt x="7868" y="3676"/>
                    <a:pt x="8435" y="4610"/>
                  </a:cubicBezTo>
                  <a:cubicBezTo>
                    <a:pt x="8736" y="5077"/>
                    <a:pt x="9036" y="5511"/>
                    <a:pt x="9303" y="5978"/>
                  </a:cubicBezTo>
                  <a:lnTo>
                    <a:pt x="9469" y="6245"/>
                  </a:lnTo>
                  <a:cubicBezTo>
                    <a:pt x="8702" y="5678"/>
                    <a:pt x="7902" y="5077"/>
                    <a:pt x="7134" y="4544"/>
                  </a:cubicBezTo>
                  <a:cubicBezTo>
                    <a:pt x="4866" y="2943"/>
                    <a:pt x="2498" y="1441"/>
                    <a:pt x="129" y="7"/>
                  </a:cubicBezTo>
                  <a:cubicBezTo>
                    <a:pt x="116" y="3"/>
                    <a:pt x="103" y="0"/>
                    <a:pt x="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867;p45">
              <a:extLst>
                <a:ext uri="{FF2B5EF4-FFF2-40B4-BE49-F238E27FC236}">
                  <a16:creationId xmlns:a16="http://schemas.microsoft.com/office/drawing/2014/main" id="{9C635D02-5619-31CF-114F-807D0A52C5E7}"/>
                </a:ext>
              </a:extLst>
            </p:cNvPr>
            <p:cNvSpPr/>
            <p:nvPr/>
          </p:nvSpPr>
          <p:spPr>
            <a:xfrm>
              <a:off x="4991757" y="3484588"/>
              <a:ext cx="98289" cy="48091"/>
            </a:xfrm>
            <a:custGeom>
              <a:avLst/>
              <a:gdLst/>
              <a:ahLst/>
              <a:cxnLst/>
              <a:rect l="l" t="t" r="r" b="b"/>
              <a:pathLst>
                <a:path w="4570" h="2236" extrusionOk="0">
                  <a:moveTo>
                    <a:pt x="67" y="0"/>
                  </a:moveTo>
                  <a:cubicBezTo>
                    <a:pt x="33" y="0"/>
                    <a:pt x="0" y="67"/>
                    <a:pt x="33" y="67"/>
                  </a:cubicBezTo>
                  <a:cubicBezTo>
                    <a:pt x="801" y="400"/>
                    <a:pt x="1568" y="801"/>
                    <a:pt x="2302" y="1168"/>
                  </a:cubicBezTo>
                  <a:cubicBezTo>
                    <a:pt x="3036" y="1535"/>
                    <a:pt x="3769" y="1868"/>
                    <a:pt x="4503" y="2235"/>
                  </a:cubicBezTo>
                  <a:cubicBezTo>
                    <a:pt x="4537" y="2235"/>
                    <a:pt x="4570" y="2202"/>
                    <a:pt x="4537" y="2168"/>
                  </a:cubicBezTo>
                  <a:cubicBezTo>
                    <a:pt x="3803" y="1768"/>
                    <a:pt x="3069" y="1334"/>
                    <a:pt x="2335" y="967"/>
                  </a:cubicBezTo>
                  <a:cubicBezTo>
                    <a:pt x="1601" y="634"/>
                    <a:pt x="834" y="334"/>
                    <a:pt x="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868;p45">
              <a:extLst>
                <a:ext uri="{FF2B5EF4-FFF2-40B4-BE49-F238E27FC236}">
                  <a16:creationId xmlns:a16="http://schemas.microsoft.com/office/drawing/2014/main" id="{9EB17A2C-CA90-F227-4E64-7DEB82A97554}"/>
                </a:ext>
              </a:extLst>
            </p:cNvPr>
            <p:cNvSpPr/>
            <p:nvPr/>
          </p:nvSpPr>
          <p:spPr>
            <a:xfrm>
              <a:off x="5085913" y="2568373"/>
              <a:ext cx="574865" cy="739902"/>
            </a:xfrm>
            <a:custGeom>
              <a:avLst/>
              <a:gdLst/>
              <a:ahLst/>
              <a:cxnLst/>
              <a:rect l="l" t="t" r="r" b="b"/>
              <a:pathLst>
                <a:path w="24752" h="31858" extrusionOk="0">
                  <a:moveTo>
                    <a:pt x="24752" y="1"/>
                  </a:moveTo>
                  <a:cubicBezTo>
                    <a:pt x="24751" y="1"/>
                    <a:pt x="7906" y="4838"/>
                    <a:pt x="3837" y="12843"/>
                  </a:cubicBezTo>
                  <a:cubicBezTo>
                    <a:pt x="868" y="18714"/>
                    <a:pt x="1" y="25419"/>
                    <a:pt x="1435" y="31857"/>
                  </a:cubicBezTo>
                  <a:cubicBezTo>
                    <a:pt x="14978" y="29555"/>
                    <a:pt x="19881" y="24185"/>
                    <a:pt x="21516" y="18948"/>
                  </a:cubicBezTo>
                  <a:cubicBezTo>
                    <a:pt x="20445" y="18507"/>
                    <a:pt x="19315" y="18245"/>
                    <a:pt x="18182" y="18245"/>
                  </a:cubicBezTo>
                  <a:cubicBezTo>
                    <a:pt x="18115" y="18245"/>
                    <a:pt x="18047" y="18245"/>
                    <a:pt x="17980" y="18247"/>
                  </a:cubicBezTo>
                  <a:cubicBezTo>
                    <a:pt x="19683" y="17633"/>
                    <a:pt x="20826" y="17463"/>
                    <a:pt x="21525" y="17463"/>
                  </a:cubicBezTo>
                  <a:cubicBezTo>
                    <a:pt x="21660" y="17463"/>
                    <a:pt x="21780" y="17469"/>
                    <a:pt x="21883" y="17480"/>
                  </a:cubicBezTo>
                  <a:cubicBezTo>
                    <a:pt x="22083" y="16546"/>
                    <a:pt x="22216" y="15645"/>
                    <a:pt x="22250" y="14711"/>
                  </a:cubicBezTo>
                  <a:cubicBezTo>
                    <a:pt x="22031" y="14682"/>
                    <a:pt x="21786" y="14667"/>
                    <a:pt x="21521" y="14667"/>
                  </a:cubicBezTo>
                  <a:cubicBezTo>
                    <a:pt x="20003" y="14667"/>
                    <a:pt x="17820" y="15157"/>
                    <a:pt x="16145" y="16179"/>
                  </a:cubicBezTo>
                  <a:cubicBezTo>
                    <a:pt x="16145" y="16179"/>
                    <a:pt x="18747" y="12843"/>
                    <a:pt x="22183" y="11009"/>
                  </a:cubicBezTo>
                  <a:cubicBezTo>
                    <a:pt x="22083" y="9641"/>
                    <a:pt x="21950" y="8507"/>
                    <a:pt x="21983" y="7673"/>
                  </a:cubicBezTo>
                  <a:cubicBezTo>
                    <a:pt x="22083" y="4871"/>
                    <a:pt x="23050" y="2203"/>
                    <a:pt x="24752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869;p45">
              <a:extLst>
                <a:ext uri="{FF2B5EF4-FFF2-40B4-BE49-F238E27FC236}">
                  <a16:creationId xmlns:a16="http://schemas.microsoft.com/office/drawing/2014/main" id="{2FB24E48-3477-8F53-B59A-EBB0B802FD18}"/>
                </a:ext>
              </a:extLst>
            </p:cNvPr>
            <p:cNvSpPr/>
            <p:nvPr/>
          </p:nvSpPr>
          <p:spPr>
            <a:xfrm>
              <a:off x="4999905" y="2651293"/>
              <a:ext cx="576421" cy="1339711"/>
            </a:xfrm>
            <a:custGeom>
              <a:avLst/>
              <a:gdLst/>
              <a:ahLst/>
              <a:cxnLst/>
              <a:rect l="l" t="t" r="r" b="b"/>
              <a:pathLst>
                <a:path w="24819" h="57684" extrusionOk="0">
                  <a:moveTo>
                    <a:pt x="24752" y="0"/>
                  </a:moveTo>
                  <a:cubicBezTo>
                    <a:pt x="24418" y="367"/>
                    <a:pt x="24051" y="701"/>
                    <a:pt x="23684" y="1034"/>
                  </a:cubicBezTo>
                  <a:cubicBezTo>
                    <a:pt x="20849" y="3770"/>
                    <a:pt x="18014" y="6605"/>
                    <a:pt x="15445" y="9607"/>
                  </a:cubicBezTo>
                  <a:cubicBezTo>
                    <a:pt x="14878" y="10274"/>
                    <a:pt x="14311" y="10975"/>
                    <a:pt x="13777" y="11675"/>
                  </a:cubicBezTo>
                  <a:lnTo>
                    <a:pt x="13777" y="11575"/>
                  </a:lnTo>
                  <a:cubicBezTo>
                    <a:pt x="13811" y="11275"/>
                    <a:pt x="13877" y="10975"/>
                    <a:pt x="13944" y="10674"/>
                  </a:cubicBezTo>
                  <a:cubicBezTo>
                    <a:pt x="14111" y="10074"/>
                    <a:pt x="14244" y="9474"/>
                    <a:pt x="14378" y="8873"/>
                  </a:cubicBezTo>
                  <a:cubicBezTo>
                    <a:pt x="14645" y="7639"/>
                    <a:pt x="14878" y="6405"/>
                    <a:pt x="15245" y="5204"/>
                  </a:cubicBezTo>
                  <a:cubicBezTo>
                    <a:pt x="15245" y="5204"/>
                    <a:pt x="15215" y="5189"/>
                    <a:pt x="15196" y="5189"/>
                  </a:cubicBezTo>
                  <a:cubicBezTo>
                    <a:pt x="15186" y="5189"/>
                    <a:pt x="15178" y="5193"/>
                    <a:pt x="15178" y="5204"/>
                  </a:cubicBezTo>
                  <a:cubicBezTo>
                    <a:pt x="14811" y="6438"/>
                    <a:pt x="14344" y="7606"/>
                    <a:pt x="14011" y="8840"/>
                  </a:cubicBezTo>
                  <a:cubicBezTo>
                    <a:pt x="13844" y="9440"/>
                    <a:pt x="13711" y="10074"/>
                    <a:pt x="13577" y="10674"/>
                  </a:cubicBezTo>
                  <a:cubicBezTo>
                    <a:pt x="13511" y="10975"/>
                    <a:pt x="13444" y="11275"/>
                    <a:pt x="13377" y="11575"/>
                  </a:cubicBezTo>
                  <a:cubicBezTo>
                    <a:pt x="13310" y="11842"/>
                    <a:pt x="13244" y="12075"/>
                    <a:pt x="13244" y="12342"/>
                  </a:cubicBezTo>
                  <a:cubicBezTo>
                    <a:pt x="11542" y="14544"/>
                    <a:pt x="10008" y="16846"/>
                    <a:pt x="8640" y="19281"/>
                  </a:cubicBezTo>
                  <a:cubicBezTo>
                    <a:pt x="7773" y="20782"/>
                    <a:pt x="7006" y="22349"/>
                    <a:pt x="6339" y="23951"/>
                  </a:cubicBezTo>
                  <a:lnTo>
                    <a:pt x="6339" y="23350"/>
                  </a:lnTo>
                  <a:cubicBezTo>
                    <a:pt x="6339" y="22883"/>
                    <a:pt x="6372" y="22416"/>
                    <a:pt x="6372" y="21983"/>
                  </a:cubicBezTo>
                  <a:cubicBezTo>
                    <a:pt x="6439" y="20281"/>
                    <a:pt x="6572" y="18580"/>
                    <a:pt x="6839" y="16879"/>
                  </a:cubicBezTo>
                  <a:cubicBezTo>
                    <a:pt x="7039" y="15178"/>
                    <a:pt x="7373" y="13476"/>
                    <a:pt x="7840" y="11842"/>
                  </a:cubicBezTo>
                  <a:cubicBezTo>
                    <a:pt x="7840" y="11823"/>
                    <a:pt x="7818" y="11803"/>
                    <a:pt x="7799" y="11803"/>
                  </a:cubicBezTo>
                  <a:cubicBezTo>
                    <a:pt x="7785" y="11803"/>
                    <a:pt x="7773" y="11814"/>
                    <a:pt x="7773" y="11842"/>
                  </a:cubicBezTo>
                  <a:cubicBezTo>
                    <a:pt x="7473" y="12776"/>
                    <a:pt x="7173" y="13743"/>
                    <a:pt x="6939" y="14677"/>
                  </a:cubicBezTo>
                  <a:cubicBezTo>
                    <a:pt x="6506" y="16345"/>
                    <a:pt x="6239" y="18046"/>
                    <a:pt x="6105" y="19748"/>
                  </a:cubicBezTo>
                  <a:cubicBezTo>
                    <a:pt x="6005" y="20615"/>
                    <a:pt x="5972" y="21482"/>
                    <a:pt x="5972" y="22349"/>
                  </a:cubicBezTo>
                  <a:lnTo>
                    <a:pt x="5972" y="23650"/>
                  </a:lnTo>
                  <a:cubicBezTo>
                    <a:pt x="5972" y="24017"/>
                    <a:pt x="5972" y="24384"/>
                    <a:pt x="6005" y="24751"/>
                  </a:cubicBezTo>
                  <a:cubicBezTo>
                    <a:pt x="5238" y="26719"/>
                    <a:pt x="4604" y="28721"/>
                    <a:pt x="4070" y="30789"/>
                  </a:cubicBezTo>
                  <a:cubicBezTo>
                    <a:pt x="2936" y="35125"/>
                    <a:pt x="2036" y="39562"/>
                    <a:pt x="1335" y="43998"/>
                  </a:cubicBezTo>
                  <a:cubicBezTo>
                    <a:pt x="1002" y="46233"/>
                    <a:pt x="701" y="48468"/>
                    <a:pt x="468" y="50703"/>
                  </a:cubicBezTo>
                  <a:cubicBezTo>
                    <a:pt x="234" y="52971"/>
                    <a:pt x="1" y="55240"/>
                    <a:pt x="34" y="57508"/>
                  </a:cubicBezTo>
                  <a:cubicBezTo>
                    <a:pt x="34" y="57625"/>
                    <a:pt x="118" y="57683"/>
                    <a:pt x="201" y="57683"/>
                  </a:cubicBezTo>
                  <a:cubicBezTo>
                    <a:pt x="284" y="57683"/>
                    <a:pt x="368" y="57625"/>
                    <a:pt x="368" y="57508"/>
                  </a:cubicBezTo>
                  <a:cubicBezTo>
                    <a:pt x="435" y="56941"/>
                    <a:pt x="468" y="56407"/>
                    <a:pt x="535" y="55840"/>
                  </a:cubicBezTo>
                  <a:cubicBezTo>
                    <a:pt x="935" y="51370"/>
                    <a:pt x="1469" y="46900"/>
                    <a:pt x="2236" y="42497"/>
                  </a:cubicBezTo>
                  <a:cubicBezTo>
                    <a:pt x="2970" y="38094"/>
                    <a:pt x="3970" y="33724"/>
                    <a:pt x="5171" y="29421"/>
                  </a:cubicBezTo>
                  <a:cubicBezTo>
                    <a:pt x="5772" y="27286"/>
                    <a:pt x="6539" y="25185"/>
                    <a:pt x="7440" y="23150"/>
                  </a:cubicBezTo>
                  <a:cubicBezTo>
                    <a:pt x="7840" y="23017"/>
                    <a:pt x="8207" y="22850"/>
                    <a:pt x="8574" y="22683"/>
                  </a:cubicBezTo>
                  <a:lnTo>
                    <a:pt x="9875" y="22083"/>
                  </a:lnTo>
                  <a:cubicBezTo>
                    <a:pt x="12943" y="20715"/>
                    <a:pt x="16079" y="19381"/>
                    <a:pt x="18848" y="17479"/>
                  </a:cubicBezTo>
                  <a:cubicBezTo>
                    <a:pt x="18875" y="17452"/>
                    <a:pt x="18858" y="17404"/>
                    <a:pt x="18833" y="17404"/>
                  </a:cubicBezTo>
                  <a:cubicBezTo>
                    <a:pt x="18827" y="17404"/>
                    <a:pt x="18821" y="17406"/>
                    <a:pt x="18814" y="17413"/>
                  </a:cubicBezTo>
                  <a:cubicBezTo>
                    <a:pt x="18014" y="17913"/>
                    <a:pt x="17213" y="18380"/>
                    <a:pt x="16379" y="18747"/>
                  </a:cubicBezTo>
                  <a:cubicBezTo>
                    <a:pt x="14878" y="19514"/>
                    <a:pt x="13344" y="20081"/>
                    <a:pt x="11843" y="20748"/>
                  </a:cubicBezTo>
                  <a:cubicBezTo>
                    <a:pt x="11042" y="21082"/>
                    <a:pt x="10242" y="21449"/>
                    <a:pt x="9441" y="21782"/>
                  </a:cubicBezTo>
                  <a:lnTo>
                    <a:pt x="8207" y="22349"/>
                  </a:lnTo>
                  <a:lnTo>
                    <a:pt x="7706" y="22550"/>
                  </a:lnTo>
                  <a:cubicBezTo>
                    <a:pt x="8374" y="21115"/>
                    <a:pt x="9141" y="19681"/>
                    <a:pt x="9941" y="18313"/>
                  </a:cubicBezTo>
                  <a:cubicBezTo>
                    <a:pt x="11276" y="16112"/>
                    <a:pt x="12710" y="14010"/>
                    <a:pt x="14278" y="12009"/>
                  </a:cubicBezTo>
                  <a:cubicBezTo>
                    <a:pt x="14978" y="11608"/>
                    <a:pt x="15612" y="11141"/>
                    <a:pt x="16279" y="10708"/>
                  </a:cubicBezTo>
                  <a:cubicBezTo>
                    <a:pt x="17046" y="10207"/>
                    <a:pt x="17847" y="9707"/>
                    <a:pt x="18648" y="9207"/>
                  </a:cubicBezTo>
                  <a:cubicBezTo>
                    <a:pt x="19448" y="8706"/>
                    <a:pt x="20282" y="8206"/>
                    <a:pt x="21116" y="7706"/>
                  </a:cubicBezTo>
                  <a:cubicBezTo>
                    <a:pt x="21883" y="7205"/>
                    <a:pt x="22717" y="6738"/>
                    <a:pt x="23584" y="6338"/>
                  </a:cubicBezTo>
                  <a:cubicBezTo>
                    <a:pt x="23611" y="6338"/>
                    <a:pt x="23595" y="6295"/>
                    <a:pt x="23571" y="6295"/>
                  </a:cubicBezTo>
                  <a:cubicBezTo>
                    <a:pt x="23564" y="6295"/>
                    <a:pt x="23558" y="6298"/>
                    <a:pt x="23551" y="6305"/>
                  </a:cubicBezTo>
                  <a:cubicBezTo>
                    <a:pt x="22717" y="6772"/>
                    <a:pt x="21750" y="7105"/>
                    <a:pt x="20916" y="7539"/>
                  </a:cubicBezTo>
                  <a:cubicBezTo>
                    <a:pt x="20049" y="7973"/>
                    <a:pt x="19215" y="8406"/>
                    <a:pt x="18414" y="8873"/>
                  </a:cubicBezTo>
                  <a:cubicBezTo>
                    <a:pt x="17580" y="9340"/>
                    <a:pt x="16780" y="9841"/>
                    <a:pt x="16012" y="10341"/>
                  </a:cubicBezTo>
                  <a:cubicBezTo>
                    <a:pt x="15679" y="10541"/>
                    <a:pt x="15379" y="10741"/>
                    <a:pt x="15078" y="10941"/>
                  </a:cubicBezTo>
                  <a:cubicBezTo>
                    <a:pt x="15679" y="10207"/>
                    <a:pt x="16246" y="9507"/>
                    <a:pt x="16846" y="8773"/>
                  </a:cubicBezTo>
                  <a:cubicBezTo>
                    <a:pt x="19381" y="5771"/>
                    <a:pt x="22083" y="2902"/>
                    <a:pt x="24819" y="67"/>
                  </a:cubicBezTo>
                  <a:cubicBezTo>
                    <a:pt x="24819" y="34"/>
                    <a:pt x="24785" y="0"/>
                    <a:pt x="247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870;p45">
              <a:extLst>
                <a:ext uri="{FF2B5EF4-FFF2-40B4-BE49-F238E27FC236}">
                  <a16:creationId xmlns:a16="http://schemas.microsoft.com/office/drawing/2014/main" id="{1DD241B7-9C3C-6BE1-DBA4-CBDB714B9BAD}"/>
                </a:ext>
              </a:extLst>
            </p:cNvPr>
            <p:cNvSpPr/>
            <p:nvPr/>
          </p:nvSpPr>
          <p:spPr>
            <a:xfrm>
              <a:off x="5432754" y="2995456"/>
              <a:ext cx="33036" cy="175437"/>
            </a:xfrm>
            <a:custGeom>
              <a:avLst/>
              <a:gdLst/>
              <a:ahLst/>
              <a:cxnLst/>
              <a:rect l="l" t="t" r="r" b="b"/>
              <a:pathLst>
                <a:path w="1536" h="8157" extrusionOk="0">
                  <a:moveTo>
                    <a:pt x="1502" y="1"/>
                  </a:moveTo>
                  <a:cubicBezTo>
                    <a:pt x="1485" y="1"/>
                    <a:pt x="1468" y="9"/>
                    <a:pt x="1468" y="26"/>
                  </a:cubicBezTo>
                  <a:cubicBezTo>
                    <a:pt x="1102" y="1360"/>
                    <a:pt x="735" y="2694"/>
                    <a:pt x="501" y="4095"/>
                  </a:cubicBezTo>
                  <a:cubicBezTo>
                    <a:pt x="234" y="5430"/>
                    <a:pt x="67" y="6797"/>
                    <a:pt x="1" y="8132"/>
                  </a:cubicBezTo>
                  <a:cubicBezTo>
                    <a:pt x="1" y="8148"/>
                    <a:pt x="9" y="8157"/>
                    <a:pt x="17" y="8157"/>
                  </a:cubicBezTo>
                  <a:cubicBezTo>
                    <a:pt x="26" y="8157"/>
                    <a:pt x="34" y="8148"/>
                    <a:pt x="34" y="8132"/>
                  </a:cubicBezTo>
                  <a:cubicBezTo>
                    <a:pt x="234" y="6764"/>
                    <a:pt x="468" y="5363"/>
                    <a:pt x="701" y="4029"/>
                  </a:cubicBezTo>
                  <a:cubicBezTo>
                    <a:pt x="935" y="2694"/>
                    <a:pt x="1202" y="1327"/>
                    <a:pt x="1535" y="26"/>
                  </a:cubicBezTo>
                  <a:cubicBezTo>
                    <a:pt x="1535" y="9"/>
                    <a:pt x="1518" y="1"/>
                    <a:pt x="15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871;p45">
              <a:extLst>
                <a:ext uri="{FF2B5EF4-FFF2-40B4-BE49-F238E27FC236}">
                  <a16:creationId xmlns:a16="http://schemas.microsoft.com/office/drawing/2014/main" id="{2D4E16C9-B339-7BF5-FCB6-6B72C9CFEB4C}"/>
                </a:ext>
              </a:extLst>
            </p:cNvPr>
            <p:cNvSpPr/>
            <p:nvPr/>
          </p:nvSpPr>
          <p:spPr>
            <a:xfrm>
              <a:off x="5335692" y="2975912"/>
              <a:ext cx="142276" cy="75597"/>
            </a:xfrm>
            <a:custGeom>
              <a:avLst/>
              <a:gdLst/>
              <a:ahLst/>
              <a:cxnLst/>
              <a:rect l="l" t="t" r="r" b="b"/>
              <a:pathLst>
                <a:path w="6126" h="3255" extrusionOk="0">
                  <a:moveTo>
                    <a:pt x="6059" y="1"/>
                  </a:moveTo>
                  <a:cubicBezTo>
                    <a:pt x="5558" y="268"/>
                    <a:pt x="4991" y="468"/>
                    <a:pt x="4491" y="701"/>
                  </a:cubicBezTo>
                  <a:cubicBezTo>
                    <a:pt x="3990" y="968"/>
                    <a:pt x="3490" y="1202"/>
                    <a:pt x="2990" y="1435"/>
                  </a:cubicBezTo>
                  <a:cubicBezTo>
                    <a:pt x="1989" y="1936"/>
                    <a:pt x="988" y="2503"/>
                    <a:pt x="54" y="3103"/>
                  </a:cubicBezTo>
                  <a:cubicBezTo>
                    <a:pt x="0" y="3157"/>
                    <a:pt x="34" y="3255"/>
                    <a:pt x="101" y="3255"/>
                  </a:cubicBezTo>
                  <a:cubicBezTo>
                    <a:pt x="117" y="3255"/>
                    <a:pt x="135" y="3249"/>
                    <a:pt x="154" y="3236"/>
                  </a:cubicBezTo>
                  <a:cubicBezTo>
                    <a:pt x="1188" y="2803"/>
                    <a:pt x="2156" y="2236"/>
                    <a:pt x="3123" y="1702"/>
                  </a:cubicBezTo>
                  <a:cubicBezTo>
                    <a:pt x="3657" y="1402"/>
                    <a:pt x="4157" y="1135"/>
                    <a:pt x="4624" y="868"/>
                  </a:cubicBezTo>
                  <a:cubicBezTo>
                    <a:pt x="5125" y="601"/>
                    <a:pt x="5592" y="301"/>
                    <a:pt x="6092" y="68"/>
                  </a:cubicBezTo>
                  <a:cubicBezTo>
                    <a:pt x="6125" y="34"/>
                    <a:pt x="6092" y="1"/>
                    <a:pt x="60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872;p45">
              <a:extLst>
                <a:ext uri="{FF2B5EF4-FFF2-40B4-BE49-F238E27FC236}">
                  <a16:creationId xmlns:a16="http://schemas.microsoft.com/office/drawing/2014/main" id="{F994C5B1-66D3-598C-7DED-EBE65C7207A9}"/>
                </a:ext>
              </a:extLst>
            </p:cNvPr>
            <p:cNvSpPr/>
            <p:nvPr/>
          </p:nvSpPr>
          <p:spPr>
            <a:xfrm>
              <a:off x="4841591" y="2872602"/>
              <a:ext cx="377392" cy="503663"/>
            </a:xfrm>
            <a:custGeom>
              <a:avLst/>
              <a:gdLst/>
              <a:ahLst/>
              <a:cxnLst/>
              <a:rect l="l" t="t" r="r" b="b"/>
              <a:pathLst>
                <a:path w="17547" h="23418" extrusionOk="0">
                  <a:moveTo>
                    <a:pt x="0" y="0"/>
                  </a:moveTo>
                  <a:lnTo>
                    <a:pt x="0" y="0"/>
                  </a:lnTo>
                  <a:cubicBezTo>
                    <a:pt x="101" y="801"/>
                    <a:pt x="1301" y="10141"/>
                    <a:pt x="5071" y="15645"/>
                  </a:cubicBezTo>
                  <a:cubicBezTo>
                    <a:pt x="8974" y="21382"/>
                    <a:pt x="17546" y="23417"/>
                    <a:pt x="17546" y="23417"/>
                  </a:cubicBezTo>
                  <a:cubicBezTo>
                    <a:pt x="16512" y="18013"/>
                    <a:pt x="12209" y="15612"/>
                    <a:pt x="7739" y="12709"/>
                  </a:cubicBezTo>
                  <a:cubicBezTo>
                    <a:pt x="1935" y="8907"/>
                    <a:pt x="167" y="734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873;p45">
              <a:extLst>
                <a:ext uri="{FF2B5EF4-FFF2-40B4-BE49-F238E27FC236}">
                  <a16:creationId xmlns:a16="http://schemas.microsoft.com/office/drawing/2014/main" id="{A85F70BB-E381-2D44-03EF-E58344FF551B}"/>
                </a:ext>
              </a:extLst>
            </p:cNvPr>
            <p:cNvSpPr/>
            <p:nvPr/>
          </p:nvSpPr>
          <p:spPr>
            <a:xfrm>
              <a:off x="5047700" y="3058130"/>
              <a:ext cx="69405" cy="112226"/>
            </a:xfrm>
            <a:custGeom>
              <a:avLst/>
              <a:gdLst/>
              <a:ahLst/>
              <a:cxnLst/>
              <a:rect l="l" t="t" r="r" b="b"/>
              <a:pathLst>
                <a:path w="3227" h="5218" extrusionOk="0">
                  <a:moveTo>
                    <a:pt x="30" y="0"/>
                  </a:moveTo>
                  <a:cubicBezTo>
                    <a:pt x="10" y="0"/>
                    <a:pt x="1" y="24"/>
                    <a:pt x="24" y="47"/>
                  </a:cubicBezTo>
                  <a:cubicBezTo>
                    <a:pt x="1492" y="1482"/>
                    <a:pt x="2559" y="3250"/>
                    <a:pt x="3193" y="5218"/>
                  </a:cubicBezTo>
                  <a:lnTo>
                    <a:pt x="3227" y="5218"/>
                  </a:lnTo>
                  <a:cubicBezTo>
                    <a:pt x="2693" y="3216"/>
                    <a:pt x="1592" y="1415"/>
                    <a:pt x="58" y="14"/>
                  </a:cubicBezTo>
                  <a:cubicBezTo>
                    <a:pt x="48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874;p45">
              <a:extLst>
                <a:ext uri="{FF2B5EF4-FFF2-40B4-BE49-F238E27FC236}">
                  <a16:creationId xmlns:a16="http://schemas.microsoft.com/office/drawing/2014/main" id="{762655E6-E64B-4BCA-4531-796708957BF7}"/>
                </a:ext>
              </a:extLst>
            </p:cNvPr>
            <p:cNvSpPr/>
            <p:nvPr/>
          </p:nvSpPr>
          <p:spPr>
            <a:xfrm>
              <a:off x="4841591" y="2871161"/>
              <a:ext cx="403932" cy="505104"/>
            </a:xfrm>
            <a:custGeom>
              <a:avLst/>
              <a:gdLst/>
              <a:ahLst/>
              <a:cxnLst/>
              <a:rect l="l" t="t" r="r" b="b"/>
              <a:pathLst>
                <a:path w="18781" h="23485" extrusionOk="0">
                  <a:moveTo>
                    <a:pt x="0" y="1"/>
                  </a:moveTo>
                  <a:cubicBezTo>
                    <a:pt x="0" y="34"/>
                    <a:pt x="0" y="34"/>
                    <a:pt x="0" y="67"/>
                  </a:cubicBezTo>
                  <a:cubicBezTo>
                    <a:pt x="101" y="868"/>
                    <a:pt x="1301" y="10208"/>
                    <a:pt x="5071" y="15712"/>
                  </a:cubicBezTo>
                  <a:cubicBezTo>
                    <a:pt x="8974" y="21449"/>
                    <a:pt x="17546" y="23484"/>
                    <a:pt x="17546" y="23484"/>
                  </a:cubicBezTo>
                  <a:cubicBezTo>
                    <a:pt x="18781" y="13944"/>
                    <a:pt x="12710" y="8807"/>
                    <a:pt x="8406" y="7306"/>
                  </a:cubicBezTo>
                  <a:cubicBezTo>
                    <a:pt x="4103" y="5838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875;p45">
              <a:extLst>
                <a:ext uri="{FF2B5EF4-FFF2-40B4-BE49-F238E27FC236}">
                  <a16:creationId xmlns:a16="http://schemas.microsoft.com/office/drawing/2014/main" id="{2B2703C4-DB66-9C29-695B-ED8F82D85619}"/>
                </a:ext>
              </a:extLst>
            </p:cNvPr>
            <p:cNvSpPr/>
            <p:nvPr/>
          </p:nvSpPr>
          <p:spPr>
            <a:xfrm>
              <a:off x="4872433" y="2939750"/>
              <a:ext cx="425461" cy="1015025"/>
            </a:xfrm>
            <a:custGeom>
              <a:avLst/>
              <a:gdLst/>
              <a:ahLst/>
              <a:cxnLst/>
              <a:rect l="l" t="t" r="r" b="b"/>
              <a:pathLst>
                <a:path w="19782" h="47194" extrusionOk="0">
                  <a:moveTo>
                    <a:pt x="54" y="0"/>
                  </a:moveTo>
                  <a:cubicBezTo>
                    <a:pt x="34" y="0"/>
                    <a:pt x="1" y="24"/>
                    <a:pt x="1" y="47"/>
                  </a:cubicBezTo>
                  <a:cubicBezTo>
                    <a:pt x="201" y="448"/>
                    <a:pt x="434" y="815"/>
                    <a:pt x="635" y="1215"/>
                  </a:cubicBezTo>
                  <a:cubicBezTo>
                    <a:pt x="1402" y="2783"/>
                    <a:pt x="2302" y="4250"/>
                    <a:pt x="3370" y="5618"/>
                  </a:cubicBezTo>
                  <a:cubicBezTo>
                    <a:pt x="4404" y="6886"/>
                    <a:pt x="5571" y="7986"/>
                    <a:pt x="6839" y="8954"/>
                  </a:cubicBezTo>
                  <a:cubicBezTo>
                    <a:pt x="8073" y="9954"/>
                    <a:pt x="9408" y="10922"/>
                    <a:pt x="10575" y="11989"/>
                  </a:cubicBezTo>
                  <a:cubicBezTo>
                    <a:pt x="11776" y="13057"/>
                    <a:pt x="12843" y="14291"/>
                    <a:pt x="13677" y="15658"/>
                  </a:cubicBezTo>
                  <a:cubicBezTo>
                    <a:pt x="15378" y="18394"/>
                    <a:pt x="16279" y="21529"/>
                    <a:pt x="16980" y="24665"/>
                  </a:cubicBezTo>
                  <a:cubicBezTo>
                    <a:pt x="17780" y="28301"/>
                    <a:pt x="18381" y="32004"/>
                    <a:pt x="18748" y="35706"/>
                  </a:cubicBezTo>
                  <a:cubicBezTo>
                    <a:pt x="18948" y="37608"/>
                    <a:pt x="19114" y="39509"/>
                    <a:pt x="19248" y="41410"/>
                  </a:cubicBezTo>
                  <a:cubicBezTo>
                    <a:pt x="19348" y="43312"/>
                    <a:pt x="19415" y="45213"/>
                    <a:pt x="19481" y="47081"/>
                  </a:cubicBezTo>
                  <a:cubicBezTo>
                    <a:pt x="19481" y="47160"/>
                    <a:pt x="19526" y="47194"/>
                    <a:pt x="19573" y="47194"/>
                  </a:cubicBezTo>
                  <a:cubicBezTo>
                    <a:pt x="19626" y="47194"/>
                    <a:pt x="19682" y="47151"/>
                    <a:pt x="19682" y="47081"/>
                  </a:cubicBezTo>
                  <a:cubicBezTo>
                    <a:pt x="19715" y="46614"/>
                    <a:pt x="19748" y="46147"/>
                    <a:pt x="19748" y="45647"/>
                  </a:cubicBezTo>
                  <a:cubicBezTo>
                    <a:pt x="19782" y="41811"/>
                    <a:pt x="19615" y="37974"/>
                    <a:pt x="19148" y="34172"/>
                  </a:cubicBezTo>
                  <a:cubicBezTo>
                    <a:pt x="18781" y="30536"/>
                    <a:pt x="18180" y="26900"/>
                    <a:pt x="17347" y="23364"/>
                  </a:cubicBezTo>
                  <a:cubicBezTo>
                    <a:pt x="16880" y="21363"/>
                    <a:pt x="16212" y="19428"/>
                    <a:pt x="15345" y="17560"/>
                  </a:cubicBezTo>
                  <a:cubicBezTo>
                    <a:pt x="15312" y="17326"/>
                    <a:pt x="15278" y="17093"/>
                    <a:pt x="15245" y="16893"/>
                  </a:cubicBezTo>
                  <a:cubicBezTo>
                    <a:pt x="15145" y="16459"/>
                    <a:pt x="15078" y="16059"/>
                    <a:pt x="14978" y="15625"/>
                  </a:cubicBezTo>
                  <a:cubicBezTo>
                    <a:pt x="14778" y="14791"/>
                    <a:pt x="14578" y="13924"/>
                    <a:pt x="14278" y="13090"/>
                  </a:cubicBezTo>
                  <a:cubicBezTo>
                    <a:pt x="13777" y="11422"/>
                    <a:pt x="13010" y="9821"/>
                    <a:pt x="12009" y="8387"/>
                  </a:cubicBezTo>
                  <a:cubicBezTo>
                    <a:pt x="12009" y="8377"/>
                    <a:pt x="12004" y="8373"/>
                    <a:pt x="11996" y="8373"/>
                  </a:cubicBezTo>
                  <a:cubicBezTo>
                    <a:pt x="11979" y="8373"/>
                    <a:pt x="11952" y="8396"/>
                    <a:pt x="11976" y="8420"/>
                  </a:cubicBezTo>
                  <a:cubicBezTo>
                    <a:pt x="12910" y="9888"/>
                    <a:pt x="13611" y="11489"/>
                    <a:pt x="14011" y="13190"/>
                  </a:cubicBezTo>
                  <a:cubicBezTo>
                    <a:pt x="14244" y="14024"/>
                    <a:pt x="14411" y="14891"/>
                    <a:pt x="14578" y="15725"/>
                  </a:cubicBezTo>
                  <a:cubicBezTo>
                    <a:pt x="14645" y="15925"/>
                    <a:pt x="14678" y="16092"/>
                    <a:pt x="14711" y="16292"/>
                  </a:cubicBezTo>
                  <a:cubicBezTo>
                    <a:pt x="14344" y="15658"/>
                    <a:pt x="13977" y="15058"/>
                    <a:pt x="13544" y="14491"/>
                  </a:cubicBezTo>
                  <a:cubicBezTo>
                    <a:pt x="13510" y="13857"/>
                    <a:pt x="13410" y="13257"/>
                    <a:pt x="13210" y="12656"/>
                  </a:cubicBezTo>
                  <a:cubicBezTo>
                    <a:pt x="12977" y="11889"/>
                    <a:pt x="12643" y="11189"/>
                    <a:pt x="12210" y="10488"/>
                  </a:cubicBezTo>
                  <a:cubicBezTo>
                    <a:pt x="12210" y="10478"/>
                    <a:pt x="12207" y="10474"/>
                    <a:pt x="12203" y="10474"/>
                  </a:cubicBezTo>
                  <a:cubicBezTo>
                    <a:pt x="12193" y="10474"/>
                    <a:pt x="12176" y="10498"/>
                    <a:pt x="12176" y="10521"/>
                  </a:cubicBezTo>
                  <a:cubicBezTo>
                    <a:pt x="12576" y="11222"/>
                    <a:pt x="12877" y="11956"/>
                    <a:pt x="13077" y="12690"/>
                  </a:cubicBezTo>
                  <a:cubicBezTo>
                    <a:pt x="13244" y="13257"/>
                    <a:pt x="13344" y="13790"/>
                    <a:pt x="13410" y="14358"/>
                  </a:cubicBezTo>
                  <a:cubicBezTo>
                    <a:pt x="12576" y="13290"/>
                    <a:pt x="11576" y="12289"/>
                    <a:pt x="10508" y="11422"/>
                  </a:cubicBezTo>
                  <a:cubicBezTo>
                    <a:pt x="10375" y="11122"/>
                    <a:pt x="10208" y="10822"/>
                    <a:pt x="10008" y="10555"/>
                  </a:cubicBezTo>
                  <a:cubicBezTo>
                    <a:pt x="9774" y="10188"/>
                    <a:pt x="9508" y="9821"/>
                    <a:pt x="9207" y="9454"/>
                  </a:cubicBezTo>
                  <a:cubicBezTo>
                    <a:pt x="7239" y="7019"/>
                    <a:pt x="4471" y="5184"/>
                    <a:pt x="3070" y="2282"/>
                  </a:cubicBezTo>
                  <a:cubicBezTo>
                    <a:pt x="3070" y="2254"/>
                    <a:pt x="3064" y="2244"/>
                    <a:pt x="3057" y="2244"/>
                  </a:cubicBezTo>
                  <a:cubicBezTo>
                    <a:pt x="3047" y="2244"/>
                    <a:pt x="3036" y="2263"/>
                    <a:pt x="3036" y="2282"/>
                  </a:cubicBezTo>
                  <a:cubicBezTo>
                    <a:pt x="3403" y="3083"/>
                    <a:pt x="3870" y="3817"/>
                    <a:pt x="4404" y="4484"/>
                  </a:cubicBezTo>
                  <a:cubicBezTo>
                    <a:pt x="5338" y="5751"/>
                    <a:pt x="6439" y="6886"/>
                    <a:pt x="7506" y="8020"/>
                  </a:cubicBezTo>
                  <a:cubicBezTo>
                    <a:pt x="8040" y="8620"/>
                    <a:pt x="8574" y="9221"/>
                    <a:pt x="9074" y="9821"/>
                  </a:cubicBezTo>
                  <a:cubicBezTo>
                    <a:pt x="9307" y="10155"/>
                    <a:pt x="9541" y="10455"/>
                    <a:pt x="9774" y="10788"/>
                  </a:cubicBezTo>
                  <a:lnTo>
                    <a:pt x="9774" y="10822"/>
                  </a:lnTo>
                  <a:cubicBezTo>
                    <a:pt x="8607" y="9921"/>
                    <a:pt x="7373" y="9087"/>
                    <a:pt x="6205" y="8186"/>
                  </a:cubicBezTo>
                  <a:cubicBezTo>
                    <a:pt x="4871" y="7119"/>
                    <a:pt x="3703" y="5918"/>
                    <a:pt x="2703" y="4551"/>
                  </a:cubicBezTo>
                  <a:cubicBezTo>
                    <a:pt x="1702" y="3116"/>
                    <a:pt x="835" y="1582"/>
                    <a:pt x="68" y="14"/>
                  </a:cubicBezTo>
                  <a:cubicBezTo>
                    <a:pt x="68" y="4"/>
                    <a:pt x="62" y="0"/>
                    <a:pt x="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876;p45">
              <a:extLst>
                <a:ext uri="{FF2B5EF4-FFF2-40B4-BE49-F238E27FC236}">
                  <a16:creationId xmlns:a16="http://schemas.microsoft.com/office/drawing/2014/main" id="{69D19606-79E0-0B1D-46C3-BF8D7B09CDE9}"/>
                </a:ext>
              </a:extLst>
            </p:cNvPr>
            <p:cNvSpPr/>
            <p:nvPr/>
          </p:nvSpPr>
          <p:spPr>
            <a:xfrm>
              <a:off x="5148671" y="3190529"/>
              <a:ext cx="543093" cy="405183"/>
            </a:xfrm>
            <a:custGeom>
              <a:avLst/>
              <a:gdLst/>
              <a:ahLst/>
              <a:cxnLst/>
              <a:rect l="l" t="t" r="r" b="b"/>
              <a:pathLst>
                <a:path w="23384" h="17446" extrusionOk="0">
                  <a:moveTo>
                    <a:pt x="23250" y="1"/>
                  </a:moveTo>
                  <a:lnTo>
                    <a:pt x="23250" y="1"/>
                  </a:lnTo>
                  <a:cubicBezTo>
                    <a:pt x="21482" y="5038"/>
                    <a:pt x="15111" y="9207"/>
                    <a:pt x="9340" y="10675"/>
                  </a:cubicBezTo>
                  <a:cubicBezTo>
                    <a:pt x="3736" y="12043"/>
                    <a:pt x="201" y="17113"/>
                    <a:pt x="0" y="17413"/>
                  </a:cubicBezTo>
                  <a:cubicBezTo>
                    <a:pt x="937" y="17192"/>
                    <a:pt x="1837" y="17117"/>
                    <a:pt x="2730" y="17117"/>
                  </a:cubicBezTo>
                  <a:cubicBezTo>
                    <a:pt x="4599" y="17117"/>
                    <a:pt x="6437" y="17446"/>
                    <a:pt x="8520" y="17446"/>
                  </a:cubicBezTo>
                  <a:cubicBezTo>
                    <a:pt x="10683" y="17446"/>
                    <a:pt x="13111" y="17091"/>
                    <a:pt x="16112" y="15645"/>
                  </a:cubicBezTo>
                  <a:cubicBezTo>
                    <a:pt x="23384" y="12143"/>
                    <a:pt x="23250" y="2"/>
                    <a:pt x="23250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877;p45">
              <a:extLst>
                <a:ext uri="{FF2B5EF4-FFF2-40B4-BE49-F238E27FC236}">
                  <a16:creationId xmlns:a16="http://schemas.microsoft.com/office/drawing/2014/main" id="{35D12C08-51A5-9CB7-7B1F-2F4D32F02BE1}"/>
                </a:ext>
              </a:extLst>
            </p:cNvPr>
            <p:cNvSpPr/>
            <p:nvPr/>
          </p:nvSpPr>
          <p:spPr>
            <a:xfrm>
              <a:off x="5148671" y="3190529"/>
              <a:ext cx="543093" cy="405183"/>
            </a:xfrm>
            <a:custGeom>
              <a:avLst/>
              <a:gdLst/>
              <a:ahLst/>
              <a:cxnLst/>
              <a:rect l="l" t="t" r="r" b="b"/>
              <a:pathLst>
                <a:path w="23384" h="17446" extrusionOk="0">
                  <a:moveTo>
                    <a:pt x="23250" y="1"/>
                  </a:moveTo>
                  <a:lnTo>
                    <a:pt x="23250" y="1"/>
                  </a:lnTo>
                  <a:cubicBezTo>
                    <a:pt x="21616" y="11442"/>
                    <a:pt x="12876" y="14411"/>
                    <a:pt x="8273" y="14978"/>
                  </a:cubicBezTo>
                  <a:cubicBezTo>
                    <a:pt x="5404" y="15345"/>
                    <a:pt x="2602" y="16179"/>
                    <a:pt x="0" y="17413"/>
                  </a:cubicBezTo>
                  <a:cubicBezTo>
                    <a:pt x="937" y="17192"/>
                    <a:pt x="1837" y="17117"/>
                    <a:pt x="2730" y="17117"/>
                  </a:cubicBezTo>
                  <a:cubicBezTo>
                    <a:pt x="4599" y="17117"/>
                    <a:pt x="6437" y="17446"/>
                    <a:pt x="8520" y="17446"/>
                  </a:cubicBezTo>
                  <a:cubicBezTo>
                    <a:pt x="10683" y="17446"/>
                    <a:pt x="13111" y="17091"/>
                    <a:pt x="16112" y="15645"/>
                  </a:cubicBezTo>
                  <a:cubicBezTo>
                    <a:pt x="23383" y="12143"/>
                    <a:pt x="23250" y="2"/>
                    <a:pt x="232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878;p45">
              <a:extLst>
                <a:ext uri="{FF2B5EF4-FFF2-40B4-BE49-F238E27FC236}">
                  <a16:creationId xmlns:a16="http://schemas.microsoft.com/office/drawing/2014/main" id="{7244B88B-C766-1CAC-9FE1-4B22FD939550}"/>
                </a:ext>
              </a:extLst>
            </p:cNvPr>
            <p:cNvSpPr/>
            <p:nvPr/>
          </p:nvSpPr>
          <p:spPr>
            <a:xfrm>
              <a:off x="5006501" y="3362989"/>
              <a:ext cx="607798" cy="564344"/>
            </a:xfrm>
            <a:custGeom>
              <a:avLst/>
              <a:gdLst/>
              <a:ahLst/>
              <a:cxnLst/>
              <a:rect l="l" t="t" r="r" b="b"/>
              <a:pathLst>
                <a:path w="26170" h="24299" extrusionOk="0">
                  <a:moveTo>
                    <a:pt x="26131" y="1"/>
                  </a:moveTo>
                  <a:cubicBezTo>
                    <a:pt x="26122" y="1"/>
                    <a:pt x="26112" y="5"/>
                    <a:pt x="26102" y="14"/>
                  </a:cubicBezTo>
                  <a:cubicBezTo>
                    <a:pt x="24535" y="2249"/>
                    <a:pt x="22400" y="4051"/>
                    <a:pt x="19898" y="5151"/>
                  </a:cubicBezTo>
                  <a:cubicBezTo>
                    <a:pt x="19598" y="5285"/>
                    <a:pt x="19298" y="5418"/>
                    <a:pt x="18964" y="5552"/>
                  </a:cubicBezTo>
                  <a:cubicBezTo>
                    <a:pt x="20065" y="4551"/>
                    <a:pt x="21065" y="3450"/>
                    <a:pt x="21966" y="2249"/>
                  </a:cubicBezTo>
                  <a:cubicBezTo>
                    <a:pt x="21966" y="2226"/>
                    <a:pt x="21949" y="2202"/>
                    <a:pt x="21928" y="2202"/>
                  </a:cubicBezTo>
                  <a:cubicBezTo>
                    <a:pt x="21919" y="2202"/>
                    <a:pt x="21909" y="2206"/>
                    <a:pt x="21899" y="2216"/>
                  </a:cubicBezTo>
                  <a:cubicBezTo>
                    <a:pt x="21332" y="2983"/>
                    <a:pt x="20732" y="3684"/>
                    <a:pt x="20031" y="4318"/>
                  </a:cubicBezTo>
                  <a:cubicBezTo>
                    <a:pt x="19464" y="4818"/>
                    <a:pt x="18864" y="5318"/>
                    <a:pt x="18263" y="5785"/>
                  </a:cubicBezTo>
                  <a:cubicBezTo>
                    <a:pt x="17630" y="6019"/>
                    <a:pt x="16963" y="6186"/>
                    <a:pt x="16329" y="6319"/>
                  </a:cubicBezTo>
                  <a:cubicBezTo>
                    <a:pt x="14994" y="6619"/>
                    <a:pt x="13660" y="6786"/>
                    <a:pt x="12326" y="7053"/>
                  </a:cubicBezTo>
                  <a:cubicBezTo>
                    <a:pt x="11492" y="7220"/>
                    <a:pt x="10658" y="7453"/>
                    <a:pt x="9857" y="7720"/>
                  </a:cubicBezTo>
                  <a:cubicBezTo>
                    <a:pt x="9991" y="7587"/>
                    <a:pt x="10124" y="7486"/>
                    <a:pt x="10224" y="7353"/>
                  </a:cubicBezTo>
                  <a:cubicBezTo>
                    <a:pt x="10691" y="6953"/>
                    <a:pt x="11158" y="6586"/>
                    <a:pt x="11659" y="6286"/>
                  </a:cubicBezTo>
                  <a:cubicBezTo>
                    <a:pt x="12226" y="5919"/>
                    <a:pt x="12793" y="5618"/>
                    <a:pt x="13393" y="5252"/>
                  </a:cubicBezTo>
                  <a:cubicBezTo>
                    <a:pt x="13994" y="4918"/>
                    <a:pt x="14561" y="4584"/>
                    <a:pt x="15195" y="4251"/>
                  </a:cubicBezTo>
                  <a:cubicBezTo>
                    <a:pt x="15228" y="4217"/>
                    <a:pt x="15195" y="4184"/>
                    <a:pt x="15161" y="4184"/>
                  </a:cubicBezTo>
                  <a:cubicBezTo>
                    <a:pt x="13927" y="4851"/>
                    <a:pt x="12593" y="5352"/>
                    <a:pt x="11392" y="6052"/>
                  </a:cubicBezTo>
                  <a:cubicBezTo>
                    <a:pt x="10892" y="6352"/>
                    <a:pt x="10391" y="6719"/>
                    <a:pt x="9958" y="7120"/>
                  </a:cubicBezTo>
                  <a:cubicBezTo>
                    <a:pt x="9691" y="7320"/>
                    <a:pt x="9491" y="7520"/>
                    <a:pt x="9257" y="7753"/>
                  </a:cubicBezTo>
                  <a:cubicBezTo>
                    <a:pt x="9190" y="7853"/>
                    <a:pt x="9090" y="7953"/>
                    <a:pt x="9024" y="8054"/>
                  </a:cubicBezTo>
                  <a:cubicBezTo>
                    <a:pt x="8857" y="8120"/>
                    <a:pt x="8690" y="8154"/>
                    <a:pt x="8523" y="8254"/>
                  </a:cubicBezTo>
                  <a:cubicBezTo>
                    <a:pt x="7489" y="8754"/>
                    <a:pt x="6522" y="9421"/>
                    <a:pt x="5654" y="10188"/>
                  </a:cubicBezTo>
                  <a:cubicBezTo>
                    <a:pt x="1718" y="13758"/>
                    <a:pt x="351" y="19061"/>
                    <a:pt x="17" y="24198"/>
                  </a:cubicBezTo>
                  <a:cubicBezTo>
                    <a:pt x="0" y="24265"/>
                    <a:pt x="50" y="24298"/>
                    <a:pt x="105" y="24298"/>
                  </a:cubicBezTo>
                  <a:cubicBezTo>
                    <a:pt x="159" y="24298"/>
                    <a:pt x="217" y="24265"/>
                    <a:pt x="217" y="24198"/>
                  </a:cubicBezTo>
                  <a:cubicBezTo>
                    <a:pt x="584" y="21163"/>
                    <a:pt x="1251" y="18061"/>
                    <a:pt x="2619" y="15325"/>
                  </a:cubicBezTo>
                  <a:cubicBezTo>
                    <a:pt x="3620" y="13191"/>
                    <a:pt x="5121" y="11323"/>
                    <a:pt x="6989" y="9888"/>
                  </a:cubicBezTo>
                  <a:cubicBezTo>
                    <a:pt x="7956" y="9154"/>
                    <a:pt x="9057" y="8587"/>
                    <a:pt x="10191" y="8187"/>
                  </a:cubicBezTo>
                  <a:cubicBezTo>
                    <a:pt x="11459" y="7787"/>
                    <a:pt x="12760" y="7486"/>
                    <a:pt x="14060" y="7286"/>
                  </a:cubicBezTo>
                  <a:cubicBezTo>
                    <a:pt x="15395" y="7053"/>
                    <a:pt x="16696" y="6753"/>
                    <a:pt x="17997" y="6352"/>
                  </a:cubicBezTo>
                  <a:cubicBezTo>
                    <a:pt x="19097" y="5985"/>
                    <a:pt x="20165" y="5452"/>
                    <a:pt x="21166" y="4851"/>
                  </a:cubicBezTo>
                  <a:cubicBezTo>
                    <a:pt x="23134" y="3617"/>
                    <a:pt x="24835" y="1983"/>
                    <a:pt x="26169" y="48"/>
                  </a:cubicBezTo>
                  <a:cubicBezTo>
                    <a:pt x="26169" y="24"/>
                    <a:pt x="26152" y="1"/>
                    <a:pt x="261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879;p45">
              <a:extLst>
                <a:ext uri="{FF2B5EF4-FFF2-40B4-BE49-F238E27FC236}">
                  <a16:creationId xmlns:a16="http://schemas.microsoft.com/office/drawing/2014/main" id="{D01E126E-D727-B69C-1929-0CE176D8766F}"/>
                </a:ext>
              </a:extLst>
            </p:cNvPr>
            <p:cNvSpPr/>
            <p:nvPr/>
          </p:nvSpPr>
          <p:spPr>
            <a:xfrm>
              <a:off x="5333323" y="3442030"/>
              <a:ext cx="77781" cy="66540"/>
            </a:xfrm>
            <a:custGeom>
              <a:avLst/>
              <a:gdLst/>
              <a:ahLst/>
              <a:cxnLst/>
              <a:rect l="l" t="t" r="r" b="b"/>
              <a:pathLst>
                <a:path w="3349" h="2865" extrusionOk="0">
                  <a:moveTo>
                    <a:pt x="3319" y="0"/>
                  </a:moveTo>
                  <a:cubicBezTo>
                    <a:pt x="3311" y="0"/>
                    <a:pt x="3302" y="4"/>
                    <a:pt x="3292" y="14"/>
                  </a:cubicBezTo>
                  <a:cubicBezTo>
                    <a:pt x="2791" y="614"/>
                    <a:pt x="2191" y="1115"/>
                    <a:pt x="1524" y="1482"/>
                  </a:cubicBezTo>
                  <a:cubicBezTo>
                    <a:pt x="923" y="1815"/>
                    <a:pt x="390" y="2282"/>
                    <a:pt x="23" y="2849"/>
                  </a:cubicBezTo>
                  <a:cubicBezTo>
                    <a:pt x="1" y="2849"/>
                    <a:pt x="23" y="2864"/>
                    <a:pt x="40" y="2864"/>
                  </a:cubicBezTo>
                  <a:cubicBezTo>
                    <a:pt x="49" y="2864"/>
                    <a:pt x="56" y="2860"/>
                    <a:pt x="56" y="2849"/>
                  </a:cubicBezTo>
                  <a:cubicBezTo>
                    <a:pt x="523" y="2282"/>
                    <a:pt x="1124" y="1782"/>
                    <a:pt x="1757" y="1448"/>
                  </a:cubicBezTo>
                  <a:cubicBezTo>
                    <a:pt x="2358" y="1081"/>
                    <a:pt x="2892" y="614"/>
                    <a:pt x="3325" y="47"/>
                  </a:cubicBezTo>
                  <a:cubicBezTo>
                    <a:pt x="3349" y="24"/>
                    <a:pt x="3339" y="0"/>
                    <a:pt x="331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880;p45">
              <a:extLst>
                <a:ext uri="{FF2B5EF4-FFF2-40B4-BE49-F238E27FC236}">
                  <a16:creationId xmlns:a16="http://schemas.microsoft.com/office/drawing/2014/main" id="{4597CF50-5E3C-CC75-258F-1A6D6869907A}"/>
                </a:ext>
              </a:extLst>
            </p:cNvPr>
            <p:cNvSpPr/>
            <p:nvPr/>
          </p:nvSpPr>
          <p:spPr>
            <a:xfrm>
              <a:off x="5096996" y="3866977"/>
              <a:ext cx="385285" cy="583283"/>
            </a:xfrm>
            <a:custGeom>
              <a:avLst/>
              <a:gdLst/>
              <a:ahLst/>
              <a:cxnLst/>
              <a:rect l="l" t="t" r="r" b="b"/>
              <a:pathLst>
                <a:path w="17914" h="27120" extrusionOk="0">
                  <a:moveTo>
                    <a:pt x="1" y="0"/>
                  </a:moveTo>
                  <a:lnTo>
                    <a:pt x="301" y="6705"/>
                  </a:lnTo>
                  <a:lnTo>
                    <a:pt x="1335" y="27120"/>
                  </a:lnTo>
                  <a:lnTo>
                    <a:pt x="16579" y="27120"/>
                  </a:lnTo>
                  <a:lnTo>
                    <a:pt x="17580" y="6705"/>
                  </a:lnTo>
                  <a:lnTo>
                    <a:pt x="17913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881;p45">
              <a:extLst>
                <a:ext uri="{FF2B5EF4-FFF2-40B4-BE49-F238E27FC236}">
                  <a16:creationId xmlns:a16="http://schemas.microsoft.com/office/drawing/2014/main" id="{6243E533-26D5-D21F-D948-F5498E9A74E9}"/>
                </a:ext>
              </a:extLst>
            </p:cNvPr>
            <p:cNvSpPr/>
            <p:nvPr/>
          </p:nvSpPr>
          <p:spPr>
            <a:xfrm>
              <a:off x="5096996" y="3866977"/>
              <a:ext cx="385285" cy="144229"/>
            </a:xfrm>
            <a:custGeom>
              <a:avLst/>
              <a:gdLst/>
              <a:ahLst/>
              <a:cxnLst/>
              <a:rect l="l" t="t" r="r" b="b"/>
              <a:pathLst>
                <a:path w="17914" h="6706" extrusionOk="0">
                  <a:moveTo>
                    <a:pt x="1" y="0"/>
                  </a:moveTo>
                  <a:lnTo>
                    <a:pt x="301" y="6705"/>
                  </a:lnTo>
                  <a:lnTo>
                    <a:pt x="17580" y="6705"/>
                  </a:lnTo>
                  <a:lnTo>
                    <a:pt x="1791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882;p45">
              <a:extLst>
                <a:ext uri="{FF2B5EF4-FFF2-40B4-BE49-F238E27FC236}">
                  <a16:creationId xmlns:a16="http://schemas.microsoft.com/office/drawing/2014/main" id="{814AC3BE-FB14-C866-5819-F2F05B5260FE}"/>
                </a:ext>
              </a:extLst>
            </p:cNvPr>
            <p:cNvSpPr/>
            <p:nvPr/>
          </p:nvSpPr>
          <p:spPr>
            <a:xfrm>
              <a:off x="5073316" y="3807422"/>
              <a:ext cx="431914" cy="137067"/>
            </a:xfrm>
            <a:custGeom>
              <a:avLst/>
              <a:gdLst/>
              <a:ahLst/>
              <a:cxnLst/>
              <a:rect l="l" t="t" r="r" b="b"/>
              <a:pathLst>
                <a:path w="20082" h="6373" extrusionOk="0">
                  <a:moveTo>
                    <a:pt x="1" y="1"/>
                  </a:moveTo>
                  <a:lnTo>
                    <a:pt x="1" y="6372"/>
                  </a:lnTo>
                  <a:lnTo>
                    <a:pt x="20082" y="637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5" name="Titre 1584">
            <a:extLst>
              <a:ext uri="{FF2B5EF4-FFF2-40B4-BE49-F238E27FC236}">
                <a16:creationId xmlns:a16="http://schemas.microsoft.com/office/drawing/2014/main" id="{ABF69B70-52B3-F357-0C8F-C53D935DA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 !</a:t>
            </a:r>
          </a:p>
        </p:txBody>
      </p:sp>
    </p:spTree>
    <p:extLst>
      <p:ext uri="{BB962C8B-B14F-4D97-AF65-F5344CB8AC3E}">
        <p14:creationId xmlns:p14="http://schemas.microsoft.com/office/powerpoint/2010/main" val="3633821679"/>
      </p:ext>
    </p:extLst>
  </p:cSld>
  <p:clrMapOvr>
    <a:masterClrMapping/>
  </p:clrMapOvr>
</p:sld>
</file>

<file path=ppt/theme/theme1.xml><?xml version="1.0" encoding="utf-8"?>
<a:theme xmlns:a="http://schemas.openxmlformats.org/drawingml/2006/main" name="Social Media Statistics Thesis by Slidesgo">
  <a:themeElements>
    <a:clrScheme name="Simple Light">
      <a:dk1>
        <a:srgbClr val="000000"/>
      </a:dk1>
      <a:lt1>
        <a:srgbClr val="FFFFFF"/>
      </a:lt1>
      <a:dk2>
        <a:srgbClr val="90E6F9"/>
      </a:dk2>
      <a:lt2>
        <a:srgbClr val="EEEEEE"/>
      </a:lt2>
      <a:accent1>
        <a:srgbClr val="DBDBDB"/>
      </a:accent1>
      <a:accent2>
        <a:srgbClr val="455A64"/>
      </a:accent2>
      <a:accent3>
        <a:srgbClr val="78909C"/>
      </a:accent3>
      <a:accent4>
        <a:srgbClr val="37474F"/>
      </a:accent4>
      <a:accent5>
        <a:srgbClr val="F7A9A0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836</Words>
  <Application>Microsoft Office PowerPoint</Application>
  <PresentationFormat>Affichage à l'écran (16:9)</PresentationFormat>
  <Paragraphs>104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7" baseType="lpstr">
      <vt:lpstr>Wingdings</vt:lpstr>
      <vt:lpstr>Cantarell</vt:lpstr>
      <vt:lpstr>Times New Roman</vt:lpstr>
      <vt:lpstr>Arial</vt:lpstr>
      <vt:lpstr>Segoe UI Emoji</vt:lpstr>
      <vt:lpstr>Hind Guntur</vt:lpstr>
      <vt:lpstr>Alfa Slab One</vt:lpstr>
      <vt:lpstr>Google Sans</vt:lpstr>
      <vt:lpstr>Calibri</vt:lpstr>
      <vt:lpstr>Social Media Statistics Thesis by Slidesgo</vt:lpstr>
      <vt:lpstr>CultureJam</vt:lpstr>
      <vt:lpstr>Et si la culture devenait aussi spontanée et virale qu’un selfie sur les réseaux sociaux ?</vt:lpstr>
      <vt:lpstr>Présentation PowerPoint</vt:lpstr>
      <vt:lpstr>📊 Analyse de la demande : un besoin réel pour un réseau social culturel</vt:lpstr>
      <vt:lpstr>📊 Analyse de la concurrence : une opportunité à saisir</vt:lpstr>
      <vt:lpstr>📱Comment ça marche ?</vt:lpstr>
      <vt:lpstr>Présentation PowerPoint</vt:lpstr>
      <vt:lpstr>Présentation PowerPoint</vt:lpstr>
      <vt:lpstr>Présentation PowerPoint</vt:lpstr>
      <vt:lpstr>Stratégie de développement</vt:lpstr>
      <vt:lpstr>Présentation PowerPoint</vt:lpstr>
      <vt:lpstr>Présentation PowerPoint</vt:lpstr>
      <vt:lpstr>Planning et jalons clés</vt:lpstr>
      <vt:lpstr>Conclusion et appel à l’action</vt:lpstr>
      <vt:lpstr>Un projet avec du potentiel</vt:lpstr>
      <vt:lpstr>Appel à l’adhésion</vt:lpstr>
      <vt:lpstr>Results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CultureJam</dc:title>
  <dc:creator>Antoine Barthélémy</dc:creator>
  <cp:lastModifiedBy>Lucas Cesar</cp:lastModifiedBy>
  <cp:revision>10</cp:revision>
  <dcterms:modified xsi:type="dcterms:W3CDTF">2025-04-01T08:09:42Z</dcterms:modified>
</cp:coreProperties>
</file>